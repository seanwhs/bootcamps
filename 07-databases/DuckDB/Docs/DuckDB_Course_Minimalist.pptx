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Embedded Analytics at Scale: Mastering DuckDB for Python Engineers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Course Introduction &amp; Masterclass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Target Audience: Professional Python Engineers, Data Analysts, Data Engineers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Objective: Transition from slow Pandas workflows and heavy database infrastructure to lightning-fast, in-process analytical SQL execution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Core Tool: DuckDB (In-process OLAP database engine)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Problem with Traditional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Pandas memory spikes and single-threaded CPU bottlenecks on large datasets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Infrastructure overhead of spinning up client-server databases (PostgreSQL, MySQL) or distributed clusters (Spark)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need for an embedded, high-performance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is DuckDB?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An in-process, vector-oriented OLAP database management system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Zero server setup: runs directly inside the Python application process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Designed specifically for complex analytical queries (aggregations, joins, window functions)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Ultimate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Raw Files (CSV / JSON / Parquet)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DuckDB In-Process Engine (Vectorized Execution / Columnar Storage)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Zero-Copy Pandas Integration &amp; Advanced SQL Transformations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Partitioned Parquet Lakehouse &amp; Automated Testing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1: The Analytical Data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Von Neumann Bottleneck and memory hierarchy (CPU caches vs. RAM vs. Disk)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Hardware latency and cache misses in data-intensive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1: Row-Oriented (OLTP) Storage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Designed for transactional writes and single-row lookups (PostgreSQL, MySQL, SQLite)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Stores data row by row contiguously on disk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Inefficient for analytical reads because entire rows must be loaded into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1: Column-Oriented (OLAP) Storage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Designed for analytical read-heavy aggregations across massive datasets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Stores data column by column contiguously on disk and in memory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Reads only requested columns, drastically reducing disk I/O and memory bandwidth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1: The Evolution of the Python Data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Balancing the expressiveness of Pandas and NumPy with the execution speed of vectorized SQL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Eliminating infrastructure bloat for local and containerized data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2: In-Process vs. Client-Server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traditional client-server paradigm (daemons, TCP/IP sockets, network overhead)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serialization tax of moving data across process and network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2: The In-Process Embedded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No server process, no daemon, no network socket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Compiled as a C++ library linked directly into the Python process space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Direct function calls replacing network protocol 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2: Hidden Costs of Network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Network latency and transfer overhead in local data pipelines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Serialization and deserialization bloat consuming CPU cycles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Infrastructure maintenance and connection pooling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3: Zero-Copy Memory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memory silo problem in Python data science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historical cost of data duplication between Pandas and external systems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Translating internal memory blocks across process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3: The Apache Arrow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An independent, language-agnostic in-memory columnar data format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Standardized contiguous columnar buffers and validity bitmaps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Enabling direct memory inspection across multiple runtimes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3: Mechanics of Zero-Copy Memory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Accepting reference pointers to existing memory allocations in RAM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Reading memory buffers in place without duplicating data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Executing vectorized operators over shared pointers at native C++ speeds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4: The Anatomy of Modern Analytical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Transactional SQL vs. Analytical SQL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Row-level relational algebra versus set-based columnar aggregation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evolution of expressive analytical query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4: Window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Computing aggregates across related row partitions without collapsing result sets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Preserving individual row granularity while calculating moving metrics in a single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4: Nested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Breaking strict first normal form (1NF) constraints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Native support for Arrays/Lists, Structs, and Maps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Querying interior attributes using dot notation and flattening arrays on the 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4: Dynamic Reshaping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Transforming rows into columns (pivoting) and columns into rows (unpivoting)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Native query parser operators optimizing memory layouts during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 5: Lakehouse Architecture &amp; Out-of-Core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RAM Wall in data engineering and handling datasets larger than physical RAM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Out-of-core execution engines and buffer manager spill-to-disk mechanisms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Combining cheap object storage with high-performance SQL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Foundations &amp; In-Process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Core architecture and in-process embedding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Ingesting raw files directly without explicit schema definitions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Understanding vector execution and columnar storage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Step-by-Step Implementation: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Creating isolated workspaces using virtual environments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Installing exact package versions: duckdb, pandas, pyarrow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Establishing reproducible directory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Step-by-Step Implementation: Data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Generating synthetic transaction datasets with timestamps, categories, and amounts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Writing raw CSV files to simulate ingestion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Step-by-Step Implementation: Direct Raw Querying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Utilizing table-valued functions: read_csv(), read_json(), read_parquet()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Automatic schema inference and on-the-fly data streaming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Executing analytical aggregations directly against files on disk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Core Configuration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Managing database modes: ephemeral memory connections vs. persistent disk files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Configuring thread counts (PRAGMA threads) and memory limits (PRAGMA memory_limit)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Opening read-only connections for concurrent read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2: Zero-Copy Integration with Pandas and Arrow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Seamless interoperability between Python data frames and DuckDB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Zero-copy memory sharing via Apache Arrow and PyArrow integration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Benchmarking execution times and managing resource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2: Step-by-Step Implementation: Zero-Copy Pandas Querying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Registering local Python variables in DuckDB scope automatically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Referencing active Pandas DataFrames directly inside SQL FROM clauses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Avoiding intermediate data duplication in 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2: Step-by-Step Implementation: Performance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Comparing native Pandas groupby aggregation performance against DuckDB SQL execution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Quantifying speedups achieved by multi-threaded vector execution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2: Step-by-Step Implementation: Resource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Governing CPU thread allocation and memory ceilings using PRAGMA statements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Preventing resource starvation in shared container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2: Interoperability Methods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Ingesting Pandas DataFrames, PyArrow Tables, and Python collections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Returning query results as Pandas DataFrames or PyArrow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3: Advanced SQL Analytics &amp; Complex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Unleashing advanced SQL dialects: window functions, ranking, moving averages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Working with nested data structures (Arrays, Structs, Maps) natively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Multi-table joins, subqueries, PIVOT, and UNPIVOT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3: Step-by-Step Implementation: Time-Series Window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Creating daily aggregated views from transaction logs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Calculating running totals and moving averages using window frame specifications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ROWS BETWEEN frame clauses for rolling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3: Step-by-Step Implementation: Nested Structs and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Constructing nested records directly from relational data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Querying interior struct fields using dot notation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Unnesting list elements into expanded rows using UNNEST()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3: Step-by-Step Implementation: Dynamic PIVOT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Transforming row-based categories into column-based metrics by month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Native PIVOT syntax replacing complex conditional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3: Advanced SQL Operators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Summary of window aliases, struct constructors, unnesting functions, and pivot clauses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4: Production Pipelines &amp; Lakehouse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Scaling DuckDB into robust, production-grade data pipelines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Exporting results into partitioned Parquet file structures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Integrating with PyArrow and modern orchestration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4: Step-by-Step Implementation: Partitioned Parquet Exports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Exporting raw transactional data into partitioned lakehouse storage directories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Utilizing COPY ... TO ... PARTITION_BY clauses for optimized storage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4: Step-by-Step Implementation: Querying Partitioned Lakehouses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Leveraging wildcard glob patterns in read_parquet() functions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Automatic partition pruning to skip unneeded directory trees during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4: Step-by-Step Implementation: Automated Testing with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Creating ephemeral in-memory test fixtures for data validation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Asserting structural invariants, row counts, and non-null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4: Production Tuning &amp; Performance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Setting hard memory caps to force spilling on out-of-core datasets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Projection pushdown and physical execution plan inspection using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A: Deep Dive into Vectorized Execution &amp; Columnar Storage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Exploring low-level computer science principles behind engine performance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Bridging the Von Neumann bottleneck with hierarchical CPU caches (L1, L2, L3)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A: Vectorized Chunk-Based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Processing vectors of 2,048 values rather than single tuples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Fitting vector batches into CPU cache to prevent cache misses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Enabling SIMD (Single Instruction, Multiple Data) parallel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A: Inspecting Physical Query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Using EXPLAIN ANALYZE to audit physical execution trees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Observing physical operators: SEQ_SCAN, FILTER, HASH_GROUP_BY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B: Out-of-Core Memory Management &amp; Spill-to-Disk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Handling workloads exceeding physical system RAM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internal Buffer Manager tracking and evicting memory blocks (256KB chunks)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Spilling intermediate states to temporary disk storage transparently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B: Configuring Spill-to-Disk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Setting strict memory limits (SET memory_limit) and custom temporary directories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Ensuring stable execution under constrained memory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C: Advanced Performance Tuning &amp; Parallelism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Optimizing execution speed on multi-core hardware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Task-based work-stealing schedulers maximizing core utilization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Asynchronous multi-threaded storage reads and prefetching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C: Profiling Query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Enabling built-in query profiling (PRAGMA enable_profiling)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Outputting performance metrics to JSON logs for 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D: Extending DuckDB with Python UDFs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Integrating custom business logic and external APIs into SQL pipelines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performance challenge of row-by-row scalar UDF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D: Vectorized Python UDFs (Arrow-backed)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Passing entire Arrow vectors to Python functions in single batches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Operating on batch arrays to achieve near-native execution speeds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Registering custom functions using conn.create_function()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E: Querying Remote Cloud Storage Directly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Extending in-process analytics beyond the local file system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Accessing remote files on AWS S3, Google Cloud Storage, and HTTP/HTTPS endpoints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The httpfs dynamic extension loading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E: Remote Metadata Pushdown and Range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Avoiding full file downloads via lightweight HTTP HEAD and byte-range requests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Reading Parquet footers and fetching targeted data blocks into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Summary: The Complete Analytical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Ingestion: Direct raw file querying and partitioned Parquet exports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Processing: Zero-copy Pandas integration and advanced window analytics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Orchestration: Automated testing, memory tuning, and remote cloud querying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Best Practices for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Always define explicit schema validation checks in CI/CD pipelines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Monitor memory usage and configure PRAGMA memory_limit relative to container limits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Utilize partitioned file structures for high-cardinality time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Common Pitfalls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Loading entire massive files into Pandas when direct SQL querying is sufficient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Forgetting to leverage partition pruning in large lakehouse queries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Unintentionally materializing intermediate state in memory without spill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Security and Access Control in Embedded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Managing read-only file permissions for multi-process concurrency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Securing remote S3 credentials using environment variables and configuration secrets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Validating input parameters in custom Python UDFs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Benchmarking and Optimization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Audit execution plans using EXPLAIN before optimizing code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Inspect vector chunk flow and operator timing in profiling reports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Verify thread allocation matches available hardware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Future-Proofing Your Analytical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Scaling from local Jupyter notebooks to containerized microservices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Maintaining zero-dependency simplicity while scaling data volume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Combining Python ergonomics with high-performance SQL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Review: Foundations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OLTP vs OLAP storage physics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In-process embedded architecture benefits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Zero-copy memory sharing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Review: Advanced Analytics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Time-series window functions and nested data structures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Partitioned Parquet lakehouses and pytest validation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Out-of-core memory management and remote cloud querying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Implement the code-heavy patterns in your production data pipelines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Build local analytical utilities leveraging embedded DuckDB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  <a:latin typeface="Helvetica Neue"/>
              </a:defRPr>
            </a:pPr>
            <a:r>
              <a:t>* Continue exploring advanced extensions and spatial analytics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Helvetica Neue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