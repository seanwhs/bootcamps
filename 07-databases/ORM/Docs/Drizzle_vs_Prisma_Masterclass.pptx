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A1A1A"/>
                </a:solidFill>
                <a:latin typeface="Helvetica Neue"/>
              </a:defRPr>
            </a:pPr>
            <a:r>
              <a:t>Drizzle ORM vs. Prisma ORM</a:t>
            </a:r>
          </a:p>
          <a:p>
            <a:pPr>
              <a:spcBef>
                <a:spcPts val="2000"/>
              </a:spcBef>
              <a:defRPr sz="2000">
                <a:solidFill>
                  <a:srgbClr val="666666"/>
                </a:solidFill>
                <a:latin typeface="Helvetica Neue"/>
              </a:defRPr>
            </a:pPr>
            <a:r>
              <a:t>Masterclass — Minimalist Edition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8288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44444"/>
                </a:solidFill>
                <a:latin typeface="Helvetica Neue"/>
              </a:defRPr>
            </a:pPr>
            <a: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Workshop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Two ORMs, one application — side-by-side comparison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Target: TypeScript developers, backend engineers, architects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Format: 6 core parts + capstone + 9 appendices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Estimated time: 16–20 hours with hands-on labs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Application: TaskFlow Pro — multi-tenant project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Node.js, TypeScript, Next.js 16, React 19, PostgreSQL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Prisma: schema-first, Rust query engine, code generation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Drizzle: code-first, pure TypeScript, no external binary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Supporting tools: Docker, Redis, BullMQ, Terraform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Monorepo structure with pnpm workspaces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First Glimpse: Hello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Prisma: declarative schema → generate → migrate → query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Drizzle: TypeScript schema → generate migrations → query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Prisma feels like an SDK; Drizzle feels like typed SQL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Both offer full type safety — generated vs. inferred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Key question: which philosophy fits your team?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44444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t>Philosophy, Architecture &amp;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Evolution of TypeScript 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Traditional ORMs (Sequelize, TypeORM): type safety &amp; performance gaps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Rise of TypeScript-native solutions with compile-time guarantees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Two philosophies: schema-first vs. code-first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Prisma embodies schema-first; Drizzle embodies code-first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Prisma: Schema-First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Declarative schema in schema.prisma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Code generation: Client, migrations, types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Architecture: Rust Query Engine + client protocol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Workflow: define → generate → migrate → query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Strengths: developer productivity, unified workflow, multi-DB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Drizzle: Code-First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Schema as TypeScript: pgTable, relations, pgEnum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No code generation required (optional type generation)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Architecture: pure TypeScript, no external binary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Workflow: define schema → generate migrations → apply → query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Strengths: full SQL control, lightweight, edge-ready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Architecture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Bundle size: Drizzle smaller; Prisma includes query engine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Cold start: Drizzle faster; Prisma has engine spin-up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Query pipeline: Prisma (client → engine → driver) vs Drizzle (client → driver)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Type safety: Prisma generates types; Drizzle infers from schema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Migration tooling: both mature, different workflows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Decision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Choose Prisma for: CRUD-heavy apps, teams new to SQL, multi-DB support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Choose Drizzle for: performance-critical, edge runtimes, complex SQL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Hybrid approach: use both for different services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Strategic decision: database tooling shapes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44444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t>Schema Design, Modeling &amp; Migrations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Schema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Domain-driven design: entities, value objects, aggregates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Normalization (3NF) and naming conventions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Constraints: PK, FK, unique, check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Indexes: B-tree, partial, composite, GIN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Advanced columns: JSONB, UUID, timestamptz, decimal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Prisma Schema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Full schema.prisma with all entities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@map, @db, @updatedAt for column control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Relations with @relation and explicit join tables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Indexes with @@index and @@unique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Preview features: client extensions, full-text search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Drizzle Schema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pgTable with text, uuid, timestamp, jsonb, decimal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Enums via pgEnum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Relations with relations() helper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Indexes defined in table configuration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Combined schema export for type inference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Migration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Prisma: migrate dev, shadow database, drift detection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Drizzle: drizzle-kit generate:pg, snapshots, SQL files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Custom migrations: edit SQL, add data migrations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Version control: commit migration files, never edit applied migrations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Production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Zero-downtime: expand → backfill → switch → cleanup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CONCURRENTLY for indexes, NOT VALID for FKs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Rollback plans and feature flags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CI/CD integration: validate migrations before deploy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Test migrations against production-like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44444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t>Querying, Performance &amp; Type Safety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CRUD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Create: create / createMany (Prisma) vs insert (Drizzle)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Read: findUnique / findMany vs select + where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Update: update / updateMany vs update + set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Delete: delete / deleteMany vs delete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Upsert: Prisma native; Drizzle manual ON CONFLICT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Advanced Querying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Filtering: and/or, gt/lt, contains, ilike, full-text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Sorting: orderBy with multiple columns, nulls first/last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Aggregations: count, sum, avg, min, max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Grouping: GROUP BY + HAVING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Window functions: RANK, ROW_NUMBER, LAG/LEAD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CTEs: WITH clauses for complex reporting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Relationship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Prisma: include, select with nested relations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Drizzle: with in relational queries, or manual joins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Nested writes: create parent + children in one operation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Filtering based on related data: some, every, none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N+1 prevention: both ORMs handle it differently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Pagination &amp;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Offset-based: simple but slow on large datasets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Cursor-based: efficient, uses WHERE on indexed columns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ACID properties and isolation levels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Prisma: $transaction with interactive transactions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Drizzle: db.transaction callback with savepoints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Optimistic vs pessimistic locking, deadlock handling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Raw SQL &amp;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When to use raw SQL: complex queries, vendor features, tuning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Prisma: $queryRaw, $executeRaw with tagged templates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Drizzle: db.execute(sql`...`) with parameterization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SQL injection prevention: always parameterize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Benchmarking: simple reads, joins, aggregations, bulk inserts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Cold start &amp; bundle size: Drizzle wins on edge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44444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t>Modern Framework Integration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Next.js 16 App Router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Server Components: fetch data directly, no API layer needed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Route Handlers: RESTful endpoints when required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Middleware: auth, tenant isolation, rate limiting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Client Components: use hooks for mutations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Server Actions (React 19)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'use server' for form actions and mutations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useActionState for pending/error states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useOptimistic for instant UI updates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revalidatePath for cache invalidation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Progressive enhancement: works without JavaScript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Client Management &amp;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Singleton pattern for Prisma Client (dev hot-reload safe)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Singleton pool for Drizzle connections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Connection pooling: PgBouncer, Neon serverless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Edge runtime: Prisma Accelerate vs Drizzle HTTP drivers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Deploy to Vercel Edge, Cloudflare Workers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React Native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Drizzle with SQLite (Expo) for offline-first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Schema definition for SQLite dialect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Sync strategies: local-first, conflict resolution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Data synchronization with cloud backend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Prisma not suitable for mobile/SQLite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44444"/>
                </a:solidFill>
                <a:latin typeface="Helvetica Neue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t>Production Readiness &amp; Scaling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Deployment Architectures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Traditional servers: VM, PM2, process managers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Docker containerization with multi-stage builds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Kubernetes with Helm charts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Serverless: AWS Lambda, Vercel Functions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Edge runtimes: lowest latency, limited compute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Serverless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Cold start mitigation: Prisma Accelerate, Drizzle HTTP drivers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Bundle size: tree shaking, Prisma --no-engine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Lambda layers for Prisma binaries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Connection pooling: essential for serverless Postgres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Testing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Unit tests: mock ORM clients, test business logic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Integration tests: Testcontainers with real PostgreSQL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E2E tests: Playwright with isolated test database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Seed data and factories for reproducible tests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CI/CD: run migrations, tests, then deploy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Observability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Structured logging: Winston, Pino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Query tracing: Prisma log, Drizzle logger option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Metrics: Prometheus counters, histograms, gauges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Distributed tracing: OpenTelemetry, Jaeger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Security: parameterized queries, Zod validation, RLS, RBAC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Secrets: Vault, AWS Secrets Manager, never commit .env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Scaling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Read replicas: route reads to followers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Connection pooling: tune pool size per instance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Caching: Redis for hot data, session storage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Background jobs: BullMQ for async processing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Sharding &amp; partitioning: for massive datasets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44444"/>
                </a:solidFill>
                <a:latin typeface="Helvetica Neue"/>
              </a:defRPr>
            </a:pPr>
            <a: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t>Capstone: TaskFlow Pro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Capstone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Consolidate all concepts into full implementation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Architecture: services layer, repository pattern, DI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Phase 1: implement with Prisma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Phase 2: implement with Drizzle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Features: auth, RBAC, CRUD, search, pagination, audit, jobs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Feature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Authentication &amp; session management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Organization switching &amp; tenant isolation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Project CRUD with role-based access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Task management with filters &amp; cursor pagination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Comments, attachments, audit logging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Webhooks &amp; background processing with BullMQ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Performance &amp; 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Run benchmark suite: Prisma vs Drizzle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Test coverage report: aim for &gt;80%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Code quality: ESLint, Prettier, TypeScript strict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API documentation: OpenAPI/Swagger specs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Deployment &amp;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Deploy to Vercel + Neon PostgreSQL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Monitoring: Sentry for errors, Prometheus + Grafana for metrics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Post-deployment verification: health checks, smoke tests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Rollback strategy: database + code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444444"/>
                </a:solidFill>
                <a:latin typeface="Helvetica Neue"/>
              </a:defRPr>
            </a:pPr>
            <a: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t>Appendices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Deep Dive Topics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A: ORM internals — Prisma extensions, Drizzle relational API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B: Performance benchmarking methodology &amp; optimization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C: Security — OAuth, JWT, RLS, encryption at rest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D: Testing — Testcontainers best practices, CI/CD matrices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E: Zero-downtime migrations with detailed SQL examples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F: Advanced Drizzle — full-text search, JSON ops, vectors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G: Advanced Prisma — computed fields, $extends, raw helpers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H: IaC — Terraform, Helm, disaster recovery</a:t>
            </a:r>
          </a:p>
          <a:p>
            <a:pPr>
              <a:spcAft>
                <a:spcPts val="16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I: Decision framework &amp; migration scripts (Prisma ↔ Drizzle)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A1A1A"/>
                </a:solidFill>
                <a:latin typeface="Helvetica Neue"/>
              </a:defRPr>
            </a:pPr>
            <a:r>
              <a:t>Thank You</a:t>
            </a:r>
          </a:p>
          <a:p>
            <a:pPr>
              <a:spcBef>
                <a:spcPts val="2000"/>
              </a:spcBef>
              <a:defRPr sz="2000">
                <a:solidFill>
                  <a:srgbClr val="666666"/>
                </a:solidFill>
                <a:latin typeface="Helvetica Neue"/>
              </a:defRPr>
            </a:pPr>
            <a:r>
              <a:t>Drizzle ORM vs. Prisma ORM Masterclass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828800" cy="25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