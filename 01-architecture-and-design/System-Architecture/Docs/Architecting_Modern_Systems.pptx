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Helvetica Neue"/>
              </a:rPr>
              <a:t>Architecting Modern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Helvetica Neue"/>
              </a:rPr>
              <a:t>From Monolith to Evolvable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Helvetica Neue"/>
              </a:rPr>
              <a:t>An 8-Part Engineering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Helvetica Neue"/>
              </a:rPr>
              <a:t>Series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1  —  System Architecture vs. System Design (The Architect's Mindset)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2  —  Designing the Core (Domain-Driven Design Basics)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3  —  Decoupling Components (Inversion of Control &amp; Dependency Injection)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4  —  Data Orchestration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5  —  Resilience &amp; Scalability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6  —  API Evolution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7  —  Architectural Decision Records (ADRs)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Part 8  —  The Full System — Northwind Orders, Assembled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Helvetica Neue"/>
              </a:rPr>
              <a:t>The Vision: Evolution Over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Avoid the Big Ball of Mud — business rules entangled in UI, DB queries, and framework handlers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Avoid Premature Distribution — paying the microservices tax before proving scale needs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Pragmatic Middle Path: The Modular Monolith with pre-cut seams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Pay the cost of evolution in design discipline, not in frantic rewrites under pressure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Core Guiding Principle: The Cost of Change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    Cost of Change = Blast Radius x Coupling Severity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Every pattern defers or reduces the cost of change until maximum information is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1: System Architecture vs.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Architecture = Macro (big picture). Design = Micro (implementation)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Architecture optimizes for Cost of Change. Design optimizes for Correctness.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Clean Architecture: source dependencies point inward only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    Domain (innermost, most stable) -&gt; Application -&gt; Interface Adapters -&gt; Frameworks (outermost)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Locality of Behavior (LoB): code that changes together lives together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C4 Model: Context, Container, Component, Code — documented as Mermaid diagrams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Northwind Orders: Modular Monolith with bounded contexts and pre-cut seams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2: Designing the Core (DDD Basics)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Make the code's vocabulary match the business's vocabulary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Bounded Contexts: 'Product' means different things in Catalog, Inventory, and Ordering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Entities have identity (Order). Value Objects have no identity (Money).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Aggregates enforce transactional consistency. Aggregate Root is the only external reference.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Order.ship() enforces 'cannot ship without payment' in exactly one place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Context Map defines relationships: Customer/Supplier, Published Language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Separate aggregates are coordinated by domain events, not direct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3: Decoupling Components (IoC &amp; DI)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High-level policy (business rules) must not depend on low-level detail (DB, framework)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Ports: interfaces owned by the application layer defining required capabilities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Adapters: concrete implementations in the infrastructure layer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PlaceOrderUseCase imports zero infrastructure — only Ports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Composition Root (container.ts) is the only file that wires Ports to Adapters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Swapping a database or payment provider is a one-file change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Manual constructor injection over DI frameworks — zero magic, fully visible wiring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4: Data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One physical database, logically partitioned schemas — no cross-schema foreign keys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Schema changes should not require coordinated migrations across bounded contexts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Dual-Write Problem: writing to DB + message queue is not atomic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Outbox Pattern: write events to the same database, same transaction as business data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 separate relay process reads unpublished outbox rows and publishes them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Additive schema evolution by default. Expand/Contract pattern for destructive changes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Never rename a column directly — add new, dual-write, migrate readers, drop 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5: Resilience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Design for failure — every external dependency will fail eventually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Retry with Exponential Backoff + Jitter: avoids retry storms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Circuit Breaker: fail fast when a dependency is fully down; trial recovery in half-open state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Decorator pattern: ResilientPaymentGateway wraps any PaymentGateway without core changes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Caching strategies: cache-aside, write-through, stale-while-revalidate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Graceful Degradation: non-critical dependencies must not block critical paths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Resilience code lives in core/shared-kernel because it is domain-agnostic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6: API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API is a contract — breaking it costs every consumer a coordinated fix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REST for public, cacheable resource reads. RPC-style for internal, action-oriented writes.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DTO Boundary: never leak the domain model directly — map to a versioned contract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Additive-only evolution by default: add optional fields, never remove or rename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URI versioning (/v1, /v2) only for fundamentally incompatible changes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Both v1 and v2 call the same domain model — versioning lives at the adapter layer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Lightweight gateway/BFF pattern for cross-cutting concerns without leaking into 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7: Architectural Decision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Preserve the 'why' — future maintainers should not reverse-engineer reasoning from code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ADR: short, immutable document capturing context, options, decision, and consequences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ADR-worthy: expensive to reverse, genuine trade-off, likely questioned later, sets convention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Michael Nygard format: Status, Context, Decision, Alternatives Considered, Consequences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Numbered sequentially, append-only. Superseded by new ADR — never edit to reverse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Live in docs/adr/ alongside code, versioned in git — never in a separate wiki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Require an ADR in the same PR that implements the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Helvetica Neue"/>
              </a:rPr>
              <a:t>Part 8: The Full System — Assembled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Every layer assembled into a runnable Modular Monolith: Northwind Orders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End-to-end trace: UI -&gt; Server Action -&gt; Use Case -&gt; Domain -&gt; Port -&gt; Adapter -&gt; DB + Outbox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Dependency Rule holds throughout: core/ imports nothing below it. app/ is the only layer that knows Next.js.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Pre-cut seams enable extracting a bounded context to a microservice with zero domain changes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Splitting requires only: new deployable + message broker adapter in container.ts + ADR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The cost of evolving to microservices was paid upfront in design discipline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Every non-trivial choice has a corresponding entry in docs/adr/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Helvetica Neue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Optimize for Cost of Change, not just correctness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Keep business rules pure, framework-agnostic, and centrally located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Use Ports &amp; Adapters to invert dependencies — infrastructure changes must not ripple inward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Solve the dual-write problem with the Outbox pattern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Harden external boundaries with retries, circuit breakers, and graceful degradation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Evolve APIs additively; version at the contract layer, never fork the domain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Document every significant decision with an ADR in the codebase</a:t>
            </a:r>
          </a:p>
          <a:p>
            <a:pPr algn="l"/>
            <a:r>
              <a:rPr sz="2000">
                <a:solidFill>
                  <a:srgbClr val="000000"/>
                </a:solidFill>
                <a:latin typeface="Helvetica Neue"/>
              </a:rPr>
              <a:t>Start with a Modular Monolith. Extract services one context at a time, on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0000"/>
                </a:solidFill>
                <a:latin typeface="Helvetica Neue"/>
              </a:rPr>
              <a:t>Architecting Modern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Helvetica Neue"/>
              </a:rPr>
              <a:t>Evolution Over Rewrite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