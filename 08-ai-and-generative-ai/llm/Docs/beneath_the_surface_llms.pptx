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Helvetica Neue"/>
              </a:defRPr>
            </a:pPr>
            <a:r>
              <a:t>Beneath the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Helvetica Neue"/>
              </a:defRPr>
            </a:pPr>
            <a:r>
              <a:t>Demystifying LLMs, Transformers, and Distillation</a:t>
            </a:r>
            <a:br/>
            <a:r>
              <a:t>A Developer-Focused Series from Text to Deployed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AI Landscape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2017: Transformer introduced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2018: BERT, GPT-1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2019: GPT-2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2020: GPT-3 (175B parameters)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2022: ChatGPT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2023: GPT-4, Claude, Llama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2024: Open-source models rival closed ones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Insight: The pace is accelerating. Understanding the fundamentals is your competitive advantage.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Problem — Surface-Level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Most Developers Are API Wrappers, Not AI Builders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I just call the API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I don't need to know how it works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It's too complex for JavaScript developers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I'll let the Python people handle it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Reality: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Understanding internals = better decisions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JavaScript is where AI meets the world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You can build meaningful AI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What This Series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From Text to Production — The Complete Journey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PHASE 1: Text Understanding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Tokenization, Embeddings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PHASE 2: Transformer Architecture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Attention, Generation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PHASE 3: Model Compression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Knowledge Distillation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PHASE 4: Production Deployment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Serving,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Who This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Target Audience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JavaScript / Node.js Developers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Comfortable with ES6+, async programming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Building APIs, working with JSON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Want to understand AI without learning Python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ML-Curious Engineers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Know basics of neural networks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Want to understand modern AI internals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Prefer code over theory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Technical Founders &amp; Product Engineers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Making decisions about AI capabilities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Need to understand cost/performance trade-offs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You Need to Know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Required: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Modern JavaScript (ES6+, async/await)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Node.js (v18+)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Basic high-school math (vectors, matrices)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Helpful (Not Required):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Basic neural network concepts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Experience with REST APIs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Tools: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Node.js v18+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VS Code or equivalent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npm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Ultimate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You'll Build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YOUR COMPLETE LLM SYSTEM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Raw Text → Tokenization → Embeddings → Vectors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        ↓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Self-Attention → Multi-Head → Positional → Generation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        ↓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Teacher Model → Soft Targets → Student Model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        ↓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Express API → Model Serving → Inference Engine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Message: Everything connects. Build it piece by piece.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Time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How Long Will This Take?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Part 0: Introduction          30 min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Part 1: Anatomy of an LLM     5 hours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Part 2: Transformer Arch      9 hours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Part 3: Knowledge Distillation 7.5 hours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Part 4: Production Deployment  6 hours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Total: ~28 hours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Takeaway: It's a journey, not a weekend project. Go at your own 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LLMs Are Prediction Engines, Not Brains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INPUT: "The cat sat on the"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↓ Tokenize → ["The", "cat", "sat", "on", "the"]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↓ Embed → Process → Predict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mat      35%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floor    28%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chair    15%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others   22%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OUTPUT: "mat" (35% probability)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Core Insight: Everything is pattern prediction. Nothing more, nothing less.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Three Key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The Three Layers of Understanding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LAYER 1: DATA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How text becomes numbers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Tokens → IDs → Embeddings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LAYER 2: ARCHITECTURE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How numbers are processed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Attention → Transformers → Generation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LAYER 3: OPTIMIZATION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How models are compressed and served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Distillation → Quantization → Deployment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Analogy: Car — Fuel (Data) → Engine (Architecture) → Tuning (Optimization)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Why JavaScript?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JavaScript + AI = The Future of Applications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JavaScript is where AI meets the world: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Web applications need AI in the browser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Serverless functions run Node.js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Full-stack developers want AI without learning new stack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Edge computing uses JavaScript runtimes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this enables: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Prototype with familiar tools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Deploy where users interact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Bridge research and production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Series Conventions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How This Series Works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Every technical step includes: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1. The Target: What file/feature to build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2. The Concept: Clear explanation with analogies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3. The Implementation: Complete, runnable code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4. The Verification: How to test it works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Code Style: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File paths clearly marked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Extensive inline comments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Complete, copy-pasteable code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Verification steps for every section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No placeholders, no TODO: implement this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Code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Files You'll Create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src/tokenizer/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bpe-tokenizer.js      Byte-Pair Encoding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vocabulary.js          Vocabulary management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embeddings.js          Embedding lookup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visualizer.js          Semantic visualization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src/transformer/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attention.js           Self and multi-head attention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positional.js          Positional encodings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transformer.js         Complete transformer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generation.js          Text generation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src/distillation/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teacher.js             Teacher model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student.js             Student model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trainer.js             Training loop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loss.js                Distillation losses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src/inference/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serve.js               Express server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kv-cache.js            KV caching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model-service.js       Model orchestration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middleware.js          Logging, monitoring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Total: ~8,500 lines of production-ready JavaScript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You'll Be Able to Do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By the end of this series, you will: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Explain how text becomes predictions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Implement a basic tokenizer from scratch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Build a transformer from scratch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Distill a model and understand trade-offs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Serve a model in production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Make informed architectural decisions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Debug common LLM issues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You'll have the code and the confidence to build AI applications.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Helvetica Neue"/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Helvetica Neue"/>
              </a:defRPr>
            </a:pPr>
            <a:r>
              <a:t>Anatomy of an LLM — From Text to Predictions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Why Text → Numbers?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Computers Don't Understand Words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Problem: Neural networks work with numbers, not text.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"Hello World" → [72, 101, 108, 108, 111, 32, 87, 111, 114, 108, 100]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But ASCII isn't good enough: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No semantic meaning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"cat" and "dog" are unrelated in ASCII space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Need representations that capture meaning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Solution: Learn meaningful numerical representations (embeddings).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Tokenization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Breaking Text Into Manageable Pieces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RAW TEXT: "The cat sat."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CHARACTER-LEVEL: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["T","h","e"," ","c","a","t"," ","s","a","t","."]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WORD-LEVEL: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["The", "cat", "sat", "."]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SUBWORD-LEVEL (BPE):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["The", " cat", " sat", "."]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Trade-offs: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Character-level: Too many tokens, no meaning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Word-level: Unknown words break things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Subword-level: Best balance! (BPE)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BPE is the default in most LLMs.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Byte-Pair Encoding (BPE)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How BPE Works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Algorithm: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1. Start with character-level tokens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2. Count frequencies of all adjacent pairs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3. Merge the most frequent pair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4. Repeat until target vocabulary size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Corpus: "lower lower low low"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Step 1: Merge "lo" (appears 4 times) → "lo"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Step 2: Merge "lo"+"w" → "low" (appears 3 times)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Step 3: Merge "low"+"e" → "lowe" (appears 2 times)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Step 4: Merge "lowe"+"r" → "lower" (appears 2 times)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Final vocabulary: {l, o, w, e, r,  , lo, low, lowe, lower}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Why it works: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Balances coverage and efficiency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Handles out-of-vocabulary words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Language-agnostic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BPE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BPE in Action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Text: "playing"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Tokenization: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1. "p", "l", "a", "y", "i", "n", "g"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2. "pl", "ay", "ing" (if these exist)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3. "play", "ing" (if "play" exists)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→ ["play", "ing"]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Text: "chatgpt"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1. "c", "h", "a", "t", "g", "p", "t"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2. "ch", "at", "gpt"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3. "chat", "gpt"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→ ["chat", "gpt"]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Insight: BPE learns common subword patterns from the corpus.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Special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Control Tokens for Training and Inference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&lt;|startoftext|&gt;    Beginning of Sequence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&lt;|endoftext|&gt;      End of generation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&lt;|pad|&gt;            Padding (making batches uniform)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&lt;|unk|&gt;            Unknown token placeholder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[SEP]              Separator (question/answer)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[MASK]             Masked language modeling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Why they matter: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They structure how models understand and generate text.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Token IDs →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From Numbers to Meaning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"cat" → [42] → Embedding Lookup → [0.23, -0.45, 0.12, 0.89, ...]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                               ↑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                        Embedding Vector (64 dimensions)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Embedding Matrix: Vocabulary × Embedding Dimension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[tokens × dims] = [1000 × 64]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embeddings capture: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Semantic meaning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Syntactic roles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Relationships between words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Contextual information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Embedding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Words Live in High-Dimensional Space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Properties of embedding space: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Similar words cluster together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Relationships are vector operations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"king - man + woman ≈ queen"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Semantic Space: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Animals:      cat, dog, bird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Fruits:       apple, orange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Cities:       london, paris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Analogy: Like mapping a city — similar things are near each other.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Cosine 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Measuring Semantic Similarity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Formula: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cos(θ) = (A · B) / (||A|| · ||B||)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Properties: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1: Same direction (very similar)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0: Orthogonal (unrelated)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-1: Opposite direction (opposite meaning)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Example: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cat  = [0.23, -0.45, 0.12]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dog  = [0.21, -0.43, 0.15]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car  = [-0.11, 0.87, -0.34]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cosineSimilarity(cat, dog)  // 0.92 → Very similar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cosineSimilarity(cat, car)  // -0.45 → Very different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Pre-training vs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Two Phases of Building LLMs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PHASE 1: PRE-TRAINING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Objective: Next token prediction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Data: Massive text corpora (trillions of tokens)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Result: Base model that predicts text patterns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PHASE 2: ALIGNMENT (Fine-tuning)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Objective: Follow instructions, be helpful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Data: Instruction-answer pairs, human feedback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Methods: Instruction tuning, RLHF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Result: ChatGPT-style assistant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Insight: Pre-training learns language; alignment learns behavior.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1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We Learned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LLMs are statistical pattern predictors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1. Text → Tokens → IDs → Embeddings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2. Embeddings capture semantic meaning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3. Similar words cluster together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4. Pre-training learns language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5. Alignment makes models helpful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You've built: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A complete BPE tokenizer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An embedding system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Semantic similarity tools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Next: How embeddings are processed (Transformers!)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Helvetica Neue"/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Helvetica Neue"/>
              </a:defRPr>
            </a:pPr>
            <a:r>
              <a:t>The Transformer Revolution — Attention Is All You Need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Context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Why RNNs and LSTMs Struggled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RNN: Sequential processing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"I saw the cat that chased the mouse that ate the cheese"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[I] → [saw] → [the] → [cat] → [that] → [chased] → ...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Information fades over distance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Problem: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Sequential: Can't parallelize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Vanishing gradients: Can't learn long-range dependencies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Limited context: ~100 tokens max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Analogy: Reading a book with a small notepad vs having the whole book open.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Transformer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Attention — Everything Connected to Everything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Transformer: All tokens processed simultaneously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"I saw the cat that chased the mouse that ate the cheese"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[ALL TOKENS SIMULTANEOUSLY]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"cat" connects directly to "chased" AND "ate" AND "cheese"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All relationships computed in parallel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Advantages: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Parallel processing (fast!)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Global context (long-range dependencies)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Better performance on all tasks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Self-Attention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The Core: Self-Attention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Components: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Q (Query):    What am I looking for?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K (Key):      What information is available?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V (Value):    What is the actual content?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Formula: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Attention(Q,K,V) = softmax(Q × K^T / √d_k) × V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Example: "The cat sat on the mat"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Query for "sat" → matches Key for "cat" highly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The model learns that "cat" is the subject of "sat"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Scaling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Why √d_k Matters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Problem: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Dot products grow with dimension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Large values push softmax into extreme regions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Gradients become very small (vanishing gradient)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Solution: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scale = 1 / √d_k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scores = (Q × K^T) / √d_k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Effect: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Stabilizes gradients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Enables training deep networks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Works across different dimensions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Analogy: Like adjusting the volume so it's not too loud or too quiet.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Multi-Head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Multiple Perspectives, Richer Understanding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MultiHead(Q,K,V) = Concat(head_1, ..., head_h) × W_O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where head_i = Attention(Q × W_Q_i, K × W_K_i, V × W_V_i)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Why multiple heads?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Each head learns different patterns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Head 1: Syntax (subject-verb)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Head 2: Semantics (word meaning)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Head 3: Long-range dependencies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Head 4: Positional relationships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Analogy: Multiple experts analyzing the same data from different angles.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Positional Encodings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Adding Order Information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Problem: Attention is order-agnostic.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"cat sat the" = "sat cat the" → all the same!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Solution: Add position information.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Formula: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PE(pos, 2i)   = sin(pos / 10000^(2i/d_model))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PE(pos, 2i+1) = cos(pos / 10000^(2i/d_model))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Properties: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Deterministic: Same position = same encoding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Continuous: Small position change = small encoding change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No parameters: Doesn't need training data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Complete Transformer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Putting It All Together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INPUT: Token Embeddings + Positional Encodings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↓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Multi-Head Self-Attention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• Q, K, V projections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• Scaled dot-product attention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• Multiple heads → concatenate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↓ Add &amp; Normalize (Residual Connection)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↓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Feed-Forward Network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• Two linear layers with ReLU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↓ Add &amp; Normalize (Residual Connection)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OUTPUT: Processed representation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Decoder-Only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GPT-Style Architecture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Input: Prompt tokens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↓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Token Embeddings + Positional Encodings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↓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[Transformer Block] × N layers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• Masked self-attention (causal)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• Feed-forward network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↓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Final Layer Norm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↓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Linear → Softmax (next token probabilities)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↓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Output: Next token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feature: Causal (masked) attention prevents looking at future tokens.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Causal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The "Don't Peek" Rule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Causal Mask: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     │ T1 │ T2 │ T3 │ T4 │ T5 │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Token 1  │ ✓  │ ✗  │ ✗  │ ✗  │ ✗  │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Token 2  │ ✓  │ ✓  │ ✗  │ ✗  │ ✗  │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Token 3  │ ✓  │ ✓  │ ✓  │ ✗  │ ✗  │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Token 4  │ ✓  │ ✓  │ ✓  │ ✓  │ ✗  │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Token 5  │ ✓  │ ✓  │ ✓  │ ✓  │ ✓  │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Why it matters: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Enables autoregressive generation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Each token only sees itself and previous tokens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Prevents information leakage from future tokens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Analogy: Reading a book one page at a time — you can't see future pages.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Autoregressive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How Models Generate Text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Step 1: ["The"] → Predict "quick"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Step 2: ["The", "quick"] → Predict "brown"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Step 3: ["The", "quick", "brown"] → Predict "fox"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Step 4: ["The", "quick", "brown", "fox"] → Predict "jumps"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... continue until EOS token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Insight: Each token depends on all previous tokens.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Complexity: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Without KV cache: O(n²) per step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With KV cache: O(n) per step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Sampling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Choosing the Next Token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Greedy: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Always pick most likely token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Use: Deterministic, factual tasks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Temperature: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Scale logits before softmax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T&lt;1: More deterministic, T&gt;1: Random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Top-K: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Only keep K most likely tokens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Use: Balance quality and diversity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Top-P (Nucleus):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Keep smallest set with cumulative P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Use: Dynamic, adaptive sampling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Analogy: Drawing from a bag of balls with different weights.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2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We Learned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Transformers enable parallel, global reasoning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1. Self-attention connects all tokens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2. Multi-head attention captures different patterns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3. Positional encodings preserve order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4. Causal attention enables generation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5. Sampling strategies control creativity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You've built: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Self-attention from scratch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Multi-head attention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Complete transformer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Text generation system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Next: Making it smaller and faster (Distillation!)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Helvetica Neue"/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Helvetica Neue"/>
              </a:defRPr>
            </a:pPr>
            <a:r>
              <a:t>Knowledge Distillation — Compressing Models Without Losing Intelligence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Compression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Big Models Are Expensive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Model Size Comparison: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GPT-2 (2019):  1.5B parameters → 6GB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GPT-3 (2020):  175B parameters → 700GB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GPT-4 (2023): ~1.8T parameters → 7.2TB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Costs: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Memory: $$$ for GPUs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Inference: Slow and expensive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Latency: Seconds for a response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Energy: Massive power consumption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Analogy: Driving a semi-truck vs a sports car for daily commutes.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Solution —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Knowledge Distillation Explained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TEACHER (Large)              STUDENT (Small)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175B params                  7B params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High quality    ── Soft ──→   High quality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Slow, expensive  Targets    Fast, cheap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Soft Labels                   Hard Labels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(Probabilities)               (Truth)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Combined Loss = α × Distillation + (1-α) × Supervised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Insight: The student learns from the teacher's outputs, not just the data.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Hard vs Soft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Labels vs Probabilities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Hard Labels (One-Hot):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Dog:  [1, 0, 0, 0, 0]  ← Only the correct class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Wolf: [0, 1, 0, 0, 0]  ← Information lost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Soft Targets (Probabilities):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Dog:  [0.85, 0.08, 0.04, 0.02, 0.01]  ← Rich information!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Wolf: [0.08, 0.82, 0.06, 0.03, 0.01]  ← Similarity to dog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Fox:  [0.04, 0.06, 0.75, 0.12, 0.03]  ← Relationships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Insight: Soft targets carry 'dark knowledge' — relationships between classes.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Dark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Soft Targets Reveal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Hard Label: "This is a dog."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Soft Targets: "This is 85% dog, 8% wolf, 4% fox, 2% cat, 1% car..."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Dark Knowledge: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Dogs are similar to wolves (canine family)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Dogs are somewhat similar to foxes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Dogs are less similar to cats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Dogs are very different from cars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Why it matters: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Student learns relationships, not just labels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Better generalization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More robust to edge cases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Analogy: Learning the art, not just following a recipe.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Temperature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Revealing Hidden Knowledge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Softmax with Temperature: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p_i = exp(z_i / T) / Σ exp(z_j / T)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Temperature Effects: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 → 0:  One-hot (deterministic)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 = 1:  Standard softmax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 → ∞:  Uniform (maximum uncertainty)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Why T &gt; 1: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Softens the distribution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Reveals dark knowledge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Teacher's 'intuition' becomes visible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Analogy: Adjusting focus on a camera. T&gt;1 = blurry (big picture).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Temperature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Seeing Temperature Effects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Logits: [3.0, 2.0, 1.0, 0.0]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 = 0.5:  [0.88, 0.12, 0.00, 0.00]  ← Very sharp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 = 1.0:  [0.59, 0.22, 0.08, 0.11]  ← Standard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 = 2.0:  [0.37, 0.24, 0.15, 0.24]  ← Soft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 = 5.0:  [0.30, 0.26, 0.22, 0.22]  ← Very soft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Entropy: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 = 0.5: 0.38  (high confidence)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 = 1.0: 1.21  (moderate)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 = 2.0: 1.37  (uncertain)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 = 5.0: 1.50  (very uncertain)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Insight: Higher temperature = more dark knowledge revealed.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Distillation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The Combined Objective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Combined Loss: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L = α × L_distillation + (1-α) × L_supervised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L_distillation = T² × D_KL(P_teacher_T || P_student_T)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L_supervised   = CrossEntropy(y_true, P_student)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Where: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α: Distillation weight (typically 0.7-0.9)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T: Temperature (typically 2-5)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T²: Scaling factor for gradients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Why combined?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Distillation loss: Learns teacher's 'intuition'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Supervised loss: Learns hard labels (not forgetting)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Balance: Both are important!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Distillation vs Other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Compression Methods Comparison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Method                    Memory    Quality    Training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Distillation              3-10x     5-15%      Yes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Quantization (INT8)       2-4x      1-5%       No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Quantization (4-bit)      4-8x      3-10%      No/Yes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Pruning                   1.5-3x    5-20%      Yes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Distillation + Quantize   6-30x     10-25%     Yes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Insight: Combine methods for maximum compression!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Pipeline: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1. Train teacher (BF16)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2. Distill to student (BF16)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3. Quantize student (INT8/4-bit)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Distillation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We Achieve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Model Comparison: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Model              Parameters    Perplexity    Speed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Teacher            150,000       18.5          1x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Student            5,000         19.8          8x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(No Distillation)  5,000         22.3          8x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Results: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30x compression (150K → 5K parameters)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8x faster inference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~95% of teacher quality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Distillation helps significantly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Takeaway: Distillation transfers ~95% of the teacher's capability.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3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We Learned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Distillation compresses models while preserving quality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1. Teacher provides soft targets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2. Soft targets carry 'dark knowledge'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3. Temperature reveals hidden patterns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4. Combined loss balances distillation and supervision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5. Can combine with quantization for maximum compression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You've built: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Teacher model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Student model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Distillation training loop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Model compression system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Next: Deploying to production!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Helvetica Neue"/>
              </a:defRPr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Helvetica Neue"/>
              </a:defRPr>
            </a:pPr>
            <a:r>
              <a:t>Production Deployment — Inference, Optimization, and Scaling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Production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The Complete Serving System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PRODUCTION ARCHITECTURE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Client (Browser)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↓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Express.js API Server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Middleware Stack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Logging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Authentication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Rate Limiting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Validation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↓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Generation Engine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KV Cache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Sampling Parameters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↓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Model Runtime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Student Model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Analogy: Restaurant → Waiter → Kitchen → Chef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KV Cache — The Speed Secret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Caching for Fast Generation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Without KV Cache: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Step 1: [A] → Process all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Step 2: [A,B] → Process all (recompute A)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Step 3: [A,B,C] → Process all (recompute A,B)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→ O(n²) time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With KV Cache: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Step 1: [A] → Process, cache A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Step 2: [A,B] → Only process B (use cached A)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Step 3: [A,B,C] → Only process C (use cached A,B)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→ O(n) time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Speedup: Up to 10x for long sequences!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it stores: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K (Key) matrices for each token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V (Value) matrices for each token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Generation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Controlling Creativity and Quality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Parameter          Range      Description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maxTokens          1-2048     Maximum tokens to generate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temperature        0-2        Randomness level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topK               0-100      Only keep K most likely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topP               0-1        Keep cumulative 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repetitionPenalty  1-2        Penalize repetition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Presets: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Creative:  T=1.2, topK=60, topP=0.95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Balanced:  T=0.8, topK=40, topP=0.90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Factual:   T=0.3, topK=10, topP=0.80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Insight: Different tasks need different parameters.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Express API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Serving Your Model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Endpoints: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GET  /health              → Status check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POST /api/generate        → Generate text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POST /api/generate/stream → Stream generation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GET  /api/models          → List models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GET  /api/stats           → Server statistics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Example: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curl -X POST http://localhost:3000/api/generate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-H "Content-Type: application/json"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-d '{"prompt": "The future of AI is", "maxTokens": 50}'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Middleware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Production-Grade Features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Security (helmet, CORS)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→ Protect against common web vulnerabilities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Rate Limiting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→ 100 requests/minute per IP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Logging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→ Timestamp, method, path, status, duration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Performance Monitoring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→ Response time headers, metrics collection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Error Handling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→ Structured errors, stack traces (dev only)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Why it matters: Production reliability and observability.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Monitoring and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to Track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PERFORMANCE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Latency (p50, p90, p99)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Tokens per second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Queue depth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RESOURCE USAGE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CPU utilization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Memory (weights + KV cache)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Network I/O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QUALITY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Generation length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Repetition rate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Client satisfaction (ratings)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Endpoint: /api/stats → Returns all metrics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Scaling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From Local to Cloud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Scale Level        Users        Req/Min       Infrastructure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Development        1-10         1-10          Single instance, 2GB RAM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Small Production   10-100       10-100        2 instances, 8GB RAM each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Medium Production  100-1000     100-1000      Load balancer, 4-8 instances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Large Production   1000+        1000+         Auto-scaling, distributed cache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Cost Considerations: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Model size × number of instances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API costs (if using cloud models)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Caching vs compute trade-offs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Deployment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Go-Live Preparation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Security: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Environment variables for secrets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CORS configured properly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Rate limiting active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Input validation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Performance: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KV cache enabled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Compression middleware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Load testing completed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Reliability: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Error handling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Graceful shutdown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Health checks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Monitoring setup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Operations: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Logging configured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Metrics collection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Alerting setup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Backup/restore procedures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4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We Learned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Production deployment requires optimization and monitoring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1. KV cache dramatically speeds up generation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2. Generation parameters control quality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3. Express API serves models in production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4. Monitoring ensures reliability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5. Scaling handles growing demand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You've built: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Production-ready Express server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KV caching system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Generation parameter control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Monitoring and metrics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Deployment-ready system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Next: Go build something amazing!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Helvetica Neue"/>
              </a:defRPr>
            </a:pPr>
            <a:r>
              <a:t>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Helvetica Neue"/>
              </a:defRPr>
            </a:pPr>
            <a:r>
              <a:t>Everything Connects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Complete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YOUR COMPLETE LLM SYSTEM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PHASE 1: Text Understanding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Raw Text → Tokenization → Embeddings → Vectors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        ↓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PHASE 2: Transformer Architecture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Self-Attention → Multi-Head → Positional → Generation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        ↓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PHASE 3: Knowledge Distillation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Teacher Model → Soft Targets → Student Model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            ↓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PHASE 4: Production Deployment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Express API → KV Cache → Monitoring → Deployment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Insight: You understand the entire stack!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What You Can Build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Real-World Applications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Chatbot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Transformer + generation pipeline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Code Assistant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Tokenization + generation with domain training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RAG System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Embedding system + retrieval + generation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Text Summarizer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Transformer with long context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Content Generator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Distilled model with configurable parameters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The possibilities are endless.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You Should Remember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1. LLMs are prediction engines, not brains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2. Tokenization bridges text and numbers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3. Attention enables global reasoning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4. Distillation compresses models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5. Production requires optimization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6. JavaScript is a first-class citizen for AI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7. Understanding internals leads to better decisions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The journey: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Text → Tokens → Embeddings → Attention → Generation → Distillation → Production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Learning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Continue Your Journey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Papers to Read: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"Attention Is All You Need" (Vaswani et al., 2017)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"BERT: Pre-training of Deep Bidirectional Transformers" (Devlin et al., 2018)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"Language Models are Few-Shot Learners" (Brown et al., 2020)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"Distilling the Knowledge in a Neural Network" (Hinton et al., 2015)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Advanced Topics: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Quantization (INT8, 4-bit)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Paged Attention (vLLM)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Speculative Decoding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LoRA (Low-Rank Adaptation)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RLHF (Reinforcement Learning from Human Feedback)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Communities: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Hugging Face, OpenAI Developer Forum, r/MachineLearning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Final Thoughts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The Future Is What You Build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You've journeyed from 'what is a token?'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 'how do I deploy an LLM?'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You now have: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Deep understanding of LLM internals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Working implementations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Production-ready code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Confidence to build AI applications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The field is evolving daily.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Stay curious. Stay building.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Go build something amazing!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Helvetica Neue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Helvetica Neue"/>
              </a:defRPr>
            </a:pPr>
            <a:r>
              <a:t>Reference Materials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Code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You've Built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Total Files: 28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Total Lines: ~8,500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Tests: 80+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Demos: 4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src/tokenizer/         ~1,250 lines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src/transformer/       ~1,100 lines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src/distillation/      ~800 lines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src/inference/         ~1,250 lines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src/utils/             ~200 lines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tests/                 ~1,100 lines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src/demos/             ~700 lines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Every line is complete, working, production-ready code.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Formulas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ATTENTION: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Attention(Q,K,V) = softmax(Q × K^T / √d_k) × V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POSITIONAL ENCODING: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PE(pos, 2i)   = sin(pos / 10000^(2i/d_model))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PE(pos, 2i+1) = cos(pos / 10000^(2i/d_model))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DISTILLATION LOSS: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L = α × T² × D_KL(P_teacher_T || P_student_T) + (1-α) × CE(y_true, P_student)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TEMPERATURE: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p_i = exp(z_i / T) / Σ exp(z_j / T)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COSINE SIMILARITY: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cos(θ) = (A · B) / (||A|| × ||B||)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Performance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Expected Performance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Tokenizer: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10K tokens/sec encoding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5K tokens/sec decoding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Transformer (Student Model):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5-10 tokens/sec generation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~20MB memory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3-5K parameters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Production Server: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50-100 req/sec (single instance)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&lt; 100ms latency (cached)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&lt; 500ms latency (uncached)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99.9% uptime achievable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Distillation: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30x compression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8x speedup</a:t>
            </a:r>
          </a:p>
          <a:p>
            <a:pPr lvl="1">
              <a:spcAft>
                <a:spcPts val="1000"/>
              </a:spcAft>
              <a:defRPr sz="1500">
                <a:solidFill>
                  <a:srgbClr val="000000"/>
                </a:solidFill>
                <a:latin typeface="Helvetica Neue"/>
              </a:defRPr>
            </a:pPr>
            <a:r>
              <a:t>  95% quality retention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Note: Performance varies with hardware and configuration.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