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Helvetica Neue"/>
              </a:defRPr>
            </a:pPr>
            <a:r>
              <a:t>Multi-Agent AI Architecture Review System</a:t>
            </a:r>
          </a:p>
          <a:p>
            <a:pPr algn="l">
              <a:spcBef>
                <a:spcPts val="1600"/>
              </a:spcBef>
              <a:defRPr sz="1800">
                <a:solidFill>
                  <a:srgbClr val="505050"/>
                </a:solidFill>
                <a:latin typeface="Helvetica Neue"/>
              </a:defRPr>
            </a:pPr>
            <a:r>
              <a:t>From Concept to Production — A Complete Implementation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931920"/>
            <a:ext cx="22860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Helvetica Neue"/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INTRODUCTION &amp;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Problem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ARCHITECTURE REVIEW CHALLENGES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Traditional Single-Architect Reviews: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⚠️ Domain Blind Spots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Architects have specialized knowledge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Security experts miss performance issues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Performance experts miss security concerns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⚠️ Inconsistent Coverage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Reviews vary by reviewer experience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Different quality standards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No structured checklist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⚠️ No Audit Trail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Decisions not documented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Can't trace historical decisions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Difficult to learn from past mistakes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⚠️ Poor Scalability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Reviews don't scale with team growth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Bottleneck on individual architects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Slow feedback cycles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RESULT: Critical issues discovered late, expensive to fix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Solution - Multi-Agent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THE SOLUTION: MULTI-AGENT AI REVIEW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Instead of one reviewer, use five specialized AI agents: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SPECIALIZED AI AGENTS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🔒 SECURITY AGENT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"Find vulnerabilities and compliance issues"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📋 FUNCTIONAL AGENT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"Check requirements and user journeys"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💾 DATA AGENT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"Review schema and data lifecycle"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⚙️ DEVOPS AGENT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"Validate CI/CD and deployment"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📊 RELIABILITY AGENT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"Assess performance and fault tolerance"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Combined with: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Human-in-the-loop approval gates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Automated ADR generation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Repository awareness (RAG)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Audit trails and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AGENDA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Part 1: Foundation &amp; Technical Landscape (15 min)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Why single-architect reviews fail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Three technical paradigms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Setting up the environment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Part 2: Domain Specialization (15 min)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Five quality domains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Validation matrices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Building specialized agents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Part 3: Orchestration Frameworks (20 min)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Comparing LangGraph, CrewAI, AutoGen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Building the orchestration pipeline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Human-in-the-loop gates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Part 4: Production Governance (15 min)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Repository awareness and RAG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Automated ADR generation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Permissions and auditing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Primers &amp; Appendices (15 min)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AI Agents - How they work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Architecture Reviews - Best practices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ADRs - Why they matter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Q&amp;A (10 min)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Open discussion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Implementation 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BY THE END OF THIS PRESENTATION, YOU WILL: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Technical Skills: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Build five specialized AI agents for architecture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Implement LangGraph orchestration with human gates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Generate automated ADRs in MADR format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Integrate with Git repositories using RAG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Set up production governance (permissions, auditing)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Knowledge: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Understand why multi-agent systems outperform single-agent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Know how to design domain-specific prompts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Choose the right orchestration framework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Apply best practices for production AI systems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Deliverables: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Working multi-agent review system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Automated ADR generation pipeline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Production-ready governance framework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Audit trail and cost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WHO THIS IS FOR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Primary Audience: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🔧 Software Architects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Responsible for design reviews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Want to scale review capacity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💻 Engineering Managers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Oversee technical decisions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Need consistent quality standards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🛠️ Senior Developers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Writing design documents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Participating in reviews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⚙️ DevOps Engineers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Deployment and operations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Infrastructure decisions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Prerequisites: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Python programming experience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Understanding of system design basics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Familiarity with Git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Experience with API keys/services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Basic knowledge of AI concepts (helpful but not required)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Not Suitable For: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✗ Complete programming beginners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✗ Non-technical managers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✗ Teams without AI API budget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What You'll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THE COMPLETE SYSTEM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YOUR LOCAL CODEBASE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(Design documents, code, configs)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│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▼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┌─────────────────────────────────────────────────┐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REPOSITORY AWARENESS (RAG)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Git scanner          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Context extraction   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Semantic search      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└─────────────────────────────────────────────────┘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│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▼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┌─────────────────────────────────────────────────┐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LANGGRAPH ORCHESTRATION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5 specialized agents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Human-in-the-loop gates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Checkpoint and resume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└─────────────────────────────────────────────────┘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│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▼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┌─────────────────────────────────────────────────┐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OUTPUTS                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Review report        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Automated ADRs       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Risk assessment      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• Audit trail                                   │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└─────────────────────────────────────────────────┘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SUCCESS LOOKS LIKE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Quantitative Metrics: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Metric                | Single Agent | Multi-Agent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Issues Found          | 12           | 28 (+133%)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Security Issues       | 3            | 8 (+167%)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Critical Issues       | 1            | 4 (+300%)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Coverage              | 60%          | 95% (+58%)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Review Time           | ~15s         | ~70s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Cost                  | $0.04        | $0.24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Qualitative Outcomes: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Consistent reviews across all domains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Formal documentation (ADRs) for every decision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Audit trail for compliance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Human oversight at critical junctures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Cost tracking and budget management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No single reviewer bottleneck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ROI Analysis: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- 5x more critical issues caught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- 3x fewer late-stage redesigns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- 80% less time per architecture review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Full audit trail for compliance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Consistent quality standards across teams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Helvetica Neue"/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THE TECHNICAL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Why Single-Architect Reviews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THE COGNITIVE LIMITS OF SINGLE ARCHITECTS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🔴 Domain Specialization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"We can't be experts in everything"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Backend architects miss UX concerns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Security experts miss performance issues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Performance experts miss data modeling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🔴 Attention Decay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"Review fatigue is real"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More scrutiny on early sections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Later sections get less attention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2-hour reviews = 60% effective by end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🔴 Confirmation Bias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"We see what we expect to see"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Architects validate existing beliefs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REST advocates find REST issues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GraphQL advocates find GraphQL issues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🔴 Limited Working Memory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"7±2 items is the limit"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Complex systems overwhelm capacity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Details get forgotten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Connections get missed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🔴 Time Pressure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"Reviews are always rushed"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Pressure to deliver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Abbreviated or skipped reviews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Technical debt accumulated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RESULT: Critical issues slip through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Three Technical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THREE APPROACHES TO AI-ASSISTED REVIEWS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OPTION 1: NATIVE DEVELOPER AGENT TEAMS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Example: Claude Code Subagents, GitHub Copilot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Pros: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Deep repository awareness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Low friction (IDE integrated)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Immediate context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Cons: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❌ Vendor lock-in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❌ Limited customization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❌ Privacy concerns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OPTION 2: CONVERSATIONAL LLM PERSONA SIMULATION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Example: ChatGPT, Gemini, DeepSeek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Pros: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Extremely easy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Flexible (any persona)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Cost-effective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Cons: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❌ Manual workflow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❌ No repository awareness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❌ Inconsistent results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❌ No governance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OPTION 3: MULTI-MODEL ORCHESTRATION FRAMEWORKS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Example: LangGraph, CrewAI, AutoGen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Pros: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Structured workflows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Agent collaboration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Repository integration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✅ Governance built-in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Cons: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COMPARING THE OPTIONS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Criterion           | Native | Persona | Orchestration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Repository Awareness| ★★★★★  | ★★      | ★★★★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Domain Specialization| ★★★   | ★★★★    | ★★★★★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Governance          | ★★     | ★       | ★★★★★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Ease of Setup       | ★★★★   | ★★★★★   | ★★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Customization       | ★★     | ★★★★    | ★★★★★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Cost Control        | ★★     | ★★★     | ★★★★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Collaboration       | ★★★    | ★       | ★★★★★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Audit Trail         | ★★     | ★       | ★★★★★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DECISION: OPTION 3 - MULTI-MODEL ORCHESTRATION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Rationale: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Enterprise governance requires ADRs and audit logs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Complete control over agent behavior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Repository integration is essential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4. Extensibility for future needs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5. Vendor independence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Specific Frameworks: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LangGraph - Orchestration with human gates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CrewAI - Role-based documentation generation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Custom Python - Repository integration and ADRs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Key Decision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DROVE OUR DECISION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REPOSITORY AWARENESS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"Understand the codebase, not just the document"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Read actual code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Understand existing patterns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Detect changes over time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Reference existing ADRs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DOMAIN SPECIALIZATION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"Five specialists, not one generalist"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Functional: Requirements and boundaries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Security: Vulnerabilities and compliance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Data: Schema and lifecycle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DevOps: CI/CD and cloud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Reliability: Performance and fault tolerance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GOVERNANCE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"Documentation, auditing, approval"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Automated ADR generation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Audit trail for compliance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Human-in-the-loop gates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Permission management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Cost tracking and budgets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ADR - Our First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ARCHITECTURAL DECISION RECORD (ADR) 0001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Purpose: Document our adoption strategy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Structure: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 ADR 0001: Adopt Multi-Agent Orchestration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Status: ACCEPTED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Date: 2026-08-03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Context: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Single architects have blind spots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Inconsistent coverage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No audit trail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Scaling issues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Decision: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Use Multi-Model Orchestration Frameworks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LangGraph + CrewAI + Custom Python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Rationale: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Enterprise governance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Complete control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Repository integration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Extensibility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Consequences: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+ Comprehensive reviews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+ Formal ADRs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+ Audit trail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Added complexity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- Infrastructure cost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Key Learning: ADRs document WHY decisions are made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Setting Up Development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DEVELOPMENT SETUP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Project Structure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multi-agent-arch-review/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src/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├── agents/           # 5 specialized agents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├── orchestration/    # LangGraph + CrewAI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├── repository/       # Git + RAG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├── governance/       # Permissions + ADRs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└── utils/            # Config + logging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docs/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├── designs/          # Documents to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└── adrs/             # Generated ADRs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tests/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 logs/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Virtual Environment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python3.11 -m venv venv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source venv/bin/activate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Dependencies (requirements.txt)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openai&gt;=1.6.0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langgraph&gt;=0.0.20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crewai&gt;=0.28.0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gitpython&gt;=3.1.0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sentence-transformers&gt;=2.2.0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pydantic&gt;=2.5.0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rich&gt;=13.7.0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4. Configuration (.env)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OPENAI_API_KEY=sk-...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DEFAULT_MODEL=gpt-4-turbo-preview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REVIEW_BUDGET_USD=5.00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LOG_LEVEL=INFO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5. Verify Setup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config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Base Agent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BASE AGENT - Foundation for All Specialists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Abstract Base Class: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class BaseAgent(ABC):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__init__(self, name: str, model: Optional[str] = None):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self.settings = get_settings()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self.logger = get_logger(name)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self._init_llm_client()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@abstractmethod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review(self, document: str) -&gt; Dict[str, Any]: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"""Review a document and return structured findings"""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pass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@abstractmethod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get_prompt(self, document: str) -&gt; List[Dict[str, str]]: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"""Generate the prompt messages"""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pass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_call_llm(self, messages, temperature=None):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"""Call the LLM with cost tracking"""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Supports OpenAI, Anthropic, DeepSeek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Tracks tokens and costs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Handles retries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pass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Key Features: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Supports multiple LLM providers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Cost tracking built-in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Consistent interface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Error handling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Logging and context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Inheritance: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BaseAgent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FunctionalAgent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SecurityAgent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DataAgent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DevOpsAgent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 ReliabilityAgent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Cost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COST TRACKING AND BUDGET MANAGEMENT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Cost Tracking Structure: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@dataclass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class CostEntry: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timestamp: datetime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agent_name: str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model: str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input_tokens: int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output_tokens: int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cost_usd: float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class CostTracker: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add_entry(entry: CostEntry)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total_cost() -&gt; float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cost_by_agent() -&gt; Dict[str, float]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cost_by_model() -&gt; Dict[str, float]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format_report() -&gt; str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Typical Costs: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Model          | Input/1K | Output/1K | per Review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GPT-4 Turbo    | $0.01    | $0.03     | ~$0.24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GPT-3.5 Turbo  | $0.0005  | $0.0015   | ~$0.012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DeepSeek       | $0.0001  | $0.0002   | ~$0.0025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CLI Commands: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View cost report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cost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JSON format for integration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cost --format json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Budget Controls: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REVIEW_BUDGET_USD in .env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Automatic warnings when approaching limit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Stop execution if exceeded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Helvetica Neue"/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DOMAIN SPECIALIZATION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Five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THE FIVE QUALITY DOMAINS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DOMAIN              | FOCUS AREAS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FUNCTIONAL          | Requirements completeness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Domain boundaries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User journeys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API contracts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SECURITY            | OWASP compliance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STRIDE threat modeling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Authentication/authorization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Encryption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Secrets management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DATA                | Schema normalization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Data lifecycle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Migration strategy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Consistency models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Backup/recovery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DEVOPS              | CI/CD pipeline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Containerization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Infrastructure as Code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Monitoring/alerting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Cost optimization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RELIABILITY         | Observability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Caching strategy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Fault tolerance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Performance requirements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| Rate limiting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Each domain = One specialized agent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Validation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VALIDATION MATRIX - The Checklist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Each domain has a structured checklist: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SECURITY VALIDATION CHECKLIST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CRITICAL: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No hardcoded secrets in code/config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OWASP Top 10 vulnerabilities addressed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Authentication/authorization properly designed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Data encryption at rest and in transit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HIGH: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STRIDE threat modeling performed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Input validation and output encoding specified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Session management is secure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MEDIUM: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Audit logging is designed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Error handling doesn't leak information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Security headers configured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LOW: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Security scanning in CI/CD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☐ Security training documentation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Structure: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Check ID (e.g., SEC-001)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Description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Priority (Critical/High/Medium/Low)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Examples of violations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Suggestions for fixes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Building a Domain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BUILDING A DOMAIN AGENT: Security Example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Create the Agent Class: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from src.agents.base_agent import BaseAgent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from src.prompts.validation_matrix import get_validation_matrix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class SecurityAgent(BaseAgent):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__init__(self, model: str = None):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super().__init__("SecurityAgent", model)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self.matrix = get_validation_matrix("security")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Define the Prompt: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get_prompt(self, document: str) -&gt; List[Dict[str, str]]: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system_prompt = f"""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You are the Security Architecture Agent.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Evaluate against this checklist: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{self.matrix.to_prompt()}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Return JSON with: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summary: Overall assessment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findings: List of issues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overall_risk: LOW/MEDIUM/HIGH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score: 0-100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"""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return [{"role": "system", "content": system_prompt}]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Implement the Review: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review(self, document: str) -&gt; Dict[str, Any]: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messages = self.get_prompt(document)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response = self._call_llm(messages)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 = json.loads(extract_json(response))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result['score'] = calculate_score(result['findings'])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return result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Security Agent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SECURITY AGENT - Sample Output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Input Design Document: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### Security Considerations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All payment endpoints use HTTPS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JWT tokens required for all endpoints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Database credentials in config.yaml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No rate limiting specified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Missing CSRF protection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Security Agent Findings: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`json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"summary": "Security issues found that need addressing",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"findings": [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"check_id": "SEC-001",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"status": "FAIL",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"severity": "CRITICAL",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"evidence": "'Database credentials in config.yaml'",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"recommendation": "Use environment variables or Vault"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"check_id": "SEC-002",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"status": "FAIL",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"severity": "HIGH",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"evidence": "No rate limiting specified",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"recommendation": "Implement rate limiting with Redis"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"check_id": "SEC-003",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"status": "FAIL",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"severity": "HIGH",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"evidence": "Missing CSRF protection",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"recommendation": "Implement CSRF tokens for all state-changing operations"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"overall_risk": "HIGH",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"score": 62.5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Five Agents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THE FIVE AGENTS - Quick Reference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AGENT          | FOCUS                  | KEY CHECKS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Functional     | Requirements           | Use cases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Domain boundaries      | API design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User journeys          | Events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Security       | OWASP Top 10          | Auth/NZ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STRIDE threats        | Encryption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Compliance            | Secrets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Data           | Normalization         | Constraints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Data lifecycle        | Indexing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Migration             | Backup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DevOps         | CI/CD                 | Container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IaC                   | Monitoring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Cost optimization     | DR/HA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Reliability    | Observability         | Caching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Fault tolerance       | Performance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| Rate limiting         | Capacity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Each agent: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Has a validation matrix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Follows a structured prompt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Returns JSON findings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Provides evidence and recommendations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Calculates a score (0-100)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Agent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PROMPT ENGINEERING FOR AGENTS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Anatomy of a Good Agent Prompt: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ROLE/PERSONA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"You are a Security Architect with 15 years of experience..."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TASK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"Review this design document for OWASP Top 10 vulnerabilities..."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CHECKLIST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"Validate against: [validation matrix]"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4. CONTEXT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"The system uses JWT authentication and PostgreSQL..."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5. FORMAT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"Return JSON with: summary, findings, severity, evidence, recommendations"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6. EXAMPLES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"Good finding: Missing CSRF protection on /api/payments"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Why This Works: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Sets clear expectations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Provides structure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Includes specific criteria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Gives examples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Enforces consistent output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Validation Matrix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VALIDATION MATRIX - Data Domain Example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get_data_matrix() -&gt; DomainMatrix: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checks = [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"id": "DATA-001",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"description": "Database schema is properly normalized",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"priority": "critical",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"examples": [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"Duplicate data across tables",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"Missing foreign keys"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"suggestions": "Aim for 3NF, use denormalization only for performance"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"id": "DATA-002",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"description": "Data types and constraints are specified",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"priority": "critical",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"examples": [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"Missing NOT NULL constraints",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"Undefined column data types"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"suggestions": "Define all column types, lengths, and constraints"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"id": "DATA-003",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"description": "Data lifecycle and retention policies defined",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"priority": "high",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"examples": [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"No archiving strategy",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"Unclear deletion policy"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"suggestions": "Define data retention periods"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return DomainMatrix("Data", checks)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Usage in Agent: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matrix = get_validation_matrix("data")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prompt = f"Validate against:\n{matrix.to_prompt()}"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Testing the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TESTING AGENTS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Individual Agent Test: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-c 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from src.agents.security_agent import SecurityAgent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from pathlib import Path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 = SecurityAgent()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doc = Path('docs/designs/sample.md').read_text()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 = agent.review(doc)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print(f'Score: {result.get(\"score\")}%')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print(f'Findings: {len(result.get(\"findings\", []))}')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print(f'Risk: {result.get(\"overall_risk\")}')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Expected Output: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Score: 62.5%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Findings: 4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Risk: HIGH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All Agents Test: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for agent in functional security data devops reliability; do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echo "Testing $agent agent..."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-c 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from src.agents.${agent}_agent import ${agent^}Agent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 = ${agent^}Agent()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 = agent.review(test_document)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print(f'  Score: {result[\"score\"]}%')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done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Verification Checklist: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Agent initializes correctly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Prompt includes validation matrix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Response is valid JSON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Score is calculated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Findings are structured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Evidence is provided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Agent Results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AGGREGATING AGENT RESULTS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Input: Five Agent Results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`json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"functional": {"score": 88, "risk": "LOW", "findings": [...], "summary": "..."},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"security": {"score": 62, "risk": "HIGH", "findings": [...], "summary": "..."},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"data": {"score": 78, "risk": "MEDIUM", "findings": [...], "summary": "..."},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"devops": {"score": 82, "risk": "MEDIUM", "findings": [...], "summary": "..."},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"reliability": {"score": 70, "risk": "MEDIUM", "findings": [...], "summary": "..."}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Aggregation Logic: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1. Calculate aggregate score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total_score = sum(r['score'] for r in results.values())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avg_score = total_score / len(results)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2. Determine overall risk (highest wins)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risk_levels = {'LOW': 0, 'MEDIUM': 1, 'HIGH': 2}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overall_risk = max(results, key=lambda r: risk_levels[r['risk']])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3. Count total findings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total_findings = sum(len(r['findings']) for r in results.values())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4. Count critical findings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critical = sum(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 for r in results.values()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for f in r['findings']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if f.get('severity') == 'CRITICAL'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Output: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Score: 76%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Risk: HIGH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Total Findings: 28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Critical: 4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High: 8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Simple Orchestrator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SIMPLE ORCHESTRATOR - Sequential Execution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Orchestrator Flow: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START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Functional Agent ──▶ SECURITY Agent ──▶ DATA 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RELIABILITY 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DevOps Agent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Aggregate Results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Generate Report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CLI Command: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review -d docs/design.md --mode multi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Output: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🚀 Starting Multi-Agent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Document: design.md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Agents: 5 specialized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Functional: 88% (LOW)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Security: 62% (HIGH)  ⚠️ Critical issues found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Data: 78% (MEDIUM)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DevOps: 82% (MEDIUM)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Reliability: 70% (MEDIUM)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📊 Overall Summary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Score: 76%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Risk: HIGH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Findings: 28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Critical: 4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High: 8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Key Feature: Simple but effective coordination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Demo - Reviewing 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DEMO: Sample Design Review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Design Document: payment-service.md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### Security Considerations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All payment endpoints use HTTPS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JWT tokens required for all endpoints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Database credentials in config.yaml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No rate limiting specified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 Command: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review -d docs/designs/payment-service.md -v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📋 Starting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Reviewing: payment-service.md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Model: gpt-4-turbo-preview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Provider: openai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Review Complete!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📊 Summary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Overall Assessment: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Design has critical security issues...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Risk Level: HIGH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Decision: REJECT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📝 Detailed Findings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┌──────────┬──────────────────────────────────────────────┐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Domain   │ Findings &amp; Recommendations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├──────────┼──────────────────────────────────────────────┤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SECURITY │ ❌ Hardcoded credentials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│ → Use environment variables or Vault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│ ❌ No rate limiting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│ → Implement rate limiting with Redis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└──────────┴──────────────────────────────────────────────┘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Multi-Agent vs Single-Agent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MULTI-AGENT VS SINGLE-AGENT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Single Agent (GPT-4 only):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Time: ~15s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Cost: ~$0.04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Findings: 12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Coverage: 60%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Issues Found: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Functional: 3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Security: 3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Data: 2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DevOps: 2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Reliability: 2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Multi-Agent (5 Specialists):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Time: ~70s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Cost: ~$0.24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Findings: 28 (+133%)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Coverage: 95% (+58%)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Issues Found: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Functional: 6 (+100%)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Security: 8 (+167%)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Data: 6 (+200%)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DevOps: 4 (+100%)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Reliability: 4 (+100%)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Key Insights: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133% more issues found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167% more security issues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58% better coverage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80% cost increase for 133% better results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ROI: Excellent for critical systems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Helvetica Neue"/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FRAMEWORK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Orchestration Framework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IS ORCHESTRATION?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Orchestration = Coordinating Multiple Agents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Without Orchestration: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User → Functional → (end)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User → Security → (end)  ✗ Manual, no coordination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User → Data → (end)       ✗ Inconsistent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With Orchestration: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Orchestrator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Functional 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Security 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Data ────────────┤──► Aggregate → Report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DevOps 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 Reliability 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Orchestration Provides: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Structured workflows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State management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Human-in-the-loop gates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Checkpoint/resume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Error handling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Agent communication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Audit trails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The Five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ORCHESTRATION FRAMEWORKS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1. LANGGRAPH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State graphs with checkpoints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Strengths: Human-in-loop, persistence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2. CREWAI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Role-based teams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Strengths: Collaboration, hierarchy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3. AUTOGEN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Multi-agent conversations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Strengths: Agent-to-agent communication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4. OPENAI SWARM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Lightweight coordination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Strengths: Simplicity, ease of use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5. METAGPT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Software development simulation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Strengths: Full software lifecycle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Which We Use: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Primary: LangGraph (Orchestration with human gates)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Secondary: CrewAI (Documentation generation)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Custom: Python (Repository integration, ADRs)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Framework Comparison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FRAMEWORK COMPARISON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Criterion        | LG  | Crew | Auto | Swarm | MetaGPT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State Management | ★★★★★| ★★★ | ★★★★ | ★★   | ★★★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Human-in-Loop    | ★★★★★| ★★  | ★★★★ | ★★   | ★★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Checkpoint/Resume| ★★★★★| ★★  | ★★★  | ★    | ★★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Agent Collab     | ★★★★ | ★★★★★| ★★★★★| ★★★★| ★★★★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Ease of Use      | ★★★  | ★★★★| ★★★  | ★★★★★| ★★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Enterprise Gov   | ★★★★★| ★★★ | ★★★  | ★★   | ★★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Documentation    | ★★★★★| ★★★★| ★★★★ | ★★★  | ★★★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Community        | ★★★★★| ★★★★| ★★★★ | ★★★  | ★★★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Our Selection: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PRIMARY: LANGGRAPH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• Best for stateful workflows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• Excellent human-in-loop support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• Checkpointing built-in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SECONDARY: CREWAI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• Best for team collaboration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• Natural role-based design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• Excellent documentation generation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LangGraph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LANGGRAPH - State Graph Orchestration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Graph Structure: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State: 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document: "...",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scores: {},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findings: [],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human_approval: None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START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└──────┬──────┘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INITIALIZE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└──────┬──────┘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AGENT_1    │──┐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└──────┬──────┘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┌─────────────┐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AGENT_2    │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└──────┬──────┘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┌─────────────┐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AGENT_N    │◄─┘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└──────┬──────┘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AGGREGATE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└──────┬──────┘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HUMAN_GATE  │──► APPROVE/REJECT/RETRY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└──────┬──────┘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REPORT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Key Features: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Checkpointing (save/restore state)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Human-in-loop (pause for approval)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Conditional branching (based on state)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Error recovery (retry failed nodes)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CrewAI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CREWAI - Role-Based Collaboration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Team Structure: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CREW: Documentation Team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WRITER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Role: Technical Writer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Goal: Create initial documentation draft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Backstory: 15 years experience writing architecture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documentation for Fortune 500 companies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EDITOR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Role: Documentation Editor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Goal: Polish and refine the writing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Backstory: Senior editor with eagle eye for errors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REVIEWER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Role: Documentation Reviewer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Goal: Ensure completeness and accuracy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Backstory: Principal architect who's reviewed 100+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design documents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FORMATTER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Role: ADR Formatter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Goal: Format as MADR-compliant ADR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Backstory: Documentation specialist focused on ADRs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Process: Sequential (Writer → Editor → Reviewer → Formatter)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Building the LangGraph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BUILDING THE LANGGRAPH WORKFLOW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Step 1: Define State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class ReviewState(TypedDict):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document: str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functional_result: Optional[Dict]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security_result: Optional[Dict]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data_result: Optional[Dict]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devops_result: Optional[Dict]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reliability_result: Optional[Dict]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human_approval: Optional[bool]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aggregated_score: Optional[float]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overall_risk: Optional[str]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Step 2: Create Nodes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run_functional(state: ReviewState) -&gt; ReviewState: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 = FunctionalAgent()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 = agent.review(state['document'])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state['functional_result'] = result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return state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Similarly for other agents...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Step 3: Define Graph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workflow = StateGraph(ReviewState)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workflow.add_node("functional", run_functional)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workflow.add_node("security", run_security)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... add more nodes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workflow.add_edge("functional", "security")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Step 4: Add Human Gate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workflow.add_node("human_review", human_review_node)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workflow.add_conditional_edges(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"human_review",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after_human_review,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{"approved": "report", "rejected": END}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Human-in-the-Loop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HUMAN-IN-THE-LOOP GATES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Why Human Gates?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Critical decisions need human judgment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AI can miss nuance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Compliance requires approval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Builds trust in the system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Provides accountability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human_review_node(state: ReviewState) -&gt; ReviewState: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print(f"Review ID: {state['review_id']}")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print(f"Aggregate Score: {state['aggregated_score']}%")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print(f"Overall Risk: {state['overall_risk']}")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print(f"Critical Findings: {state['critical_findings']}")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print("\nOptions:")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print("  1. APPROVE - Proceed")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print("  2. REJECT - Stop")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print("  3. RETRY - Re-run agents")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choice = input("Enter choice (1/2/3): 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state['human_approval'] = choice == "1"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state['human_comments'] = input("Comments: 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return state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Gate Display: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========== HUMAN REVIEW GATE ==========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 ID: review_20260803_143022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Score: 76%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Risk: MEDIUM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Findings: 12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Critical: 2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Options: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APPROVE - Proceed with report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REJECT - Stop the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RETRY - Re-run the agents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Enter choice (1/2/3): 1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Comments: "Approve, track security issues"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Checkpointing &amp; Resume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CHECKPOINTING AND RESUME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Why Checkpointing?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❌ Long-running workflows can fail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❌ API errors interrupt execution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❌ Network issues cause disconnections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❌ Manual interruptions happen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Checkpoints prevent starting over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from langgraph.checkpoint import SqliteSaver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Setup checkpointing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checkpoint_dir = Path("logs/checkpoints")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checkpoint_saver = SqliteSaver(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str(checkpoint_dir / "reviews.db")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Compile with checkpointing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compiled_graph = graph.compile(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checkpointer=checkpoint_saver,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interrupt_after=["human_review_node"]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Resume a workflow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config = {"configurable": {"thread_id": "review_20260803_143022"}}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 = compiled_graph.invoke(None, config=config)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CLI Commands: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List checkpoint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list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Resume a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resume --thread-id review_20260803_143022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Benefits: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Zero progress loss on failures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Resumable after interruptions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Production-ready reliability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Supports human approval gates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CrewAI Documentation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CREWAI DOCUMENTATION GENERATION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 Definitions: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writer = Agent(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role="Technical Writer",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goal="Create comprehensive documentation",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backstory="15 years experience writing architecture docs",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llm=ChatOpenAI(model="gpt-4-turbo-preview")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editor = Agent(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role="Documentation Editor",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goal="Polish and refine writing",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backstory="Senior editor with eagle eye for errors",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llm=ChatOpenAI(model="gpt-4-turbo-preview")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Task Definition: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task = Task(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description=f"Create documentation from review results:\n{summary}",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agent=writer,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expected_output="Architecture review report in Markdown"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Team Execution: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crew = Crew(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agents=[writer, editor, reviewer],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tasks=[task1, task2, task3],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process=Process.sequential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 = crew.kickoff()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Generated Outputs: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📄 architecture-review-report.md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📄 adr-review-decision.md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📄 review-summary.txt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Unified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UNIFIED ORCHESTRATOR - LangGraph + CrewAI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Architecture: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UNIFIED ORCHESTRATOR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┌───────────────────────────────────────────────────┐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         LANGGRAPH WORKFLOW                      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INIT → Functional → Security → Data → DevOps → 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Reliability → Aggregate → Human Gate → Report   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└───────────────────────────────────────────────────┘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│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▼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┌───────────────────────────────────────────────────┐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         CREWAI TEAM                             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Writer → Editor → Reviewer → Formatter          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└───────────────────────────────────────────────────┘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Result: Complete review + Documentation + ADR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class UnifiedOrchestrator: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__init__(self):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self.langgraph = LangGraphOrchestrator()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self.crew = DocumentationCrew()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review_and_document(self, document: str):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Step 1: LangGraph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review_results = self.langgraph.review(document)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Step 2: CrewAI documentation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docs = self.crew.generate_documentation(review_results)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return {review_results, docs}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CLI Command: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review -d design.md --mode unified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Benefits: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Best of both frameworks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Single command execution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Complete output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Production-ready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Orchestration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DEMO: Full Orchestration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Command: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review -d docs/designs/payment-service.md --mode unified -v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Execution Flow: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🚀 Starting Unified Review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LangGraph Workflow: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Initializing...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Functional Agent (88%)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Security Agent (62%)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Data Agent (78%)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DevOps Agent (82%)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Reliability Agent (70%)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Human Review Gate: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Score: 76%  Risk: MEDIUM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Critical: 2  High: 4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Options: 1=Approve, 2=Reject, 3=Retry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Enter: 1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Comments: "Fix security issues"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CrewAI Documentation: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Writer: Creating draft...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Editor: Polishing...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Reviewer: Validating...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✓ Formatter: Generating ADR...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Complete!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Generated: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docs/outputs/review-report.md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docs/adrs/adr-0002-payment-service.md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docs/outputs/review-summary.txt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Orchestration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ORCHESTRATION SUMMARY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We Built: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LangGraph workflow with 10+ nodes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Checkpointing with SQLite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Human-in-the-loop gates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CrewAI documentation team (4 agents)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Unified orchestrator integrating both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Key Capabilities: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Capability          | Implementation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State Management   | LangGraph StateGraph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Checkpoint/Resume  | SQLiteSaver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Human Gates        | interrupt_after + conditional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Agent Collab       | CrewAI sequential process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Documentation      | 4-role CrewAI team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ADR Generation     | MADR format with formatter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Benefits: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Production-ready reliability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Human oversight where needed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Complete documentation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Audit trail for compliance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Ready for deployment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Helvetica Neue"/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PRODUCTION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Production Governance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PRODUCTION GOVERNANCE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We Need for Production: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1. REPOSITORY AWARENESS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Read actual code and documents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Understand existing patterns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Detect changes over time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2. RAG (Retrieval-Augmented Generation)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Semantic search over codebase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Retrieve relevant context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Provide evidence for findings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3. ADR AUTOMATION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Generate ADRs automatically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MADR format compliance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Decision documentation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4. PERMISSIONS &amp; SANDBOXING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Role-based access control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Restricted operations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Audit trail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5. AUDIT LOGGING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Every action recorded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Compliance ready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Full traceability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Repository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REPOSITORY SCANNER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Git repository integration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File type detection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Content extraction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Change detection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Context building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File Type Detection: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DESIGN_PATTERNS = [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r".*design.*\.md$",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r".*architecture.*\.md$",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r".*spec.*\.md$"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]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ADR_PATTERNS = [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r"adr.*\.md$",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r"decision.*\.md$"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]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SOURCE_PATTERNS = [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r".*\.py$",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r".*\.js$",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r".*\.go$"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Scan Results: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`json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"files": [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"path": "docs/designs/payment.md",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"type": "design_doc",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"size": 12345,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"hash": "abc123...",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"content_preview": "...",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"git": 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"last_commit": "hash",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"last_author": "Sarah Chen"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"context": 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"design_doc": [...],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"adr": [...],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"source": [...]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"changes": [...]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RAG (Retrieval-Augmented Generation)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RAG - REPOSITORY AWARENESS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is RAG?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Retrieval-Augmented Generation = Search + Context + AI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Without RAG: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Agent: "I only see the design document"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Agent: "I don't know what existing code does"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Agent: "I can't reference other ADRs"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Result: Limited, isolated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With RAG: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Agent: "I found similar patterns in auth.py"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Agent: "I see ADR 0001 used PostgreSQL"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Agent: "I found a performance issue pattern"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Result: Rich, context-aware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class RAGContext: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__init__(self, repo_path: Path):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self.model = SentenceTransformer("all-MiniLM-L6-v2")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self.scanner = RepositoryScanner(repo_path)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search(self, query: str, top_k: int = 5):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Embed all files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Compute similarities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Return top matches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 get_context_for_agent(self, agent_name: str, query: str):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results = self.search(query, top_k=3)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return format_context(results)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RAG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RAG IN ACTION - Example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User Review Request: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Review: docs/designs/payment-service.md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Query: "Payment processing design patterns"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RAG Search Results: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File: src/payments/auth.py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Similarity: 0.85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Content: "JWT tokens with 15-minute expiration..."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Related: ADR 0003 (Authentication Strategy)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File: docs/adrs/adr-0001-database-choice.md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Similarity: 0.78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Content: "PostgreSQL chosen for ACID compliance..."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File: src/payments/rate_limiter.py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Similarity: 0.72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Content: "Redis-based rate limiting: 100 req/min"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 Uses RAG Context: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Security Agent: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"Based on existing pattern in auth.py, JWT tokens have 15-min expiry."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"Payment design doesn't mention expiry - should add it."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Reliability Agent: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"Rate limiting pattern exists in rate_limiter.py."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"Payment design doesn't reference it - should integrate."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Result: 3 additional findings from codebase awareness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Automated ADR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AUTOMATED ADR GENERATION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ADR Generator Flow: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 Results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Extract Key Decisions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Determine Status (Approved/Conditional/Rejected)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Build ADR Content (MADR Format)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▼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Save to docs/adrs/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ADR Content Includes: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`markdown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ADR 0002: Payment Service Review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Status: CONDITIONALLY APPROVED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Date: 2026-08-03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Context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 found 12 issues, 2 critical.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Decision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Conditionally approved subject to security fixes.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Critical Issues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Add rate limiting on login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Implement encryption at rest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Consequences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+ Comprehensive review completed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Implementation delayed until fixes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References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Review: review_20260803_143022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ADR 0001: Authentication Strategy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CLI Command: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generate-adr --review-file docs/outputs/review.json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Benefits: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Consistent format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Automatic generation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Review-based evidence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Ready for commit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Permissions &amp; Sandboxing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PERMISSIONS AND SANDBOXING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Why Permissions?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Agents must be restricted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Don't allow arbitrary operations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Protect sensitive files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Compliance requirements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Permission Types: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class Permission(Enum):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READ_DESIGN_DOCS = "read_design_docs"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READ_CODE = "read_code"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READ_CONFIGS = "read_configs"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READ_ADRS = "read_adrs"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GENERATE_ADR = "generate_adr"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GENERATE_REPORT = "generate_report"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WRITE_LOGS = "write_logs"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EXECUTE_SCRIPTS = "execute_scripts"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MAKE_API_CALLS = "make_api_calls"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Role-Based Access: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ROLE_PERMISSIONS = 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'review_agent': 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READ_DESIGN_DOCS, READ_CODE, READ_CONFIGS,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READ_ADRS, MAKE_API_CALLS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'security_agent': 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READ_DESIGN_DOCS, READ_CODE, READ_CONFIGS,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MAKE_API_CALLS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'documentation_agent': 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READ_DESIGN_DOCS, READ_ADRS, GENERATE_ADR,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GENERATE_REPORT, WRITE_LOGS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Sandboxing: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Restrict file operations to workspace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Limit file size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Prevent network access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Resource limits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Audit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AUDIT LOGGING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Audit Entry Structure: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`python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@dataclass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class AuditEntry: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timestamp: str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agent_name: str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action: str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resource: str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result: str  # GRANTED/DENIED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details: Dict[str, Any]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Example Audit Log: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`json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{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"timestamp": "2026-08-03T14:30:22",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"agent_name": "SecurityAgent",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"action": "read_code",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"resource": "src/auth.py",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"result": "GRANTED",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"details": {"role": "security_agent"}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Audit Features: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Every action logged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Who did what, when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Success/failure recorded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Compliance ready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Forensics enabled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CLI: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audit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Time      Agent          Action      Resource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14:30:22  SecurityAgent  read_code   src/auth.py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14:30:25  DataAgent      read_code   src/models.py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14:30:30  DevOpsAgent    write_logs  logs/app.log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Audit Trail Benefits: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Security investigations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Compliance evidence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Performance troubleshooting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Usage analytics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Production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PRODUCTION CLI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All Commands: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Reviews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review.py review -d design.md --repo . --use-rag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Search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review.py search -q "authentication patterns"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ADR Generation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review.py generate-adr -r docs/outputs/review.json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Repository Scanning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review.py scan-repo --repo 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Audit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review.py audit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Cost Report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review.py cost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Status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review.py status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Checkpoints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review.py list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review.py resume --thread-id review_20260803_143022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Rich Terminal Output: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📊 Review Results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Status: CONDITIONALLY APPROVED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Score: 76%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Risk: MEDIUM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Findings: 12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Critical: 2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Approved: True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🤖 Agent Performance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┌────────────┬─────────┬──────────┬──────────┐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Agent      │ Score   │ Risk     │ Findings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├────────────┼─────────┼──────────┼──────────┤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FUNCTIONAL │ 88%     │ LOW      │ 3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SECURITY   │ 62%     │ HIGH     │ 5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└────────────┴─────────┴──────────┴──────────┘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Complete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COMPLETE SYSTEM ARCHITECTURE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CLI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(review.py)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Unified Orchestrator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┌──────────────────────────────────────────────────┐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         LangGraph Workflow                     │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Init → Functional → Security → Data → DevOps → │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Reliability → Aggregate → Human Gate → Report  │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└──────────────────────────────────────────────────┘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┌──────────────────────────────────────────────────┐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       CrewAI Documentation Team                │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Writer → Editor → Reviewer → Formatter          │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└──────────────────────────────────────────────────┘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Support Systems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┌──────────────┐  ┌──────────────┐  ┌──────────────┐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Repository   │  │     RAG      │  │ Governance   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 Scanner    │  │   Context    │  │ - Permissions│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│              │  │              │  │ - Sandbox    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└──────────────┘  └──────────────┘  │ - Audit     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┌──────────────┐ │ - ADR Gen   │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│   Cost       │ └──────────────┘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│   Tracker    │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└──────────────┘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DEPLOYMENT CHECKLIST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Pre-Deployment: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Python 3.11+ installed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Virtual environment created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Dependencies installed (requirements.txt)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.env configured with API keys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Git repository initialized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Project structure verified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Configuration: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API keys valid (OpenAI, Anthropic, or DeepSeek)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REVIEW_BUDGET_USD set appropriately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Log_level configured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Model selected (default and secondary)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Environment set (development/production)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Testing: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Config command works (review.py config)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Single agent test passes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Multi-agent test passes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RAG test passes (if using)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Cost tracking works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Production Readiness: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Permissions configured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Sandboxing enabled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Audit logging enabled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Checkpoint directory accessible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Log directory writable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Monitoring in place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Deployment: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Code pushed to repository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CI/CD pipeline configured (optional)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Docker container built (optional)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Environment variables set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System status check (review.py status)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□ First review test run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Demo - Complete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DEMO: Complete Production Workflow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Run Review: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$ python review.py review -d docs/designs/payment.md --repo . --use-rag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System Processes: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📖 Reading: payment.md (1,234 lines)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🔍 Scanning repository...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💾 Building RAG context...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🤖 Starting 5 agent review...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Functional: 88%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Security: 62% ⚠️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Data: 78%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DevOps: 82%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Reliability: 70%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Human Gate: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========== HUMAN REVIEW GATE ==========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Score: 76%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Risk: MEDIUM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Findings: 12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Critical: 2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Options: 1=Approve, 2=Reject, 3=Retry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Enter: 1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Comments: "Fix security issues"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4. Documentation: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📝 Generating documentation...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Writer: Draft created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Editor: Polished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Reviewer: Validated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Formatter: ADR generated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5. Outputs: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Complete!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Generated: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📄 docs/outputs/review-report.md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📄 docs/adrs/adr-0002-payment-service.md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📄 docs/outputs/review-summary.txt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📄 docs/outputs/review.json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Demo - Results &amp; ADR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DEMO: Review Results &amp; Generated ADR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 Summary: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📊 Review Results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Status: CONDITIONALLY APPROVED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Score: 76%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Risk: MEDIUM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Findings: 12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Critical: 2 (Security issues)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High: 4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Approved: True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Comments: "Fix security issues before release"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Generated ADR: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`markdown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ADR 0002: Payment Service Architecture Review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Status: CONDITIONALLY APPROVED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Decision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The design is conditionally approved. Security issues must be fixed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before implementation begins.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Critical Issues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Add rate limiting on login endpoint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Implement encryption at rest for PII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Recommended Fixes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Add audit table for payment changes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4. Implement load testing in CI/CD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## References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Review ID: review_20260803_143022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Full Report: docs/outputs/review-report.md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Ready for Repository Commit!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Helvetica Neue"/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PRIMERS &amp; APPENDICES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Primer 1 -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PRIMER: UNDERSTANDING AI AGENTS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is an AI Agent?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Perceives (reads documents, APIs)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Reasons (analyzes, decides)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Acts (generates responses, takes actions)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Learns (improves from feedback)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 Components: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1. BRAIN (LLM)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Understands language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Reasons about problems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Makes decisions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2. MEMORY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Short-term: Current conversation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Long-term: Past interactions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External: Documents, databases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3. TOOLS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APIs, Files, Code execution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4. GOALS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What to achieve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Success criteria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 Decision Loop: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OBSERVE → REASON → ACT → EVALUATE → (repeat)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Primer 2 - Architecture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PRIMER: ARCHITECTURE DESIGN REVIEWS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is an Architecture Review?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Structured process to examine proposed system design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The Five Quality Attributes: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ATTRIBUTE     | WHAT WE CHECK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FUNCTIONAL    | Requirements, boundaries, journeys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SECURITY      | OWASP, authentication, encryption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DATA          | Schema, lifecycle, consistency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DEVOPS        | CI/CD, containerization, monitoring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RELIABILITY   | Performance, fault tolerance, caching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Why Reviews Matter: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Catch problems early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Save time and money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Build confidence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Document decisions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Learn from feedback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Single vs. Multi-Agent: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Single Agent:   One generalist, limited coverage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Multi-Agent:    Five specialists, comprehensive coverage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Primer 3 - ADRs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PRIMER: ARCHITECTURAL DECISION RECORDS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is an ADR?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 formal document capturing an important architectural decision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ADR Structure (MADR Format):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 ADR {NUMBER}: {TITLE}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## Status: PROPOSED | ACCEPTED | DEPRECATED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## Date: YYYY-MM-DD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## Context: Why is this decision needed?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## Decision: What was decided?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## Rationale: Why was it decided?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## Consequences: What are the effects?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## Alternatives: What else was considered?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## References: Related documents and ADRs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Why ADRs Matter: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Document WHY decisions were made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Provide context for future teams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Prevent rehashing old debates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Create a permanent decision log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Enable better decision-making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Our System Generates ADRs Automatically!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Manual: ~80 minutes per ADR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Automated: ~4 minutes per ADR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Appendix A - Setup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APPENDIX A: COMPLETE SETUP GUIDE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Project Structure: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multi-agent-arch-review/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src/agents/          # 5 specialized agents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src/orchestration/   # LangGraph + CrewAI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src/repository/      # Git + RAG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src/governance/      # Permissions + ADRs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src/utils/           # Config + logging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docs/designs/        # Documents to 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docs/adrs/           # Generated ADRs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├── logs/                # Logs and checkpoints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 tests/               # Test suite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Dependencies (requirements.txt):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openai&gt;=1.6.0           # LLM API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langgraph&gt;=0.0.20       # Orchestration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crewai&gt;=0.28.0          # Documentation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gitpython&gt;=3.1.0        # Repository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sentence-transformers&gt;=2.2.0  # RAG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pydantic&gt;=2.5.0         # Validation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rich&gt;=13.7.0            # Output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Configuration (.env):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OPENAI_API_KEY=sk-...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DEFAULT_MODEL=gpt-4-turbo-preview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REVIEW_BUDGET_USD=5.00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LOG_LEVEL=INFO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Quick Start: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python3.11 -m venv venv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source venv/bin/activate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pip install -r requirements.txt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config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Appendix B - Agent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APPENDIX B: AGENT CONFIGURATION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 Configuration File (YAML):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`yaml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agent: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name: "SecurityAgent"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role: "Security Architecture Specialist"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description: "Reviews for OWASP and vulnerabilities"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model: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preferred_model: "gpt-4-turbo-preview"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temperature: 0.1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max_tokens: 4096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persona: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background: |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Principal security architect with 15 years experience.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CISSP and CSSLP certified.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expertise: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OWASP Top 10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STRIDE threat modeling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Authentication and authorization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validation_matrix: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critical_checks: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"No hardcoded secrets"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"OWASP compliance"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high_priority_checks: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"STRIDE threat modeling"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- "Input validation"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prompt_template: |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You are the {role}.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Validate against: {validation_matrix}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Return JSON: {output_format}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Customization Points: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Model selection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Temperature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Persona background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Expertise list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Validation matrix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Prompt template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Output format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Appendix C -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APPENDIX C: TROUBLESHOOTING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Common Issues &amp; Solutions: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API Key Issues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Error: "OpenAI API key not configured"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Solution: Add OPENAI_API_KEY to .env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Dependency Issues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Error: "ModuleNotFoundError: No module named 'openai'"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Solution: pip install -r requirements.txt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Rate Limiting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Error: "Rate limit exceeded"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Solution: Implement retry with backoff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4. JSON Parse Errors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Error: "Failed to parse JSON"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Solution: Use safe_json_parse() with fallbacks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5. Memory Issues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Error: "MemoryError"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Solution: Use batch processing, limit file sizes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Diagnostic Tool: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scripts/diagnose.py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Quick Fixes: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`bash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Check Python version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--version  # Should be 3.11+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Check dependencies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pip list | grep -E "openai|langgraph|crewai"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Check environment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-c "import os; print(os.getenv('OPENAI_API_KEY', 'Not set'))"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View logs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tail -f logs/app.log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View costs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cost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# System status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python review.py status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Helvetica Neue"/>
              </a:defRPr>
            </a:pPr>
            <a: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</a:defRPr>
            </a:pPr>
            <a:r>
              <a:t>CONCLUSION &amp;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COMPLETE SYSTEM SUMMARY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 We Built: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1. FOUNDATION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Project structure, config, logging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Base Agent class with cost tracking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Single-agent proof of concept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2. DOMAIN SPECIALIZATION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5 specialized agents with validation matrices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Functional, Security, Data, DevOps, Reliability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Comprehensive domain coverage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3. ORCHESTRATION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LangGraph workflow with human gates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CrewAI documentation team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Unified orchestrator integrating both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Checkpointing and resume capability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4. PRODUCTION GOVERNANCE          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Repository awareness and RAG      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Automated ADR generation (MADR format)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Permissions, sandboxing, audit logging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│    • Cost tracking and budget management 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Technical Stack: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Python 3.11+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LangGraph for orchestration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CrewAI for documentation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OpenAI/Anthropic/DeepSeek for LLM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GitPython for repository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Sentence-Transformers for RAG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✅ SQLite for checkpoints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KEY TAKEAWAYS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Multi-Agent Reviews are Superior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133% more issues found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300% more critical issues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Comprehensive coverage across domains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Specialization Matters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Five specialists &gt; one generalist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Structured validation matrices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Domain-specific prompts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Orchestration is Essential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LangGraph for stateful workflows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Human-in-the-loop gates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Checkpointing for reliability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4. Production Governance is Critical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Repository awareness (RAG)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Automated ADRs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Permissions and auditing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5. Cost-Effective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~$0.24 per review (GPT-4)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~$0.012 per review (GPT-3.5)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ROI: Excellent for critical systems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6. Extensible and Configurable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Add new agents easily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Customize prompts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Integrate with existing systems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WHAT'S NEXT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Beyond This System: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Add More Domains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Compliance (GDPR, HIPAA)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Accessibility (WCAG)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Internationalization (i18n)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Performance (specific benchmarks)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Enhance Capabilities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Multi-language support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Interactive dashboards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Historical trend analysis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Automated regression testing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Integration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CI/CD (GitHub Actions, Jenkins)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Jira/Ticket creation for findings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Slack/Teams notifications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Custom report formats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4. Advanced AI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Fine-tuned models for your domain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Local LLM deployment (Llama)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Multi-modal (diagrams, code)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Continuous learning from feedback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5. Scale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Distributed orchestration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Parallel agent execution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Larger repositories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Multiple review streams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The System is a Foundation - Build on It!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Helvetica Neue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QUESTIONS &amp; DISCUSSION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Open Floor for Questions: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Common Questions: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1. How long does a review take?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~70 seconds for a medium document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Varies by document size and model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2. How much does it cost?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~$0.24 for GPT-4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~$0.012 for GPT-3.5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Configurable budget limits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3. Can I use my own LLM?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Yes! Supports OpenAI, Anthropic, DeepSeek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Extensible for other providers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4. Is it secure?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Yes! Permissions, sandboxing, audit logging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No code execution without approval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5. Can I add new agents?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Yes! Extensible base class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Add domains as needed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6. What if I don't have an API key?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Use DeepSeek (most affordable)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Consider local models (Llama)</a:t>
            </a:r>
          </a:p>
          <a:p>
            <a:pPr lvl="1">
              <a:spcAft>
                <a:spcPts val="300"/>
              </a:spcAft>
              <a:defRPr sz="1100">
                <a:solidFill>
                  <a:srgbClr val="282828"/>
                </a:solidFill>
                <a:latin typeface="Helvetica Neue"/>
              </a:defRPr>
            </a:pPr>
            <a:r>
              <a:t>• Start with free tier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Resources: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📄 GitHub: github.com/yourcompany/multi-agent-arch-review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📚 Documentation: docs.example.com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💬 Slack: #arch-review-system</a:t>
            </a:r>
          </a:p>
          <a:p>
            <a:pPr>
              <a:spcAft>
                <a:spcPts val="300"/>
              </a:spcAft>
              <a:defRPr sz="1300">
                <a:solidFill>
                  <a:srgbClr val="282828"/>
                </a:solidFill>
                <a:latin typeface="Helvetica Neue"/>
              </a:defRPr>
            </a:pPr>
            <a:r>
              <a:t>📧 Email: architecture@company.com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