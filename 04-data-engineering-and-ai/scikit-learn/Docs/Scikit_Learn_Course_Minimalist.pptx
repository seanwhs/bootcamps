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Practical Machine Learning with Scikit-Learn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Introduction to the Course and Objectives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Building Production-Ready ML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What is Scikit-Learn?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Core philosophy: Simplicity, consistency, and interoperability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Built on top of NumPy, SciPy, and Matplotlib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industry standard for classical machine learning in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Python ML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Pandas: Data ingestion, manipulation, and tabular structures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NumPy: High-performance numerical arrays and matrix operations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Matplotlib / Seaborn: Exploratory data visualization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Scikit-Learn: Modeling, preprocessing, and evaluation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Universal API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`.fit()`: Learns parameters and patterns from training data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`.transform()`: Applies learned transformations to modify datasets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`.predict()`: Generates outputs or class labels for new observations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`.fit_transform()`: Combines fitting and transforming efficiently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Installation &amp;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Package management via `pip install scikit-learn`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Ensuring version parity across development and production environments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Managing dependencies with requirements files and virtual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Toy Datasets &amp; Loading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Built-in datasets (`sklearn.datasets`) for rapid prototyping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Loading classic benchmarks (Iris, Boston housing, Wine, Breast Cancer)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Generating synthetic datasets for controlled experiments (`make_blobs`, `make_classification`)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Machine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End-to-end architectural roadmap: Ingestion -&gt; Preprocessing -&gt; Modeling -&gt; Evaluation -&gt; Deployment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Avoiding common pitfalls and anti-patterns early in the development 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Tabular 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Feature Matrix ($X$): 2D array of shape `(n_samples, n_features)`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Target Vector ($y$): 1D array of shape `(n_samples,)`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Maintaining structural alignment between rows and columns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Train-Test Split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Partitioning data to prevent evaluation optimism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`train_test_split` utility for random sampling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Maintaining class distributions using stratification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Module 1 Summary &amp;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Review of core API mechanics and data structures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Readiness check before diving into data preprocessing and feature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Why Preprocessing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principle of "Garbage In, Garbage Out"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How raw, unscaled, or incomplete data breaks estimators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Transforming raw domain inputs into clean mathematical matrices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Handling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impact of missing null values (`NaN`) on numerical routines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Imputation strategies: Mean, median, most frequent, or constant values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Implementing `SimpleImputer` within transformation pipelines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Encoding Categorical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Dealing with text and categorical variables in datasets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Ordinal encoding for ordered categorical hierarchies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Preparing strings for mathematical distance calculations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One-Hot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Converting nominal categories into binary true/false indicators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Managing high-cardinality features and sparse matrices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Using `OneHotEncoder` with `handle_unknown='ignore'` for robust production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Feature Scaling: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Centering features to a mean of zero and variance of one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Using `StandardScaler` to stabilize gradient-based and distance-based estimators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Preventing features with larger numeric scales from dominating objective functions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Feature Scaling: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Rescaling features to a fixed boundary range (typically 0 to 1)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Using `MinMaxScaler` for algorithms requiring bounded inputs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Preserving sparsity where applicable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Custom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Extending Scikit-Learn via custom transformer classes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Inheriting from `BaseEstimator` and `TransformerMixin`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Using `FunctionTransformer` for lightweight custom mathematical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Dealing with Outliers and Skewed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Identifying extreme values via statistical thresholds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Log transformations to stabilize heavily skewed distributions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Robust scaling techniques to minimize outlier distortion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Building a Preprocessing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Unifying disparate preprocessing steps into a single object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Using `ColumnTransformer` to route numerical and categorical columns independently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Enforcing clean separation of concerns across features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Module 2 Summary &amp;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Review of data transformation pipelines and structural feature engineering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Preparing preprocessed data for supervised learning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Introduction to 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Mapping input features ($X$) to known target labels ($y$)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Distinguishing between continuous regression and discrete classification tasks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role of optimization and loss minimization during 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Linear Regression: The Baseline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Formulating relationships using linear equations and coefficients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Minimizing Ordinary Least Squares (OLS) error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Understanding baseline assumptions of linearity and independence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Implementing Linear Regression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Instantiating and fitting `LinearRegression` estimators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Inspecting learned coefficients and intercept attributes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Generating continuous numerical predictions on unseen test sets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Regularization: Ridge &amp; Lasso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Combating multicollinearity and overfitting with penalty terms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L2 Regularization (Ridge): Shrinking coefficients smoothly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L1 Regularization (Lasso): Driving irrelevant feature coefficients to zero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Polynomial Regression &amp; Non-linear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Expanding feature spaces with polynomial interaction terms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Balancing model expressiveness with the risk of overfitting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Piping feature generation into linear estimators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Tree-Based Regression: Decision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Making continuous predictions via recursive binary splits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Optimizing split criteria using impurity measures (MSE, Mean Absolute Error)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Managing tree depth to prevent excessive variance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Ensemble Methods: Random Forest Regressor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Combining multiple randomized decision trees via bagging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Reducing variance and improving generalization robustness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Inspecting feature importances derived from tree splits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Advanced Ensembles: Gradient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Iterative residual fitting via boosting techniques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Training sequential trees to correct prior errors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Integration concepts for high-performance gradient-boosted frameworks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Evaluating Regressors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Mean Absolute Error (MAE): Robustness against outliers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Mean Squared Error (MSE) &amp; Root Mean Squared Error (RMSE): Penalizing large misses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R-Squared ($R^2$): Measuring proportion of variance explained by the model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Module 3 Summary &amp;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Review of regression models, regularization strategies, and evaluation metrics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Transitioning from continuous predictions to discrete classification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Introduction to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Predicting categorical class memberships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Decision boundaries in multi-dimensional feature space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Probability estimation versus hard thresholding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Logistic Regression for Binary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Transforming linear outputs via the Sigmoid function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Mapping raw scores to calibrated class probabilities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Optimization solvers (`lbfgs`, `liblinear`) and convergence settings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K-Nearest Neighbors (KNN)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Instance-based learning without explicit training phases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Distance metrics (Euclidean, Manhattan) in feature space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Choosing the optimal value for $K$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Support Vector Machines (SVM) &amp;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Maximizing geometric margins between decision boundaries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Handling non-linear data boundaries using kernel tricks (RBF, Polynomial)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Controlling regularization strength via the $C$ parameter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Decision Trees for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Splitting categorical nodes using Gini impurity and Information Gain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Pruning strategies to control model complexity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Visualizing decision tree structures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Random Forests &amp; Feature Importances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Aggregating classification votes across forest ensembles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Extracting and ranking feature importance metrics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Mitigating overfitting inherent in single deep trees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Handling Imbalanced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perils of accuracy paradoxes in skewed datasets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Adjusting class weights (`class_weight='balanced'`)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Overview of resampling strategies (SMOTE concept)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Evaluating Classifiers: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Breaking down predictions into True Positives, True Negatives, False Positives, and False Negatives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Identifying Type I and Type II errors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Precision, Recall, F1-Score, and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Precision: Minimizing false positives in critical domains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Recall: Minimizing false negatives to capture all true events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F1-Score: Harmonic mean balancing precision and recall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ROC Curves and AUC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Visualizing model performance across varying classification thresholds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Receiver Operating Characteristic (ROC) curve analysis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Area Under the Curve (AUC) as an aggregate ranking metric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Module 4 Summary &amp;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Comprehensive review of classification algorithms and evaluation scorecards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Transitioning from supervised targets to unsupervised discovery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Introduction to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Extracting hidden patterns and structures from unlabeled data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Grouping, compressing, and cleaning without supervisory guidance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Core paradigm shift: No target vector ($y$) provided during training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K-Means Clustering: Algorithm &amp;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Initializing and iteratively updating cluster centroids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Minimizing within-cluster variance (inertia)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Convergence behavior and sensitivity to initial seeding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Implementing K-Means &amp; Finding Optimal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Writing K-Means clustering scripts in Scikit-Learn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Elbow Method: Plotting inertia against cluster counts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Evaluating structural cluster cohesion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Hierarchical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Agglomerative bottom-up clustering trees (dendrograms)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Linkage criteria (ward, complete, average)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Determining natural cluster groupings without pre-specifying $K$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Density-Based Clustering (DBSCAN)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Identifying clusters based on spatial density thresholds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Automatically detecting and separating noise from core clusters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Advantages over K-Means for non-spherical data distributions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Dimensionality Reduction: Why and When?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Curse of Dimensionality in high-feature datasets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Mitigating computational overhead and multicollinearity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Visualizing high-dimensional spaces in 2D or 3D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Principal Component Analysis (PCA)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Linear transformation maximizing variance along orthogonal axes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Computing eigenvalues and eigenvectors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Analyzing explained variance ratios to choose component counts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Evaluating Unsupervised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Silhouette Score: Measuring how similar points are to their own cluster vs. neighbors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Validating clustering quality without ground truth labels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Diagnosing overlapping cluster boundaries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Anomaly Detection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Identifying rare structural outliers and anomalous behavior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Isolation Forest mechanics: Isolating anomalies via random feature splits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Applications in fraud detection and system health monitoring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Module 5 Summary &amp;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Review of unsupervised grouping, dimensionality reduction, and anomaly detection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Preparing for rigorous model evaluation, hyperparameter tuning, and production operations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Danger of Overfitting &amp; 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Recognizing when models memorize training data noise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catastrophic impact of fitting transformers before train-test splits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Enforcing strict architectural boundaries to preserve generalizability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Partitioning training data into $k$ distinct validation folds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Evaluating stability and variance across multiple training runs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Stratified K-Fold cross-validation for imbalanced classification tasks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Hyperparameter Tuning: Grid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Systematically searching exhaustive hyperparameter grids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Combining `GridSearchCV` with cross-validation pipelines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Identifying optimal hyperparameter combinations without manual trial-and-error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Hyperparameter Tuning: Randomized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Sampling random combinations from specified parameter distributions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Scaling search spaces efficiently across large hyperparameter sets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Balancing compute time with search thoroughness via `RandomizedSearchCV`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Automating Workflows with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Encapsulating sequential preprocessing and modeling steps into unified objects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Ensuring transformers and estimators execute in exact sequence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Eliminating manual pipeline execution errors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Combining Transformers and Estimators Cleanly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Orchestrating complex branching workflows with `ColumnTransformer` and `Pipeline`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Passing custom engineered features directly into downstream estimators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Maintaining clean, readable, modular production codebases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Model Persistence: Saving and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Serializing trained pipelines and model artifacts to disk using `joblib`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Avoiding native `pickle` limitations with large NumPy arrays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Preparing model binaries for downstream deployment servers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Best Practices for Production-Ready ML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Enforcing input schema validation at API boundaries using Pydantic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Logging incoming feature distributions to detect data drift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Separating offline training workflows from online real-time inference services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Conclusion &amp; Next Steps in Scikit-Learn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Review of the complete machine learning engineering lifecycle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Transitioning models into production microservices (FastAPI / Docker)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2000">
                <a:solidFill>
                  <a:srgbClr val="000000"/>
                </a:solidFill>
                <a:latin typeface="Helvetica Neue"/>
              </a:defRPr>
            </a:pPr>
            <a:r>
              <a:t>Continuing advanced learning paths in MLOps and distributed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