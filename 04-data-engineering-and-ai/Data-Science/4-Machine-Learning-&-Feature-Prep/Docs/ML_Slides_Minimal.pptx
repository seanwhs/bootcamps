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Arial"/>
              </a:defRPr>
            </a:pPr>
            <a:r>
              <a:t>MASTERING MACHINE LEARNING &amp; PREDICTIVE MODELING</a:t>
            </a:r>
          </a:p>
          <a:p>
            <a:pPr algn="ctr">
              <a:spcBef>
                <a:spcPts val="2000"/>
              </a:spcBef>
              <a:defRPr sz="2000">
                <a:solidFill>
                  <a:srgbClr val="000000"/>
                </a:solidFill>
                <a:latin typeface="Arial"/>
              </a:defRPr>
            </a:pPr>
            <a:r>
              <a:t>An End-to-End Pipeline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Part 0: Introduction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Part 1: Project Setup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Part 2: Data Validation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Part 3: Exploratory Data Analysis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Part 4: Imputation &amp; Scaling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Part 5: Categorical Encoding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Part 6: Feature Creation &amp; Selection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Part 7: Dimensionality Reduction &amp; Imbalance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Part 8: Tree-Based &amp; Ensemble Models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Part 9: Unsupervised Learning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Part 10: Deep Learning Fundamentals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Part 11: Cross-Validation &amp; Evaluation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Part 12: Hyperparameter Optimization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Part 13: Pipeline Construction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Part 14: Capstone Project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Part 15: Deployment &amp;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WHAT MAKES THIS SERIES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Production-Grade Code, Not Notebook Experiments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Obsessed with Data Leakage Prevention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Complete Ecosystem: Ingestion →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Know some Python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Have trained a model before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Curious about the "why"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Want to build real systems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Have patience for thoroughness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Python: Write functions, use lists/dicts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Basic ML: Know train/test split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Scikit-learn: Used .fit() and .predict()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NumPy/Pandas: Basic DataFrame operations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Command Line: Navigate directories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MODULE 4.1: FEATURE PREP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 Integrity &amp; Preprocessing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Categorical Encodings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Dimensionality Reduction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Imbalanced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MODULE 4.2: SUPERVISED &amp; UNSUPERVISED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Classification &amp; Regression Ensembles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Unsupervised Discovery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Deep Learning Baseline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MODULE 4.3: MODEL VALIDATION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Cross-Validation Schemes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Comprehensive Evaluation Metrics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Hyperparameter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PHASE 4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End-to-End Predictive Pipeline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Leak-Free Workflow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Bayesian Hyperparameter Tuning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Production-Grade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Python 3.9+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NumPy, Pandas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Scikit-learn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XGBoost, LightGBM, CatBoost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PyTorch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Optuna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FastAPI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Docker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Pytest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Loguru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Pydantic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WHAT YOU'LL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data/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│   ├── raw/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│   ├── processed/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│   └── external/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src/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│   ├── data/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│   ├── features/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│   ├── models/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│   ├── validation/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│   └── pipeline/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tests/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notebooks/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configs/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models/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logs/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reports/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requirements.txt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Dockerfile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Makefile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└── README.md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THE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 Ingestion → Data Validation → Feature Engineering → Leak-Free Pipeline → Model Training → Hyperparameter Tuning → Model Evaluation → Model Persistence → Prediction Interface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DATA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DataIngestor: Load CSV, JSON, Parquet, SQL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DataValidator: Schema validation, quality checks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DataQualityChecker: Comprehensive assessment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FEATURE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Imputation: Mean, Median, Mode, KNN, MICE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Scaling: Standard, Robust, MinMax, Power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Encoding: One-Hot, Target, Frequency, Hashing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Creation: Polynomial, Ratio, Aggregation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Selection: Filter, Wrapper, Embedded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Reduction: PCA, LDA, t-SNE, UMAP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MODEL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Tree-Based: Decision Trees, Random Forest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Gradient Boosting: XGBoost, LightGBM, CatBoost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Unsupervised: K-Means, DBSCAN, Hierarchical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Deep Learning: MLP, ResNet, Autoencoder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VALIDATION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Cross-Validation: K-Fold, Stratified, Group, TimeSeries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Metrics: Accuracy, Precision, Recall, F1, ROC-AUC, PR-AUC, MAE, RMSE, MAPE, R²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Tuning: Grid Search, Random Search, Bayesian (Optuna)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DEPLOYMENT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 Persistence: Joblib, Pickle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API: FastAPI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Containerization: Docker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Monitoring: Performance, Drift, Alerts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Versioning: Model Registry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Module 4.1 (Parts 1-7): Feature Prep &amp; Engineering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Module 4.2 (Parts 8-10): Supervised &amp; Unsupervised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Module 4.3 (Parts 11-12): Validation &amp; Tuning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Phase 4 Capstone (Parts 13-15): Complete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HOW TO GET THE MOST OUT OF THIS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Code Along, Don't Just Read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Experiment at Each Verification Step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Break Things Intentionally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Complete the Capstone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Keep Your Own Notes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LET'S 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The journey starts now. Phase 1 begins with project setup.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PART 1: PROJECT SETUP AND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Building the Foundation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Professional Python project structure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Dependency management with pinned versions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Environment variables management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Logging configured and working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 ingestion module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WHY PROJECT STRUCTURE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Without Structure: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Unreproducible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Unmaintainable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Unshareable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Fragile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With Structure: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Reproducible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Maintainable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Shareable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Robust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PROJECT DIRECTORY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ml-pipeline-project/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data/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│   ├── raw/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│   ├── processed/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│   └── external/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src/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│   ├── data/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│   ├── features/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│   ├── models/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│   ├── validation/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│   └── pipeline/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tests/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notebooks/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configs/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models/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logs/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reports/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.github/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.vscode/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requirements.txt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Dockerfile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Makefile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pyproject.toml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├── .env.example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└── README.md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pyproject.toml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Modern standard for Python project configuration.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Defines: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Project name and version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Description and authors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License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Python version requirement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Dependencies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Optional dependencies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Project URLs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requirements.txt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Pins exact versions for reproducibility.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Core: numpy, pandas, scipy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ML: scikit-learn, xgboost, lightgbm, catboost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Deep Learning: torch, torchvision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Optimization: optuna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API: fastapi, uvicorn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Utils: loguru, python-dotenv, joblib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README.md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Overview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Project Structure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Quick Start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Installation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Configuration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Running the Pipeline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Testing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License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.env.example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Environment variables template.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Never commit actual .env to version control!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ENVIRONMENT=development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DATA_RAW_PATH=./data/raw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LOG_LEVEL=INFO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MODEL_PATH=./models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API_HOST=0.0.0.0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API_PORT=8000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MAKEFILE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Automation commands: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make install: Install dependencies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make test: Run tests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make lint: Lint code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make format: Format code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make clean: Clean up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make train: Train model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make predict: Run predictions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make serve: Start API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make docker-build: Build container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make setup: Complete setup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src/data/ingestion.py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DataIngestor class: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load_csv(): Load CSV with error handling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load_json(): Load JSON files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load_parquet(): Load Parquet files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load_sql(): Load from SQL database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save_data(): Save in various formats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get_dataset_info(): Get statistics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preview_data(): Generate preview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DataIngestor: INITIALIZATION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__init__(self, raw_data_path=None, processed_data_path=None):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self.raw_data_path = Path(raw_data_path or os.getenv("DATA_RAW_PATH", "./data/raw"))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self.processed_data_path = Path(processed_data_path or os.getenv("DATA_PROCESSED_PATH", "./data/processed"))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self.raw_data_path.mkdir(parents=True, exist_ok=True)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self.processed_data_path.mkdir(parents=True, exist_ok=True)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DataIngestor: LOAD_CSV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load_csv(self, file_path, **read_csv_kwargs):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file_path = Path(file_path)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not file_path.is_absolute() and not file_path.exists():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possible_path = self.raw_data_path / file_path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possible_path.exists():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file_path = possible_path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try: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df = pd.read_csv(file_path, **read_csv_kwargs)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logger.success(f"Successfully loaded CSV: {file_path}\n  Shape: {df.shape}")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df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except FileNotFoundError: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logger.error(f"CSV file not found: {file_path}")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raise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DataIngestor: SAVE_DATA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save_data(self, df, file_path, format="csv", **save_kwargs):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file_path = Path(file_path)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not file_path.is_absolute():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file_path = self.processed_data_path / file_path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file_path.parent.mkdir(parents=True, exist_ok=True)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format.lower() == "csv":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df.to_csv(file_path, **save_kwargs)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format.lower() == "parquet":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df.to_parquet(file_path, **save_kwargs)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...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DataIngestor: GET_DATASET_INFO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get_dataset_info(self, df):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"shape": df.shape,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"columns": list(df.columns),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"dtypes": df.dtypes.to_dict(),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"missing_count": df.isnull().sum().to_dict(),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"missing_percentage": (df.isnull().sum() / len(df) * 100).to_dict(),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"memory_usage": df.memory_usage(deep=True).sum() / 1024**2,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"numeric_columns": list(df.select_dtypes(include=[np.number]).columns),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"categorical_columns": list(df.select_dtypes(include=["object", "category"]).columns)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src/data/validation.py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DataValidator class: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validate_schema(): Check columns, types, constraints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detect_missing_values(): Analyze missing data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detect_duplicates(): Find duplicate rows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detect_outliers(): Identify outliers (IQR, Z-score)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generate_report(): Complete validation report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DataSchema (Pydantic Model)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DataSchema(BaseModel):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columns: Dict[str, str]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required_columns: List[str]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nullable_columns: List[str] = []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numerical_columns: List[str] = []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categorical_columns: List[str] = []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min_values: Dict[str, float] = {}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max_values: Dict[str, float] = {}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allowed_values: Dict[str, List[Any]] = {}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VALIDATE_SCHEMA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validate_schema(self, df, schema):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Check required columns exist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missing_columns = set(schema.required_columns) - set(df.columns)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missing_columns: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raise ValueError(f"Missing required columns: {missing_columns}")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Check column types match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col, expected_type in schema.columns.items():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actual_type = str(df[col].dtype)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Map pandas dtypes to our type names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...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Check constraints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DETECT_MISSING_VALUES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detect_missing_values(self, df, threshold=0.5):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missing_counts = df.isnull().sum()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missing_percentages = (missing_counts / len(df)) * 100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drop_columns = missing_percentages[missing_percentages &gt; threshold * 100].index.tolist()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"total_missing": df.isnull().sum().sum(),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"missing_by_column": missing_counts.to_dict(),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"missing_percentage_by_column": missing_percentages.to_dict(),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"columns_above_threshold": drop_columns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DETECT_OUTLIERS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detect_outliers(self, df, method="iqr", columns=None):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 in columns: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method == "iqr":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Q1 = data.quantile(0.25)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Q3 = data.quantile(0.75)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IQR = Q3 - Q1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lower_bound = Q1 - 1.5 * IQR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upper_bound = Q3 + 1.5 * IQR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outlier_mask = (data &lt; lower_bound) | (data &gt; upper_bound)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method == "zscore":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z_scores = np.abs((data - data.mean()) / data.std())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outlier_mask = z_scores &gt; 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TESTING 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Verify directory structure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Create virtual environment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Install dependencies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Run tests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Test data ingestion manually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Verify Makefile commands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VIRTUAL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python -m venv venv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source venv/bin/activate  # Linux/Mac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# or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venv\Scripts\activate     # Windows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pip install -r requirements.txt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pip install -e 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RUNNING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pytest tests/test_ingestion.py -v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Expected output: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collected 7 items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test_ingestion.py::TestDataIngestor::test_load_csv PASSED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test_ingestion.py::TestDataIngestor::test_load_csv_with_absolute_path PASSED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test_ingestion.py::TestDataIngestor::test_load_csv_nonexistent_file PASSED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test_ingestion.py::TestDataIngestor::test_save_data_csv PASSED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test_ingestion.py::TestDataIngestor::test_save_data_parquet PASSED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test_ingestion.py::TestDataIngestor::test_get_dataset_info PASSED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test_ingestion.py::TestDataIngestor::test_preview_data PASSED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7 passed in 0.25s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TEST DATA INGESTION MANUALLY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from src.data.ingestion import DataIngestor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import pandas as pd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ingestor = DataIngestor()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 = ingestor.load_csv("data/raw/sample.csv")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print(df.head())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info = ingestor.get_dataset_info(df)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print(info)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MAKEFILE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make help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Available commands: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help            Show this help message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install         Install dependencies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test            Run tests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lint            Lint code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format          Format code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clean           Clean up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train           Train the model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predict         Run predictions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serve           Start the API server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docker-build    Build Docker image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docker-run      Run Docker container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setup           Complete setup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WHAT WE'VE ACCOMPLISHED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Professional Python project structure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Dependency management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Environment variables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Production-grade DataIngestor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DataValidator with quality checks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Test suite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Automation with Make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Comprehensive logging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NEXT: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 Validation and Quality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Advanced schema validation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Missing value handling strategies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Outlier detection pipelines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 quality reports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Quality monitoring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DATA QUALITY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Completeness: Missing values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Accuracy: Correct values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Consistency: Same format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Timeliness: Up-to-date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Validity: Within range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Uniqueness: No duplicates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MISSING DATA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MCAR: Missing Completely At Random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- Probability of missing is the same for all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- Least problematic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MAR: Missing At Random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- Depends on observed variables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- Can introduce bias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MNAR: Missing Not At Random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- Depends on missing value itself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- Most problematic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OUTLIER DETECTION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IQR: Interquartile Range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- Uses quartiles, robust to extreme values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Z-Score: Standard deviations from mean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- Assumes normal distribution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Modified Z-Score (MAD-based)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- Uses median and MAD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- Robust to extreme values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Project structure is foundational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 ingestion is the first step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Validation catches problems early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Testing ensures reliability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Automation saves time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PART 2: DATA VALIDATION AND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Ensuring Data Integrity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Advanced schema validation with Pydantic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Strategic missing value handling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Outlier detection with multiple methods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 quality reporting with visualizations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Automated quality checks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WHY DATA QUALITY &gt; MODEL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Great data + average model &gt; average data + great model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Garbage data with best algorithm still produces garbage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High-quality data with simple model often outperforms complex models on bad data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COLUMN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ColumnType(str, Enum):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INTEGER = "int"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FLOAT = "float"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STRING = "object"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CATEGORICAL = "category"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DATETIME = "datetime"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BOOLEAN = "bool"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TEXT = "text"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JSON = "json"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COLUMN CONSTRAINT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ColumnConstraint(BaseModel):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min_value: Optional[float] = None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max_value: Optional[float] = None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allowed_values: Optional[List[Any]] = None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regex_pattern: Optional[str] = None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min_length: Optional[int] = None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max_length: Optional[int] = None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unique: bool = False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not_null: bool = True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missing_threshold: Optional[float] = None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custom_validator: Optional[str] = None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COLUMN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ColumnSchema(BaseModel):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name: str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type: ColumnType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description: Optional[str] = None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constraints: ColumnConstraint = Field(default_factory=ColumnConstraint)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is_target: bool = False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is_identifier: bool = False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is_timestamp: bool = False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feature_group: Optional[str] = None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importance: float = 1.0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DATA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DataSchema(BaseModel):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name: str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version: str = "1.0.0"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description: Optional[str] = None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columns: List[ColumnSchema]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created_at: datetime = Field(default_factory=datetime.now)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min_rows: Optional[int] = None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max_rows: Optional[int] = None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require_all_columns: bool = True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TITANIC SCHEMA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TitanicSchema(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name="titanic",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version="1.0.0",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columns=[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ColumnSchema(name="passenger_id", type=ColumnType.INTEGER, constraints=ColumnConstraint(unique=True)),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ColumnSchema(name="survived", type=ColumnType.INTEGER, constraints=ColumnConstraint(allowed_values=[0, 1]), is_target=True),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ColumnSchema(name="pclass", type=ColumnType.INTEGER, constraints=ColumnConstraint(allowed_values=[1, 2, 3])),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ColumnSchema(name="name", type=ColumnType.STRING, constraints=ColumnConstraint(not_null=True)),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ColumnSchema(name="sex", type=ColumnType.CATEGORICAL, constraints=ColumnConstraint(allowed_values=["male", "female"])),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ColumnSchema(name="age", type=ColumnType.FLOAT, constraints=ColumnConstraint(min_value=0.0, max_value=120.0, missing_threshold=0.3)),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...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]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DATA QUALITY CHECKER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DataQualityChecker: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schema=None, config=None):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self.schema = schema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self.config = config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self.validator = DataValidator(config=config)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self.thresholds =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"missing_critical": 0.3,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"missing_warning": 0.1,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"outlier_critical": 0.1,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"outlier_warning": 0.05,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"correlation_high": 0.8,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"correlation_perfect": 0.99,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"cardinality_high": 50,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"cardinality_very_high": 1000,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"zero_variance": 0.01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ASSESS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assess(self, df):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report =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"timestamp": datetime.now().isoformat(),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"dataset_stats": self._get_basic_stats(df),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"schema_validation": self._validate_schema(df) if self.schema else None,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"missing_analysis": self._analyze_missing(df),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"outlier_analysis": self._analyze_outliers(df),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"statistical_profiles": self._generate_statistical_profiles(df),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"correlation_analysis": self._analyze_correlations(df),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"duplicate_analysis": self._analyze_duplicates(df),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"cardinality_analysis": self._analyze_cardinality(df),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"quality_scores": self._calculate_quality_scores(report),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"recommendations": self._generate_recommendations(report),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"quality_grade": self._calculate_quality_grade(report)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report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ANALYZE_MISSING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_analyze_missing(self, df):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missing_counts = df.isnull().sum()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missing_percentages = (missing_counts / len(df)) * 100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columns_with_missing = missing_counts[missing_counts &gt; 0]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"total_missing": missing_counts.sum(),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"total_missing_percentage": (missing_counts.sum() / (len(df) * len(df.columns))) * 100,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"columns_with_missing": len(columns_with_missing),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"missing_by_column": {col: {"count": int(missing_counts[col]), "percentage": float(missing_percentages[col])} for col in columns_with_missing.index},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"missing_patterns": self._analyze_missing_patterns(df)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ANALYZE_OUTLIERS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_analyze_outliers(self, df):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numeric_cols = df.select_dtypes(include=[np.number]).columns.tolist()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outlier_analysis = {"methods_used": ["iqr", "zscore"], "columns_analyzed": numeric_cols, "outliers": {}}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 in numeric_cols: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data = df[col].dropna()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Q1 = data.quantile(0.25)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Q3 = data.quantile(0.75)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IQR = Q3 - Q1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iqr_outliers = ((data &lt; (Q1 - 1.5 * IQR)) | (data &gt; (Q3 + 1.5 * IQR))).sum()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outlier_analysis["outliers"][col] = {"iqr": {"count": iqr_outliers, "percentage": (iqr_outliers / len(data)) * 100}}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outlier_analysis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QUALITY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_calculate_quality_scores(self, report):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Completeness (missing values)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missing_pct = report.get("missing_analysis", {}).get("total_missing_percentage", 0)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scores["completeness"] = max(0, 100 - missing_pct)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Consistency (schema validation)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scores["consistency"] = ...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Uniqueness (duplicates)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dup_pct = report.get("duplicate_analysis", {}).get("duplicate_percentage", 0)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scores["uniqueness"] = max(0, 100 - dup_pct * 2)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Overall (weighted average)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scores["overall"] = sum(score * weights[key] for key, score in scores.items())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QUALITY 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_calculate_quality_grade(self, report):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overall_score = report.get("quality_scores", {}).get("overall", 0)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overall_score &gt;= 90: return "A"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overall_score &gt;= 80: return "B"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overall_score &gt;= 70: return "C"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overall_score &gt;= 60: return "D"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else: return "F"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_generate_recommendations(self, report):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recommendations = []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Missing values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high_missing = missing.get("columns_by_missing_rate", {}).get("high", [])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high_missing: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recommendations.append(f"Apply imputation for columns: {high_missing}")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Outliers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critical_outliers = outlier_analysis.get("critical_columns", [])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critical_outliers: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recommendations.append(f"Investigate outliers in columns: {critical_outliers}")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Correlations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perfect_corrs = corr_analysis.get("perfect_correlations", [])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perfect_corrs: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recommendations.append(f"Remove redundant features: {perfect_corrs}")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Duplicates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dup_analysis.get("has_duplicates"):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recommendations.append(f"Remove duplicate rows ({dup_analysis.get('duplicate_count')} rows)")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recommendations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GENERATE_VISUAL_REPORT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generate_visual_report(self, df, report, output_path):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Figure 1: Missing value heatmap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fig1, ax1 = plt.subplots(figsize=(12, 8))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missing_matrix = df.isnull()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sns.heatmap(missing_matrix, cbar=True, yticklabels=False, cmap='viridis')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Figure 2: Missing percentages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fig2, ax2 = plt.subplots(figsize=(12, 6))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missing_pcts = df.isnull().mean() * 100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missing_pcts[missing_pcts &gt; 0].plot(kind='barh')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Figure 3: Correlation heatmap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fig4, ax4 = plt.subplots(figsize=(10, 8))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sns.heatmap(corr, annot=True, fmt='.2f', cmap='coolwarm')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Generate HTML report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HTML REPORT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&lt;!DOCTYPE html&gt;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&lt;html&gt;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&lt;head&gt;&lt;title&gt;Data Quality Report&lt;/title&gt;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&lt;style&gt;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body { font-family: Arial; margin: 20px; }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.grade-A { background: #27ae60; color: white; }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.grade-F { background: #e74c3c; color: white; }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&lt;/style&gt;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&lt;/head&gt;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&lt;body&gt;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&lt;div class="container"&gt;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&lt;div class="header"&gt;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&lt;h1&gt;Data Quality Assessment Report&lt;/h1&gt;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&lt;/div&gt;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&lt;div class="section"&gt;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&lt;h2&gt;Quality Grade: {quality_grade}&lt;/h2&gt;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&lt;/div&gt;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&lt;/div&gt;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&lt;/body&gt;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&lt;/html&gt;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DATA PIPELINE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DataPipeline: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schema=None, config=None):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self.schema = schema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self.ingestor = DataIngestor(**config)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self.validator = DataValidator(config=config)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self.quality_checker = DataQualityChecker(schema=schema, config=config)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load_data(self, file_path, file_type="csv", **kwargs):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Load data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validate_and_assess(self, df, generate_report=True):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Validate and assess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generate_report(self, results, df, output_path):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Generate visual report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TEST DATA WITH QUALITY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Missing values (50 rows)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Duplicates (10 rows)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Outliers (extreme values)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Invalid values (wrong categories)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High cardinality text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Perfect correlation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Zero variance column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Schema validation catches errors early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Missing data has different mechanisms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Outliers require multiple detection methods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Quality scores quantify data health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Visual reports aid communication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PART 3: 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Understanding Your Data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Complete EDA framework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Automated statistical analysis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Interactive visualizations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Target variable analysis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Feature-target relationships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Insights and recommendations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HTML report generation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WHY EDA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Build a map of the data before modeling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Discover patterns and relationships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Identify subgroups or clusters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Find informative features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Detect hidden relationships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Uncover data quality issues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EDA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Univariate Analysis: Individual features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Bivariate Analysis: Pairwise relationships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Multivariate Analysis: Multiple variables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Target Analysis: Target distribution and relationships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 Quality: Missing patterns, outliers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EXPLORATORY DATA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ExploratoryDataAnalyzer: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target_col=None, categorical_threshold=10):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self.target_col = target_col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self.categorical_threshold = categorical_threshold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analyze(self, df, deep_analysis=True):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report =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"timestamp": datetime.now().isoformat(),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"dataset_info": self._get_dataset_info(df),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"column_types": self._identify_column_types(df),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"univariate": self._analyze_univariate(df, column_types),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"missing_analysis": self._analyze_missing_patterns(df),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"correlations": self._analyze_correlations(df, column_types),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"target_analysis": self._analyze_target(df, column_types) if self.target_col else None,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"insights": self._generate_insights(report),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"recommendations": self._generate_recommendations(report)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IDENTIFY_COLUMN_TYPES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_identify_column_types(self, df):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 in df.columns: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pd.api.types.is_datetime64_any_dtype(dtype):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column_types[col] = "datetime"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pd.api.types.is_numeric_dtype(dtype):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df[col].nunique() &lt;= self.categorical_threshold: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column_types[col] = "numeric_categorical"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else: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column_types[col] = "numeric"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pd.api.types.is_categorical_dtype(dtype) or pd.api.types.is_object_dtype(dtype):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n_unique = df[col].nunique()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n_unique &lt;= self.categorical_threshold: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column_types[col] = "categorical"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else: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column_types[col] = "high_cardinality_categorical"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column_types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UNIVARIATE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_analyze_univariate(self, df, column_types):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 in df.columns: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analysis = {"type": column_types[col], "null_count": df[col].isnull().sum()}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col_type in ["numeric", "numeric_categorical"]: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clean_data = col_data.dropna()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analysis.update({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"min": float(clean_data.min()),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"max": float(clean_data.max()),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"mean": float(clean_data.mean()),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"median": float(clean_data.median()),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"std": float(clean_data.std()),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"skewness": float(clean_data.skew()),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"kurtosis": float(clean_data.kurtosis()),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"q1": float(clean_data.quantile(0.25)),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"q3": float(clean_data.quantile(0.75)),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"iqr": float(clean_data.quantile(0.75) - clean_data.quantile(0.25))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col_type in ["categorical", "high_cardinality_categorical"]: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value_counts = col_data.value_counts()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analysis.update({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"most_frequent": str(value_counts.index[0]) if len(value_counts) &gt; 0 else None,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"top_10_values": {str(k): int(v) for k, v in value_counts.head(10).items()}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_analyze_correlations(self, df, column_types):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numeric_cols = [col for col, dtype in column_types.items() if dtype in ["numeric", "numeric_categorical"]]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len(numeric_cols) &lt; 2: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{"message": "Need at least 2 numeric columns"}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pearson_corr = df[numeric_cols].corr(method='pearson')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spearman_corr = df[numeric_cols].corr(method='spearman')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high_corr_pairs = []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i in range(len(pearson_corr.columns)):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j in range(i+1, len(pearson_corr.columns)):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corr = pearson_corr.iloc[i, j]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abs(corr) &gt; 0.7: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high_corr_pairs.append({"col1": pearson_corr.columns[i], "col2": pearson_corr.columns[j], "correlation": corr})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{"pearson_correlation": pearson_corr.to_dict(), "high_correlations": high_corr_pairs}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_analyze_target(self, df, column_types):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target_data = df[self.target_col]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target_type in ["numeric", "numeric_categorical"]: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clean_data = target_data.dropna()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analysis =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"min": float(clean_data.min()),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"max": float(clean_data.max()),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"mean": float(clean_data.mean()),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"median": float(clean_data.median()),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"std": float(clean_data.std()),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"skewness": float(clean_data.skew()),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"kurtosis": float(clean_data.kurtosis()),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"problem_type": "classification" if target_data.nunique() &lt;= self.categorical_threshold else "regression"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analysis["problem_type"] == "classification":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class_counts = target_data.value_counts()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analysis["class_counts"] = class_counts.to_dict()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analysis["is_balanced"] = max(class_counts) / min(class_counts) &lt; 3.0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analysis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INSIGHTS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_generate_insights(self, report):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insights = []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Duplicates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info.get('duplicate_percentage', 0) &gt; 1: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insights.append(f"Dataset contains {info.get('duplicate_rows')} duplicate rows ({info.get('duplicate_percentage'):.1f}%)")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Missing values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missing.get('columns_with_missing', 0) &gt; 0: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cols_with_missing = [col for col, rate in missing.get('missing_by_column', {}).items() if rate &gt; 10]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cols_with_missing: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insights.append(f"Columns with high missing rates: {cols_with_missing}")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Target imbalance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'target_analysis' in report: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target.get('problem_type') == 'classification' and not target.get('is_balanced', True):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insights.append(f"Target is imbalanced with class ratio {target.get('balance_ratio', 1.0):.2f}")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insights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_generate_recommendations(self, report):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recommendations = []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Skewed features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skewed_features = [col for col, stats in univariate.items() if abs(stats.get('skewness', 0)) &gt; 1.5]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skewed_features: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recommendations.append(f"Apply log or Box-Cox transform to: {skewed_features[:5]}")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High cardinality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high_cardinality = [col for col, stats in univariate.items() if stats.get('cardinality_level') == 'very_high']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high_cardinality: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recommendations.append(f"Apply target encoding to: {high_cardinality[:3]}")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Target imbalance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target.get('problem_type') == 'classification' and not target.get('is_balanced', True):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recommendations.append("Use stratified cross-validation and class_weight='balanced'")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recommendations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DATA VISUALIZER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DataVisualizer: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style="seaborn-v0_8-whitegrid", figsize=(12, 8)):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self.style = style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self.figsize = figsize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plt.style.use(style)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create_report(self, df, target_col=None, output_dir="reports/figures"):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1. Dataset overview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2. Distribution analysis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3. Missing value analysis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4. Correlation analysis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5. Target analysis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6. Categorical feature analysis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7. Pairwise relationships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DISTRIBUTION 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_create_distribution_plots(self, df, output_dir, max_features):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numeric_cols = df.select_dtypes(include=[np.number]).columns.tolist()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cols_to_plot = numeric_cols[:max_features]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n_cols = min(len(cols_to_plot), 4)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n_rows = math.ceil(len(cols_to_plot) / n_cols)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fig, axes = plt.subplots(n_rows, n_cols, figsize=(4*n_cols, 3*n_rows))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idx, col in enumerate(cols_to_plot):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 = axes[row][col_idx] if n_rows &gt; 1 else axes[col_idx]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ax.hist(df[col].dropna(), bins=30, density=True, alpha=0.6, color='steelblue')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sns.kdeplot(df[col].dropna(), ax=ax, color='darkred')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ax.set_title(col)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CORRELATION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_create_correlation_plots(self, df, output_dir):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numeric_cols = df.select_dtypes(include=[np.number]).columns.tolist()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len(numeric_cols) &gt; 1: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fig, ax = plt.subplots(figsize=(10, 8))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corr = df[numeric_cols].corr()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mask = np.triu(np.ones_like(corr, dtype=bool))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sns.heatmap(corr, mask=mask, annot=True, fmt='.2f', cmap='coolwarm', vmin=-1, vmax=1, square=True)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ax.set_title('Feature Correlation Heatmap')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 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_create_target_plots(self, df, target_col, output_dir):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target_data = df[target_col].dropna()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pd.api.types.is_numeric_dtype(target_data):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Distribution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axes[0].hist(target_data, bins=30, edgecolor='black', alpha=0.7)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axes[0].set_title(f'Distribution of {target_col}')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Box plot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axes[1].boxplot(target_data, vert=False)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axes[1].set_title(f'Box Plot of {target_col}')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else: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Bar chart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value_counts.plot(kind='bar', ax=axes[0])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Pie chart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axes[1].pie(value_counts.values, labels=value_counts.index, autopct='%1.1f%%')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EDA REPORT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EDAReportGenerator: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generate(self, eda_results, output_path, title="EDA Report"):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html = f"""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&lt;!DOCTYPE html&gt;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&lt;html&gt;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&lt;head&gt;&lt;title&gt;{title}&lt;/title&gt;&lt;/head&gt;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&lt;body&gt;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&lt;div class="header"&gt;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&lt;h1&gt;{title}&lt;/h1&gt;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&lt;div&gt;Generated: {datetime.now().strftime('%Y-%m-%d %H:%M:%S')}&lt;/div&gt;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&lt;/div&gt;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&lt;div class="grid"&gt;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&lt;div class="card"&gt;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&lt;h3&gt;Dataset Overview&lt;/h3&gt;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&lt;div&gt;Rows: {info.get('rows', 0):,}&lt;/div&gt;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&lt;div&gt;Columns: {info.get('columns', 0)}&lt;/div&gt;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&lt;/div&gt;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&lt;/div&gt;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&lt;div class="section"&gt;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&lt;h2&gt;Key Insights&lt;/h2&gt;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{''.join(f'&lt;div class="insight"&gt;{insight}&lt;/div&gt;' for insight in insights[:10])}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&lt;/div&gt;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&lt;/body&gt;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&lt;/html&gt;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"""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USING THE EDA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eda = ExploratoryDataAnalyzer(target_col='target')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report = eda.analyze(df, deep_analysis=True)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print(eda.generate_summary(report))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eda.save_report(report, "reports/eda")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visualizer = DataVisualizer()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visualizer.create_report(df, output_dir="reports/figures")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report_generator = EDAReportGenerator()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report_generator.generate(report, "reports/eda_report.html")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INTERPRETING EDA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Skewness &gt; 1: Highly skewed, consider transformation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Kurtosis &gt; 3: Heavy tails, consider robust methods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Correlation &gt; 0.7: High correlation, consider removing one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Missing &gt; 20%: Consider imputation or dropping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imbalance &gt; 3: Use class weights or SMOTE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EDA reveals data structure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Univariate analysis summarizes features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Bivariate analysis finds relationships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Target analysis guides modeling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Insights drive feature engineering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Visualizations communicate findings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NEXT: 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Advanced Imputation and Scaling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Multiple imputation strategies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Robust scaling techniques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Handling outliers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Integration with pipeline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PART 4: ADVANCED IMPUTATION AND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Preparing Data for Modeling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Multiple imputation strategies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Robust scaling techniques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Unified API for preprocessing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Integration with data pipeline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Visualization of preprocessing effects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WHY PREPROCESSING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Missing values = missing ingredients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Scaling = correct measurements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Different features have different scales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Many models assume features are on similar scales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Without scaling, large magnitude features dominate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IMPUTATION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MEAN: For symmetric distributions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MEDIAN: For skewed distributions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MODE: For categorical data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CONSTANT: Fill with a specific value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KNN: Use nearest neighbors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MICE: Multiple Imputation by Chained Equations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RANDOM FOREST: Model-based imputation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LINEAR: Linear regression imputation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INTERPOLATE: For time series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FORWARD/BACKWARD FILL: For time series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MISSING VALUE IMPUTER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MissingValueImputer: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impute(self, df, numeric_strategy="median", categorical_strategy="mode", columns=None):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df_result = df.copy()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numeric_cols = df[columns].select_dtypes(include=[np.number]).columns.tolist()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categorical_cols = df[columns].select_dtypes(include=['object', 'category']).columns.tolist()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 in numeric_cols: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df_result[col] = self._impute_numeric(df_result[col], numeric_strategy)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 in categorical_cols: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df_result[col] = self._impute_categorical(df_result[col], categorical_strategy)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df_result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IMPUTE_NUMERIC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_impute_numeric(self, series, strategy):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data = series.values.reshape(-1, 1)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strategy == "mean":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imputer = SimpleImputer(strategy='mean')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strategy == "median":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imputer = SimpleImputer(strategy='median')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strategy == "constant":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imputer = SimpleImputer(strategy='constant', fill_value=self.fill_value)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strategy == "knn":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imputer = KNNImputer(n_neighbors=self.n_neighbors)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strategy == "mice":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imputer = IterativeImputer(estimator=LinearRegression())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strategy == "linear":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imputer = IterativeImputer(estimator=LinearRegression())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pd.Series(imputer.fit_transform(data).flatten(), index=series.index)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IMPUTE_CATEGORICAL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_impute_categorical(self, series, strategy):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strategy == "mode":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mode_value = series.mode()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fill_value = mode_value.iloc[0] if len(mode_value) &gt; 0 else "unknown"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series.fillna(fill_value)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strategy == "constant":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series.fillna(self.fill_value)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strategy == "forward_fill":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series.fillna(method='ffill')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strategy == "backward_fill":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series.fillna(method='bfill')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strategy == "knn":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le = LabelEncoder()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encoded = le.fit_transform(series.astype(str).fillna('missing'))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data = encoded.reshape(-1, 1)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imputer = KNNImputer(n_neighbors=self.n_neighbors)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imputed = imputer.fit_transform(data)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imputed_int = np.round(imputed.flatten()).astype(int)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pd.Series(le.inverse_transform(imputed_int), index=series.index)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MODEL-BASED IMPUTATION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impute_with_model(self, df, target_col, model_type="random_forest", columns=None):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missing_mask = df[target_col].isnull()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train_df = df[~missing_mask]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predict_df = df[missing_mask]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X_train = train_df[columns].dropna(axis=0, how='any')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y_train = train_df.loc[X_train.index, target_col]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model_type == "random_forest":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model = RandomForestRegressor(n_estimators=100, random_state=42)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model.fit(X_train, y_train)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X_predict = predict_df[columns].dropna(axis=0, how='any')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predictions = model.predict(X_predict)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df_result.loc[X_predict.index, target_col] = predictions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df_result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SCALING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STANDARD: (x - μ) / σ (z-score, mean=0, std=1)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ROBUST: (x - median) / IQR (handles outliers)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MINMAX: (x - min) / (max - min) (range [0,1])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MAXABS: x / max(abs) (range [-1,1])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POWER: Box-Cox or Yeo-Johnson (handles skewness)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QUANTILE: Rank-based transformation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NORMALIZER: L1 or L2 normalization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NONE: No scaling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FEATURE SCALER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FeatureScaler: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strategy="standard", columns=None, **kwargs):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self.strategy = strategy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self.columns = columns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self.kwargs = kwargs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X_copy = self._prepare_data(X)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self._scaler = self._create_scaler()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self._scaler.fit(X_copy)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self._fitted = True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transform(self,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X_copy = self._prepare_data(X)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X_transformed = self._scaler.transform(X_copy)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isinstance(X, pd.DataFrame):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self.columns is not None: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 = X.copy()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result[self.columns] = X_transformed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result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pd.DataFrame(X_transformed, index=X.index, columns=X.columns)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X_transformed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CREATE_SCALER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_create_scaler(self):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self.strategy == "standard":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StandardScaler(**self.kwargs)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self.strategy == "robust":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RobustScaler(**self.kwargs)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self.strategy == "minmax":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MinMaxScaler(**self.kwargs)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self.strategy == "maxabs":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MaxAbsScaler(**self.kwargs)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self.strategy == "power":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PowerTransformer(method=self.kwargs.get('method', 'yeo-johnson'))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self.strategy == "quantile":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QuantileTransformer(output=self.kwargs.get('output', 'normal'))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self.strategy == "normalizer":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Normalizer(norm=self.kwargs.get('norm', 'l2'))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self.strategy == "none":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class IdentityScaler: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X, y=None): return self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transform(self, X): return X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IdentityScaler()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StandardScaler()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SMART SCALER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SmartScaler(FeatureScaler):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 in columns: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data = X[col].dropna()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Q1 = data.quantile(0.25)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Q3 = data.quantile(0.75)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IQR = Q3 - Q1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outlier_pct = ((data &lt; (Q1 - 1.5 * IQR)) | (data &gt; (Q3 + 1.5 * IQR))).sum() / len(data)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skewness = abs(data.skew())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outlier_pct &gt; 0.05: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strategy = "robust"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skewness &gt; 1: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strategy = "power"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else: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strategy = "standard"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self._selected_strategies[col] = strategy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DATA PREPROCESSOR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DataPreprocessor: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numeric_imputation="median", categorical_imputation="mode", scaling_strategy="standard"):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self.numeric_imputation = numeric_imputation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self.categorical_imputation = categorical_imputation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self.scaling_strategy = scaling_strategy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self._identify_columns(X)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self._imputer = MissingValueImputer()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self._imputer.impute(X, numeric_strategy=self.numeric_imputation, categorical_strategy=self.categorical_imputation)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self._scaler = FeatureScaler(strategy=self.scaling_strategy, columns=self.numeric_columns)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self._scaler.fit(X)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transform(self,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X_imputed = self._imputer.impute(X, numeric_strategy=self.numeric_imputation, categorical_strategy=self.categorical_imputation)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X_scaled = self._scaler.transform(X_imputed)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X_scaled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VISUALIZATION OF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PreprocessingVisualizer: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compare_imputation(self, df_before, df_after, column):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fig, axes = plt.subplots(1, 2, figsize=(12, 5))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data_before = df_before[column].dropna()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axes[0].hist(data_before, bins=30, alpha=0.7, color='steelblue')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axes[0].set_title(f'Before Imputation')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data_after = df_after[column]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axes[1].hist(data_after, bins=30, alpha=0.7, color='coral')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axes[1].set_title(f'After Imputation')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fig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TESTING THE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# Create sample data with missing values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np.random.seed(42)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 = pd.DataFrame({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'age': np.random.normal(35, 10, 100),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'income': np.random.exponential(50000, 100),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'category': np.random.choice(['A', 'B', 'C'], 100),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})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df.loc[np.random.choice(100, 15, replace=False), 'age'] = np.nan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df.loc[np.random.choice(100, 10, replace=False), 'income'] = np.nan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imputer = MissingValueImputer()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df_imputed = imputer.impute(df, numeric_strategy='median', categorical_strategy='mode')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scaler = FeatureScaler(strategy='robust', columns=['age', 'income'])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df_scaled = scaler.fit_transform(df_imputed)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preprocessor = DataPreprocessor(numeric_imputation='median', categorical_imputation='mode', scaling_strategy='smart')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df_processed = preprocessor.fit_transform(df)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PREPROCESSING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preprocessor.get_preprocessing_summary()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"numeric_columns": ["age", "income"],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"categorical_columns": ["category"],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"numeric_imputation": "median",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"categorical_imputation": "mode",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"scaling_strategy": "smart",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"exclude_columns": []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WHEN TO USE EACH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MEAN: Symmetric data, no outliers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MEDIAN: Skewed data, outliers present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MODE: Categorical data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KNN: Data has local structure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MICE: Multiple correlated features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STANDARD: Normal distributions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ROBUST: Outliers present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MINMAX: Bounded data needed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POWER: Highly skewed data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HANDLING 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IQR method: Values beyond 1.5 * IQR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Z-score method: |z| &gt; 3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Modified Z-score: |MAD| &gt; 3.5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Winsorizing: Cap extreme values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Robust scaling: Use median and IQR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Log transformation: Reduce skewness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Missing values need strategic handling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Different imputation for different types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Scaling is essential for many models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Robust scaling handles outliers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Smart scaling auto-selects strategy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Visualize preprocessing effects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NEXT: 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Categorical Encoding Mastery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One-Hot Encoding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Target Encoding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Frequency Encoding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High-cardinality handling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Integration with pipeline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PART 5: CATEGORICAL ENCODING MASTERY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Converting Categories to Numbers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Multiple encoding strategies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Target encoding with regularization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High-cardinality handling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Integration with scikit-learn pipelines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Encoding impact analysis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WHY CATEGORICAL ENCODING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ML models speak numbers, not words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Translation must preserve signal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Bad encoding = lost information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Different strategies for different data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High cardinality = special handling needed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ENCODING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ONE-HOT: Binary columns for each category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ORDINAL: Integer mapping (ordered)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TARGET: Replace with target mean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FREQUENCY: Replace with frequency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HASHING: Fixed-length hash vector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BINARY: Binary representation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COUNT: Count of occurrences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RANK: Rank of category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ONE-HOT 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OneHotEncoderCustom: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columns=None, min_frequency=0.01, max_categories=None, drop_first=False):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self.columns = columns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self.min_frequency = min_frequency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self.max_categories = max_categories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self.drop_first = drop_first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X, y=None):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 in columns: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value_counts = X[col].value_counts()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frequencies = value_counts / len(X)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valid_categories = frequencies[frequencies &gt;= self.min_frequency].index.tolist()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self.max_categories and len(valid_categories) &gt; self.max_categories: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valid_categories = value_counts.head(self.max_categories).index.tolist()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other_values = set(X[col].unique()) - set(valid_categories)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other_values: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valid_categories.append('__other__')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self._category_mappings[col] = {'categories': valid_categories}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encoder = OneHotEncoder(categories=[valid_categories], drop='first' if self.drop_first else None)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encoder.fit(X[[col]])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self._encoders[col] = encoder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 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TargetEncoder: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columns=None, smoothing=1.0, min_samples_leaf=10, noise=0.0, cv_folds=5):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self.columns = columns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self.smoothing = smoothing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self.min_samples_leaf = min_samples_leaf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self.noise = noise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self.cv_folds = cv_folds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fit_transform(self, X,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self._prior = np.mean(y)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 in columns: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stats = self._calculate_category_stats(X[col],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self._mappings[col] = stats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Out-of-fold encoding to prevent leakage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kf = StratifiedKFold(n_splits=self.cv_folds, shuffle=True, random_state=42)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train_idx, val_idx in kf.split(X,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stats = self._calculate_category_stats(X.iloc[train_idx][col], y.iloc[train_idx])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encoded[val_idx] = self._encode_column(X.iloc[val_idx][col], stats)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CATEGORY STATS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_calculate_category_stats(self, series,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df = pd.DataFrame({'category': series, 'target': y})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stats = df.groupby('category').agg({'target': ['count', 'mean', 'std']})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stats.columns = ['count', 'mean', 'std']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smoothed_mean(row):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count = row['count']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mean = row['mean']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weight = 1 / (1 + np.exp(-(count - self.min_samples_leaf) / self.smoothing))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weight = np.clip(weight, 0, 1)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self._prior * (1 - weight) + mean * weight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stats['smoothed_mean'] = stats.apply(smoothed_mean, axis=1)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{'statistics': stats, 'categories': stats.index.tolist()}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FREQUENCY 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FrequencyEncoder: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columns=None, normalize=True):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self.columns = columns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self.normalize = normalize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X, y=None):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 in columns: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value_counts = X[col].value_counts()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frequencies = value_counts / len(X) if self.normalize else value_counts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self._frequencies[col] = frequencies.to_dict()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transform(self,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 = X.copy()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 in self.columns: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result[col] = X[col].map(self._frequencies[col]).fillna(0)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result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HASHING 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HashingEncoder: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columns=None, n_features=128, alternate_sign=True):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self.columns = columns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self.n_features = n_features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self.alternate_sign = alternate_sign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transform(self,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result_parts = []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 in self.columns: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values = X[col].astype(str)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hasher = FeatureHasher(n_features=self.n_features, input_type='string', alternate_sign=self.alternate_sign)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hashed = hasher.transform(values.values.reshape(-1, 1))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result_parts.append(hashed)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from scipy.sparse import hstack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 = hstack(result_parts)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pd.DataFrame.sparse.from_spmatrix(result)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ORDINAL 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OrdinalEncoderCustom: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columns=None, ordering='frequency'):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self.columns = columns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self.ordering = ordering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X, y=None):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 in columns: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self.ordering == 'frequency':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categories = X[col].value_counts().index.tolist()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self.ordering == 'target' and y is not None: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grouped = pd.DataFrame({'col': X[col], 'target': y}).groupby('col')['target'].mean()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categories = grouped.sort_values().index.tolist()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self._mappings[col] = {'mapping': {cat: idx for idx, cat in enumerate(categories)}}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transform(self,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 = X.copy()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 in self.columns: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result[col] = X[col].map(self._mappings[col]['mapping']).fillna(-1)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result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UNIFIED CATEGORICAL 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CategoricalEncoder: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strategy='auto', columns=None, target_col=None, **kwargs):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self.strategy = strategy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self.columns = columns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self.target_col = target_col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X, y=None):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self.strategy == 'auto':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self._selected_strategy = self._select_strategy(X,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self._encoder = self._create_encoder(columns,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self._encoder.fit(X,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_select_strategy(self, X,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n_rows = len(X)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n_columns = len(columns)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cardinalities = [X[col].nunique() for col in columns]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avg_cardinality = np.mean(cardinalities) if cardinalities else 0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max_cardinality = np.max(cardinalities) if cardinalities else 0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max_cardinality &gt; 1000 or avg_cardinality &gt; 100: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'hashing'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avg_cardinality &gt; 10 and max_cardinality &gt; 20: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'target'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avg_cardinality &gt; 50 and n_columns &gt; 10: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'frequency'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avg_cardinality &lt;= 10: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'one_hot'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'ordinal'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MULTI-STRATEGY 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MultiStrategyEncoder: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column_strategies, default_strategy='one_hot', target_col=None):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self.column_strategies = column_strategies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self.default_strategy = default_strategy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X, y=None):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col, strategy in self.column_strategies.items():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encoder = CategoricalEncoder(strategy=strategy, columns=[col], target_col=self.target_col)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encoder.fit(X,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self._encoders[col] = encoder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all_cols = X.select_dtypes(include=['object', 'category']).columns.tolist()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default_cols = [col for col in all_cols if col not in self.column_strategies]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 in default_cols: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encoder = CategoricalEncoder(strategy=self.default_strategy, columns=[col], target_col=self.target_col)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encoder.fit(X,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self._encoders[col] = encoder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ENCODING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EncodingVisualizer: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compare_encodings(self, df_original, encoded_dfs, column):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n_strategies = len(encoded_dfs) + 1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fig, axes = plt.subplots(n_rows, n_cols, figsize=(12, 8))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value_counts = df_original[column].value_counts().head(10)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value_counts.plot(kind='bar', ax=axes[0])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axes[0].set_title(f'Original: {column}')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idx, (strategy_name, df_encoded) in enumerate(encoded_dfs.items(), 1):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strategy_name == 'target':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ax.hist(df_encoded[column], bins=30, alpha=0.7, color='coral')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ax.set_title(f'Target Encoded: {column}')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strategy_name == 'one_hot':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one_hot_cols = [c for c in df_encoded.columns if c.startswith(f"{column}_")]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sns.heatmap(df_encoded[one_hot_cols].iloc[:50], ax=ax, cmap='Blues', cbar=False)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ENCODING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One-Hot: Low cardinality (&lt;10)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Target: High cardinality with target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Frequency: High cardinality without target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Hashing: Very high cardinality (&gt;1000)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Ordinal: Ordered categories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Always encode after train/test split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Use cross-validation for target encoding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Handle unseen categories in production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Store encoders for inference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TESTING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# Create sample data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 = pd.DataFrame({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'city': np.random.choice(['NYC', 'LA', 'Chicago', 'Boston'], n_samples),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'category': np.random.choice(['A', 'B', 'C', 'D'], n_samples),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'target': np.random.normal(50, 15, n_samples)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})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encoder = OneHotEncoderCustom(columns=['city', 'category'], drop_first=True)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df_onehot = encoder.fit_transform(df)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encoder = TargetEncoder(columns=['city', 'category'], smoothing=1.0, cv_folds=3)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df_target = encoder.fit_transform(df, df['target'])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encoder = FrequencyEncoder(columns=['city', 'category'])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df_freq = encoder.fit_transform(df)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encoder = CategoricalEncoder(strategy='auto')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df_auto = encoder.fit_transform(df)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ENCODING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One-hot: Simple, interpretable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Target: Highly informative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Frequency: Single column, captures rarity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Hashing: Memory-efficient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Auto-select: Smart default choice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HIGH-CARDINALITY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handle_high_cardinality(df, categorical_col, threshold=0.01):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freq = df[categorical_col].value_counts(normalize=True)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rare_categories = freq[freq &lt; threshold].index.tolist()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df[categorical_col].apply(lambda x: 'other' if x in rare_categories else x)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Different encodings for different data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Target encoding needs regularization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High cardinality requires special handling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Auto-select saves time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Store encoders for inference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Visualize encoding effects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WHEN TO USE EACH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One-Hot: Small datasets, interpretability needed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Target: High cardinality, strong target relationship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Frequency: High cardinality, importance based on frequency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Hashing: Very high cardinality, streaming data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Ordinal: Ordered categories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NEXT: 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 Creation and Selection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Polynomial features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Interaction features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Ratio features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 selection methods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 importance analysis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PART 6: FEATURE CREATION AND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Engineering Informative Features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Automated feature creation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Domain-specific feature generators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Multiple feature selection methods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 importance analysis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Visualization of feature importance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WHY FEATURE ENGINEERING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 engineering = most predictive power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Raw ingredients → well-prepared ingredients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Better features → better model performance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 engineering is the secret sauce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Domain expertise + automated techniques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FEATURE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FeatureCreator: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polynomial_degree=None, interactions=True, ratios=False, group_columns=None):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self.polynomial_degree = polynomial_degree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self.interactions = interactions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self.ratios = ratios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self.group_columns = group_columns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transform(self,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 = X.copy()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self.polynomial_degree: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poly_features = self._create_polynomials(X)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 = pd.concat([result, poly_features], axis=1)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self.ratios: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ratio_features = self._create_ratio_features(X)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 = pd.concat([result, ratio_features], axis=1)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self.group_columns: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agg_features = self._create_aggregation_features(X)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 = pd.concat([result, agg_features], axis=1)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result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POLYNOMIAL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_create_polynomials(self,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numeric_cols = X.select_dtypes(include=[np.number]).columns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poly = PolynomialFeatures(degree=self.polynomial_degree, include_bias=False)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poly_features = poly.fit_transform(X[numeric_cols])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poly_names = poly.get_feature_names_out(numeric_cols)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pd.DataFrame(poly_features, columns=poly_names, index=X.index)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RATIO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_create_ratio_features(self,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numeric_cols = self._numeric_columns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ratio_features = {}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i, col1 in enumerate(numeric_cols):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col2 in numeric_cols[i+1:]: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ratio_features[f"{col1}_div_{col2}"] = X[col1] / X[col2].replace(0, np.nan)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ratio_features[f"{col2}_div_{col1}"] = X[col2] / X[col1].replace(0, np.nan)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ratio_features[f"{col1}_minus_{col2}"] = X[col1] - X[col2]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ratio_features[f"{col1}_times_{col2}"] = X[col1] * X[col2]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pd.DataFrame(ratio_features, index=X.index)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AGGREGATION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_create_aggregation_features(self,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agg_features = {}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group_col in group_cols: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grouped = X.groupby(group_col)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num_col in numeric_cols: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func in ['mean', 'sum', 'max', 'min', 'std']: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agg_values = grouped[num_col].agg(func)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agg_features[f"{group_col}_{num_col}_{func}"] = X[group_col].map(agg_values)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pd.DataFrame(agg_features, index=X.index)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FEATURE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FeatureSelector: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method='variance', n_features_to_select=None, estimator=None):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self.method = method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self.n_features_to_select = n_features_to_select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self.estimator = estimator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X, y=None):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self._selector = self._create_selector(X,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self._selector.fit(X,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self._selected_indices = self._selector.get_support()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transform(self,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X_selected = self._selector.transform(X)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isinstance(X, pd.DataFrame):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selected_columns = X.columns[self._selected_indices]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pd.DataFrame(X_selected, columns=selected_columns, index=X.index)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X_selected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CREATE_SELECTOR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_create_selector(self, X,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self.method == 'variance':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VarianceThreshold(threshold=self.threshold or 0.0)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'correlation':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score_func = f_classif if len(np.unique(y)) &lt;= 2 else f_regression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SelectKBest(score_func=score_func, k=self.n_features_to_select or 10)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'mutual_info':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score_func = mutual_info_classif if len(np.unique(y)) &lt;= 2 else mutual_info_regression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SelectKBest(score_func=score_func, k=self.n_features_to_select or 10)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'rfe':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RFE(estimator=self.estimator, n_features_to_select=self.n_features_to_select or 10)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'model':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SelectFromModel(self.estimator or RandomForestClassifier())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'lasso':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estimator = LogisticRegression(penalty='l1', solver='saga') if len(np.unique(y)) &lt;= 2 else Lasso(alpha=0.01)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SelectFromModel(estimator)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AUTO FEATURE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AutoFeatureSelector: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methods=None, n_features_list=None, estimator=None, cv=5):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self.methods = methods or ['variance', 'mutual_info', 'model', 'lasso']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self.n_features_list = n_features_list or [10, 20, 30, 50]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self.estimator = estimator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best_score = -np.inf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method in self.methods: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n_features in self.n_features_list: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selector = FeatureSelector(method=method, n_features_to_select=n_features)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X_selected = selector.fit_transform(X,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scores = cross_val_score(self.estimator, X_selected, y, cv=self.cv)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np.mean(scores) &gt; best_score: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best_score = np.mean(scores)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self._best_selector = selector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self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# Model-based importance (Random Forest)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rf = RandomForestClassifier()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rf.fit(X, y)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importance = pd.DataFrame({'feature': X.columns, 'importance': rf.feature_importances_}).sort_values('importance', ascending=False)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# Permutation importance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result = permutation_importance(model, X, y, n_repeats=10)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importance = pd.DataFrame({'feature': X.columns, 'importance': result.importances_mean})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# SHAP importance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explainer = shap.TreeExplainer(model)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shap_values = explainer.shap_values(X)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importance = pd.DataFrame({'feature': X.columns, 'importance': np.abs(shap_values).mean(axis=0)})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VISUALIZING 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plot_feature_importance(importance_dict, top_k=20):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sorted_items = sorted(importance_dict.items(), key=lambda x: x[1], reverse=True)[:top_k]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features, importances = zip(*sorted_items)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fig, ax = plt.subplots(figsize=(10, 8))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ax.barh(range(len(features)), importances, color='steelblue')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ax.set_yticks(range(len(features)))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ax.set_yticklabels(features)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ax.set_xlabel('Importance')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ax.set_title(f'Top {len(features)} Feature Importances')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ax.invert_yaxis()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fig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FEATURE SELECTION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FILTER: Statistical measures (correlation, chi-square, mutual info)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WRAPPER: Model-based selection (RFE, forward/backward)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EMBEDDED: Feature importance from model (Lasso, Random Forest)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HYBRID: Combination of methods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WHEN TO USE EACH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VARIANCE: Remove constant/near-constant features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CORRELATION: Keep features correlated with target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MUTUAL INFO: Capture non-linear relationships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RFE: Model-specific, expensive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MODEL: Fast, model-specific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LASSO: Feature selection + regularization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TESTING FEATURE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creator = FeatureCreator(polynomial_degree=2, interactions=True, ratios=True)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X_enhanced = creator.fit_transform(X)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print(f"Original: {X.shape}, Enhanced: {X_enhanced.shape}")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selector = FeatureSelector(method='model', n_features_to_select=20)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X_selected = selector.fit_transform(X_enhanced, y)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print(f"Selected: {X_selected.shape}")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 = AutoFeatureSelector()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X_auto = auto.fit_transform(X_enhanced, y)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FEATURE ENGINEERING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Raw data → Preprocessing → Encoding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 creation (polynomials, interactions, ratios)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 selection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Dimensionality reduction (optional)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 training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 creation adds predictive power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Polynomials capture non-linearity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Interactions capture combined effects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 selection removes noise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Multiple selection methods available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 importance guides engineering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DOMAIN-SPECIFIC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Date/Time: Day of week, month, hour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Geographic: Distance, region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Text: Length, word count, sentiment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Financial: Ratios, growth rates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Customer: Lifetime value, recency, frequency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FEATURE SELECTION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Always select after train/test split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Use cross-validation for selection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Consider business requirements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Document feature definitions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Validate selected features on holdout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NEXT: 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Dimensionality Reduction and Imbalanced Learning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PCA, LDA, t-SNE, UMAP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SMOTE, ADASYN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weighting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Ensemble methods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PART 7: DIMENSIONALITY REDUCTION AND IMBALANCED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Managing Complexity and Class Distribution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Linear dimensionality reduction (PCA, LDA)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Non-linear reduction (t-SNE, UMAP)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Automated dimensionality selection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Multiple imbalance handling strategies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Visualization of reduced dimensions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THE CURSE OF DIMENSIONALITY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More dimensions = more data needed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Sparse data in high dimensions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Distances become meaningless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Overfitting becomes easier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Computation becomes expensive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Interpretability decreases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PCA: PRINCIPAL COMPONENT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Find directions of maximum variance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Linear transformation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Preserve variance, reduce dimensions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Components are orthogonal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Explained variance ratio shows importance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DIMENSIONALITY REDUCER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DimensionalityReducer: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method='pca', n_components=None, random_state=42):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self.method = method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self.n_components = n_components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self.random_state = random_state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X, y=None):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self._reducer = self._create_reducer(X,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self._reducer.fit(X,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transform(self,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X_reduced = self._reducer.transform(X)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isinstance(X, pd.DataFrame):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col_names = [f'PC{i+1}' for i in range(X_reduced.shape[1])] if self.method == 'pca' else [f'component_{i+1}' for i in range(X_reduced.shape[1])]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pd.DataFrame(X_reduced, columns=col_names, index=X.index)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X_reduced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CREATE_REDUCER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_create_reducer(self, X,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self.method == 'pca':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PCA(n_components=self.n_components, random_state=self.random_state)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'lda':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LinearDiscriminantAnalysis(n_components=self.n_components)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'tsne':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TSNE(n_components=self.n_components or 2, random_state=self.random_state)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'umap':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import umap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umap.UMAP(n_components=self.n_components or 2, random_state=self.random_state)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AUTO DIMENSION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AutoDimensionSelector: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component_range = [2, 5, 10, 20, 30, 50]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n_components in component_range: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reducer = DimensionalityReducer(method='pca', n_components=n_components)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X_reduced = reducer.fit_transform(X,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scores = cross_val_score(self.estimator, X_reduced, y, cv=self.cv)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np.mean(scores) &gt; best_score: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best_n = n_components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best_n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t-SNE FOR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Preserves local structure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Excellent for visualization (2D/3D)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Computationally expensive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Non-deterministic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Doesn't preserve global structure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Use for exploration, not production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UMAP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Preserves manifold structure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Faster than t-SNE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Better global structure preservation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More deterministic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Good for large datasets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Works well with other algorithms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IMBALANCED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distribution is skewed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Majority class dominates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Accuracy is misleading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 predicts majority class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Minority class performance is poor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Business impact can be severe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IMBALANCE HANDLER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ImbalanceHandler: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method='smote', sampling_strategy='auto', random_state=42):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self.method = method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self.sampling_strategy = sampling_strategy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self.random_state = random_state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fit_resample(self, X,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self._resampler = self._create_resampler()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X_resampled, y_resampled = self._resampler.fit_resample(X,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X_resampled, y_resampled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CREATE_RESAMPLER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_create_resampler(self):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self.method == 'smote':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SMOTE(sampling_strategy=self.sampling_strategy, random_state=self.random_state)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'adasyn':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ADASYN(sampling_strategy=self.sampling_strategy, random_state=self.random_state)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'random_over':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RandomOverSampler(sampling_strategy=self.sampling_strategy, random_state=self.random_state)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'random_under':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RandomUnderSampler(sampling_strategy=self.sampling_strategy, random_state=self.random_state)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'smote_enn':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SMOTEENN(sampling_strategy=self.sampling_strategy, random_state=self.random_state)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'smote_tomek':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SMOTETomek(sampling_strategy=self.sampling_strategy, random_state=self.random_state)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COST-SENSITIVE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CostSensitiveHandler: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classes = np.unique(y)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class_weights = compute_class_weight('balanced', classes=classes, y=y)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self._class_weights = {cls: weight for cls, weight in zip(classes, class_weights)}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get_class_weights(self):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self._class_weights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# Usage in model: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 = RandomForestClassifier(class_weight='balanced')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 = LogisticRegression(class_weight='balanced')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 = SVC(class_weight='balanced')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BALANCED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BalancedEnsemble: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base_estimator=None, n_estimators=100):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self.base_estimator = base_estimator or DecisionTreeClassifier()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self.n_estimators = n_estimators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self._ensemble = BalancedRandomForestClassifier(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base_estimator=self.base_estimator,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n_estimators=self.n_estimators,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random_state=42,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n_jobs=-1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self._ensemble.fit(X, y)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WHEN TO USE EACH IMBALANCE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SMOTE: Moderate imbalance, sufficient minority data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ADASYN: Hard-to-learn minority examples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RANDOM OVER: Simple, fast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RANDOM UNDER: Large dataset, simple models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SMOTE-ENN: Clean noisy data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SMOTE-TOMEK: Remove borderline samples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COST-SENSITIVE: Can't resample data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BALANCED ENSEMBLE: Robust performance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EVALUATING IMBALANCED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ROC-AUC (primary)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PR-AUC (especially for highly imbalanced)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F1 Score (balance precision/recall)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Balanced Accuracy (average recall per class)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MCC (Matthews Correlation Coefficient)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Confusion Matrix (detailed view)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Precision/Recall (business-dependent)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TESTING DIMENSIONALITY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pca = DimensionalityReducer(method='pca', n_components=0.95)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X_pca = pca.fit_transform(X)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print(f"Original: {X.shape}, Reduced: {X_pca.shape}")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lda = DimensionalityReducer(method='lda', n_components=1)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X_lda = lda.fit_transform(X, y)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tsne = DimensionalityReducer(method='tsne', n_components=2)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X_tsne = tsne.fit_transform(X[:200])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 = AutoDimensionSelector()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X_auto = auto.fit_transform(X, y)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TESTING IMBALANCE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handler = ImbalanceHandler(method='smote')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X_resampled, y_resampled = handler.fit_resample(X, y)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print(f"Original: {np.bincount(y)}")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print(f"Resampled: {np.bincount(y_resampled)}")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cs = CostSensitiveHandler()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cs.fit(y)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print(cs.get_class_weights())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ensemble = BalancedEnsemble()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ensemble.fit(X, y)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VISUALIZING DIMENSIONALITY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plot_pca_components(X_reduced,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fig, ax = plt.subplots(figsize=(10, 8))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scatter = ax.scatter(X_reduced[:, 0], X_reduced[:, 1], c=y, cmap='viridis', alpha=0.6)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ax.set_xlabel('PC1')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ax.set_ylabel('PC2')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ax.set_title('PCA Projection')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plt.colorbar(scatter)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fig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Dimensionality reduction handles the curse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PCA for linear variance retention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t-SNE/UMAP for visualization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Imbalanced data requires special handling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SMOTE creates synthetic minority samples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Cost-sensitive learning penalizes majority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Balanced ensembles improve performance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PART 8: TREE-BASED AND ENSEMBLE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Powerful Non-Linear Models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Decision Tree implementation with visualization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Random Forest with comprehensive tuning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XGBoost integration with custom objectives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LightGBM for efficiency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CatBoost for native categorical support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Unified API for all tree-based models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WHY TREES ARE POWERFUL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Non-linear: Capture complex relationships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Interpretable: Can be visualized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Robust: Not sensitive to outliers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Handle mixed data: Numeric + categorical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 importance: Natural importance measures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No scaling required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THE EVOLUTION OF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Decision Trees (1984) → Random Forest (2001) → Gradient Boosting (1999) → XGBoost (2014) → LightGBM (2017) → CatBoost (2017)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TREE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TreeModel: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model_type='random_forest', task='classification', **kwargs):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self.model_type = model_type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self.task = task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self.kwargs = kwargs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self._model = self._create_model()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self._model.fit(X,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predict(self,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self._model.predict(X)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predict_proba(self,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self._model.predict_proba(X)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get_feature_importance(self):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self._model.feature_importances_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CREATE_MODEL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_create_model(self):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model_info =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'decision_tree': DecisionTreeClassifier if self.task == 'classification' else DecisionTreeRegressor,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'random_forest': RandomForestClassifier if self.task == 'classification' else RandomForestRegressor,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'xgboost': XGBClassifier if self.task == 'classification' else XGBRegressor,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'lightgbm': LGBMClassifier if self.task == 'classification' else LGBMRegressor,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'catboost': CatBoostClassifier if self.task == 'classification' else CatBoostRegressor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default_params =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'decision_tree': {'max_depth': 5, 'min_samples_split': 10},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'random_forest': {'n_estimators': 100, 'max_depth': 10},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'xgboost': {'n_estimators': 100, 'max_depth': 6, 'learning_rate': 0.3},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'lightgbm': {'n_estimators': 100, 'max_depth': 6, 'learning_rate': 0.1},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'catboost': {'iterations': 100, 'depth': 6, 'learning_rate': 0.1}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params = {**default_params.get(self.model_type, {}), **self.kwargs}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model_info[self.model_type](**params)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XGBOOST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Regularization: L1 (reg_alpha) and L2 (reg_lambda)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Early stopping: Prevents overfitting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Monotonic constraints: Enforce direction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Custom objectives: Asymmetric costs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 importance: Weight, gain, cover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GPU acceleration: tree_method='gpu_hist'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XGBOOST WITH CUSTOM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custom_objective(y_true, y_pred):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grad = y_pred - y_true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grad[y_true == 1] *= 2.0  # Penalize false negatives more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hess = np.ones_like(y_true)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grad, hess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custom_eval(y_true, y_pred):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y_pred_binary = (y_pred &gt; 0.5).astype(int)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tn, fp, fn, tp = confusion_matrix(y_true, y_pred_binary).ravel()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profit = tp * 100 - fp * 10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'profit', profit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 = xgb.XGBClassifier(objective=custom_objective, random_state=42)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model.fit(X, y, eval_metric=custom_eval)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LIGHTGBM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Histogram-based: Faster, memory efficient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Leaf-wise growth: Better accuracy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Categorical features: Native support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Early stopping: Prevent overfitting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GPU support: Faster training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 importance: Split, gain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CATBOOST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Native categorical support: No pre-encoding needed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Ordered boosting: Prevents overfitting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Symmetric trees: Faster prediction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Automatic feature selection: Built-in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GPU support: Faster training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 importance: PredictionValuesChange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MODEL COMPARATOR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ModelComparator: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models, task='classification', cv=5):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self.models = models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self.task = task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self.cv = cv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compare(self, X_train, y_train, X_test, y_test):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results = []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model_type in self.models: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model = TreeModel(model_type=model_type, task=self.task)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model.fit(X_train, y_train)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y_pred = model.predict(X_test)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metrics = self._calculate_metrics(y_test, y_pred)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cv_scores = cross_val_score(model, X_train, y_train, cv=self.cv)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results.append({'model': model_type, 'cv_mean': np.mean(cv_scores), **metrics})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pd.DataFrame(results)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GETTING 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# Random Forest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importance = pd.DataFrame({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'feature': X.columns,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'importance': rf_model.feature_importances_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}).sort_values('importance', ascending=False)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# XGBoost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importance = pd.DataFrame({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'feature': X.columns,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'importance': xgb_model.feature_importances_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}).sort_values('importance', ascending=False)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# Plot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fig, ax = plt.subplots(figsize=(10, 8))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importance.head(20).plot(kind='barh', x='feature', y='importance', ax=ax)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ax.set_title('Feature Importance')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plt.tight_layout()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PLOTTING 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from sklearn.tree import plot_tree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tree = DecisionTreeClassifier(max_depth=3, random_state=42)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tree.fit(X_train, y_train)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plt.figure(figsize=(20, 10))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plot_tree(tree, feature_names=X.columns, class_names=['No Churn', 'Churn'], filled=True, rounded=True)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plt.show()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HYPERPARAMETER TUNING FOR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Random Forest: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n_estimators: 50-500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max_depth: 3-15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min_samples_split: 2-20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min_samples_leaf: 1-10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max_features: 'sqrt', 'log2', None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XGBoost: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n_estimators: 50-500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max_depth: 3-12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learning_rate: 0.01-0.3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subsample: 0.6-1.0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colsample_bytree: 0.6-1.0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reg_alpha: 0-1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reg_lambda: 0-1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WHEN TO USE EACH TREE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DECISION TREE: Interpretability needed, small datasets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RANDOM FOREST: Good default, handles non-linearity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XGBOOST: Best performance, large datasets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LIGHTGBM: Very large datasets, speed needed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CATBOOST: Categorical features, good default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TESTING TREE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dt = TreeModel(model_type='decision_tree', task='classification', max_depth=5)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dt.fit(X_train, y_train)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print(f"Decision Tree Accuracy: {dt.score(X_test, y_test):.4f}")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rf = TreeModel(model_type='random_forest', task='classification', n_estimators=100)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rf.fit(X_train, y_train)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print(f"Random Forest Accuracy: {rf.score(X_test, y_test):.4f}")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xgb = TreeModel(model_type='xgboost', task='classification', n_estimators=100)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xgb.fit(X_train, y_train)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print(f"XGBoost Accuracy: {xgb.score(X_test, y_test):.4f}")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Trees capture non-linear relationships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Random Forest reduces overfitting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XGBoost offers best performance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LightGBM is fast and efficient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CatBoost handles categoricals natively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Feature importance guides interpretation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ENSEMBLE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Bagging: Train models on bootstrap samples, average predictions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Boosting: Sequentially correct errors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Stacking: Train meta-model on predictions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Voting: Combine predictions from multiple models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NEXT: PART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Unsupervised Learning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K-Means clustering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DBSCAN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Hierarchical clustering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Clustering validation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Cluster profiling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PART 9: UNSUPERVISED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Discovering Hidden Patterns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K-Means clustering with automated K selection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DBSCAN with adaptive parameter tuning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Hierarchical clustering with dendrogram visualization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Clustering validation metrics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Cluster profiling and interpretation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WHY UNSUPERVISED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Discover unknown patterns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 exploration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Preprocessing for supervised learning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Anomaly detection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Dimensionality reduction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Customer segmentation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CLUSTERING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ClusteringModel: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method='kmeans', n_clusters=None, scale_data=True, random_state=42):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self.method = method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self.n_clusters = n_clusters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self.scale_data = scale_data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self.random_state = random_state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X_scaled = self._scale_data(X)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self._model = self._create_model()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self._model.fit(X_scaled)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self._labels = self._model.labels_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predict(self,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X_scaled = self._scale_data(X)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self._model.predict(X_scaled)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evaluate(self,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metrics =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'silhouette': silhouette_score(X, self._labels),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'davies_bouldin': davies_bouldin_score(X, self._labels),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'calinski_harabasz': calinski_harabasz_score(X, self._labels)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metrics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CREATE_MODEL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_create_model(self):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self.method == 'kmeans':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KMeans(n_clusters=self.n_clusters or 8, random_state=self.random_state)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'dbscan':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DBSCAN(eps=self.kwargs.get('eps', 0.5), min_samples=self.kwargs.get('min_samples', 5))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'hierarchical':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AgglomerativeClustering(n_clusters=self.n_clusters, linkage=self.kwargs.get('linkage', 'ward'))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'gmm':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GaussianMixture(n_components=self.n_clusters or 8, random_state=self.random_state)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OPTIMAL K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OptimalKSelector: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select(self,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results = {'k': [], 'inertia': [], 'silhouette': [], 'gap': []}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k in range(2, min(11, X.shape[0])):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kmeans = KMeans(n_clusters=k, random_state=42)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kmeans.fit(X)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results['k'].append(k)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results['inertia'].append(kmeans.inertia_)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len(np.unique(kmeans.labels_)) &gt;= 2: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results['silhouette'].append(silhouette_score(X, kmeans.labels_))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else: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results['silhouette'].append(0)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Elbow method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diff1 = np.diff(results['inertia'])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diff2 = np.diff(diff1)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k_elbow = results['k'][np.argmax(diff2) + 1]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Max silhouette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k_silhouette = results['k'][np.argmax(results['silhouette'])]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self._optimal_k = max(k_elbow, k_silhouette)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self._optimal_k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HIERARCHICAL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HierarchicalClustering: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self._linkage_matrix = linkage(X, method='ward')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self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fit_predict(self, X, n_clusters=None, distance_threshold=None):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n_clusters is not None: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self._labels = fcluster(self._linkage_matrix, n_clusters, criterion='maxclust')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distance_threshold is not None: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self._labels = fcluster(self._linkage_matrix, distance_threshold, criterion='distance')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self._labels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plot_dendrogram(self, max_d=None):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fig, ax = plt.subplots(figsize=(12, 8))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dendrogram(self._linkage_matrix, ax=ax, color_threshold=max_d)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ax.set_xlabel('Sample Index')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ax.set_ylabel('Distance')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ax.set_title('Dendrogram')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max_d: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ax.axhline(y=max_d, color='red', linestyle='--', label=f'Threshold: {max_d:.2f}')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fig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CLUSTER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get_cluster_profiles(X, labels):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profiles = []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unique_labels = np.unique(labels[labels &gt;= 0])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cluster_id in unique_labels: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mask = labels == cluster_id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cluster_data = X[mask]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profile =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'cluster': cluster_id,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'size': len(cluster_data),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'percentage': (len(cluster_data) / len(X)) * 100,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'means': cluster_data.mean(axis=0)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profiles.append(profile)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pd.DataFrame(profiles)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CLUSTERING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plot_clusters(X, labels, method='pca'):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method == 'pca':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reducer = PCA(n_components=2)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X_reduced = reducer.fit_transform(X)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method == 'tsne':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reducer = TSNE(n_components=2)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X_reduced = reducer.fit_transform(X[:1000])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fig, ax = plt.subplots(figsize=(10, 8))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unique_labels = np.unique(labels[labels &gt;= 0])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colors = plt.cm.viridis(np.linspace(0, 1, len(unique_labels)))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i, cluster_id in enumerate(unique_labels):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mask = labels == cluster_id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ax.scatter(X_reduced[mask, 0], X_reduced[mask, 1], c=[colors[i]], label=f'Cluster {cluster_id}', alpha=0.6)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-1 in labels: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mask = labels == -1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ax.scatter(X_reduced[mask, 0], X_reduced[mask, 1], c='gray', label='Noise', alpha=0.4)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ax.legend()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fig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CLUSTERING VALIDATION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SILHOUETTE SCORE: [-1, 1], higher is better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DAVIES-BOULDIN: Lower is better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CALINSKI-HARABASZ: Higher is better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Silhouette interpretation: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&gt; 0.7: Strong clustering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&gt; 0.5: Reasonable clustering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&gt; 0.3: Weak clustering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&lt; 0.2: No clustering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TESTING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kmeans = ClusteringModel(method='kmeans', n_clusters=4)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labels = kmeans.fit_predict(X)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print(f"Clusters found: {len(np.unique(labels))}")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print(f"Cluster sizes: {pd.Series(labels).value_counts().to_dict()}")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metrics = kmeans.evaluate(X)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print(metrics)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k_selector = OptimalKSelector()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optimal_k = k_selector.select(X)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print(f"Optimal K: {optimal_k}")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hierarchical = HierarchicalClustering()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hierarchical.fit(X)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labels = hierarchical.fit_predict(X, n_clusters=4)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dendrogram = hierarchical.plot_dendrogram()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DBSCAN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Finds arbitrary shapes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Handles noise/outliers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No K required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Works with varying densities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Two parameters: eps and min_samples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WHEN TO USE EACH CLUSTERING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K-MEANS: Spherical clusters, known K, large datasets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DBSCAN: Arbitrary shapes, unknown K, outliers present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HIERARCHICAL: Hierarchical structure, small datasets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GMM: Ellipsoidal clusters, soft assignments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SPECTRAL: Non-convex clusters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Clustering discovers natural groupings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K-Means is simple and fast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DBSCAN handles arbitrary shapes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Hierarchical shows structure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Validation metrics guide selection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Cluster profiles aid interpretation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NEXT: PART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Deep Learning Fundamentals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Neural network architecture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PyTorch tensor operations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Custom neural network layers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Training loops with optimization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Activation and loss functions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PART 10: DEEP LEARNING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Building Neural Networks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Understanding of neural network architecture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PyTorch tensor operations and autograd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Custom neural network layers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Training loops with optimization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Multiple activation and loss functions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WHY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Dynamic computation graphs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Pythonic: Feels like Python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GPU support: Seamless transition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Community: Huge ecosystem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Debugging: Easy to inspect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SETUP_DEVICE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setup_device(use_gpu=True):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use_gpu and torch.cuda.is_available():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device = torch.device('cuda')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print(f"Using GPU: {torch.cuda.get_device_name(0)}")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use_gpu and torch.backends.mps.is_available():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device = torch.device('mps')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print("Using Apple MPS")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else: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device = torch.device('cpu')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print("Using CPU")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device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MLP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MLP(nn.Module):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input_dim, hidden_dims, output_dim, activation='relu', dropout_rate=0.0):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super().__init__()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self.activation = self._get_activation(activation)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layers = []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prev_dim = input_dim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hidden_dim in hidden_dims: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layers.append(nn.Linear(prev_dim, hidden_dim))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layers.append(self.activation)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dropout_rate &gt; 0: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layers.append(nn.Dropout(dropout_rate))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prev_dim = hidden_dim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layers.append(nn.Linear(prev_dim, output_dim))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self.layers = nn.Sequential(*layers)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self._initialize_weights()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forward(self,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self.layers(x)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RESIDUAL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ResidualBlock(nn.Module):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dim, dropout_rate=0.0, use_batch_norm=True):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super().__init__()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self.linear1 = nn.Linear(dim, dim)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self.linear2 = nn.Linear(dim, dim)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self.bn1 = nn.BatchNorm1d(dim) if use_batch_norm else nn.Identity()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self.bn2 = nn.BatchNorm1d(dim) if use_batch_norm else nn.Identity()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self.dropout = nn.Dropout(dropout_rate) if dropout_rate &gt; 0 else nn.Identity()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self.relu = nn.ReLU()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forward(self,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residual = x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out = self.linear1(x)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out = self.bn1(out)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out = self.relu(out)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out = self.dropout(out)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out = self.linear2(out)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out = self.bn2(out)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out = out + residual  # Skip connection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out = self.relu(out)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out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RESNET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ResNet(nn.Module):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input_dim, hidden_dims, output_dim, num_blocks=3):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super().__init__()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self.input_proj = nn.Linear(input_dim, hidden_dims[0])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self.blocks = nn.ModuleList()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_ in range(num_blocks):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dim in hidden_dims: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self.blocks.append(ResidualBlock(dim))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self.output = nn.Linear(hidden_dims[-1], output_dim)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forward(self,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 = self.input_proj(x)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block in self.blocks: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 = block(x)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 = self.output(x)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x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AUTOENCODER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Autoencoder(nn.Module):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input_dim, encoding_dim, hidden_dims=None):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super().__init__()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hidden_dims = hidden_dims or [input_dim // 2, input_dim // 4]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self.encoding_dim = encoding_dim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Encoder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encoder_layers = []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prev_dim = input_dim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dim in hidden_dims: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encoder_layers.append(nn.Linear(prev_dim, dim))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encoder_layers.append(nn.ReLU())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prev_dim = dim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encoder_layers.append(nn.Linear(prev_dim, encoding_dim))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self.encoder = nn.Sequential(*encoder_layers)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Decoder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decoder_layers = []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prev_dim = encoding_dim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dim in reversed(hidden_dims):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decoder_layers.append(nn.Linear(prev_dim, dim))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decoder_layers.append(nn.ReLU())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prev_dim = dim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decoder_layers.append(nn.Linear(prev_dim, input_dim))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self.decoder = nn.Sequential(*decoder_layers)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forward(self, x):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encoded = self.encoder(x)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decoded = self.decoder(encoded)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decoded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DEEP TRAINER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DeepTrainer: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model, criterion, optimizer, device=None):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self.model = model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self.criterion = criterion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self.optimizer = optimizer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self.device = device or setup_device()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self.model.to(self.device)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train_epoch(self, loader):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self.model.train()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total_loss = 0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data, target in loader: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data, target = data.to(self.device), target.to(self.device)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self.optimizer.zero_grad()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output = self.model(data)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loss = self.criterion(output, target)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loss.backward()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self.optimizer.step()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total_loss += loss.item()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total_loss / len(loader)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validate(self, loader):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self.model.eval()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correct = 0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total = 0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with torch.no_grad():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data, target in loader: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data, target = data.to(self.device), target.to(self.device)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output = self.model(data)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pred = output.argmax(dim=1)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correct += (pred == target).sum().item()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total += target.size(0)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correct / total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EARLY STOPPING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EarlyStopping: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patience=10, min_delta=1e-4, restore_best_weights=True):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self.patience = patience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self.min_delta = min_delta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self.restore_best_weights = restore_best_weights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self.counter = 0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self.best_loss = None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__call__(self, val_loss, model):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self.best_loss is None or val_loss &lt; self.best_loss - self.min_delta: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self.best_loss = val_loss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self.counter = 0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False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self.counter += 1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self.counter &gt;= self.patience: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True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False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ACTIVATION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RELU: max(0, x)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LEAKY_RELU: max(0.01x, x)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ELU: x if x&gt;0; α(e^x-1) if x≤0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SELU: Self-normalizing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GELU: Gaussian error linear unit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SIGMOID: 1/(1+e^-x)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TANH: (e^x-e^-x)/(e^x+e^-x)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SOFTMAX: e^x_i / Σe^x_j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LOSS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CLASSIFICATION: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Cross-Entropy: -Σ y_i * log(ŷ_i)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Binary Cross-Entropy: -[y*log(ŷ) + (1-y)*log(1-ŷ)]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Focal Loss: -α*(1-ŷ)^γ*log(ŷ)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REGRESSION: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MSE: (1/n)Σ(y_i - ŷ_i)²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MAE: (1/n)Σ|y_i - ŷ_i|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Huber: MSE for small errors, MAE for large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TENSOR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import torch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# Create tensors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 = torch.tensor([1, 2, 3])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 = torch.zeros(3, 4)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 = torch.ones(2, 3)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 = torch.randn(3, 4)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# Operations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 + t, t * t, t @ t.T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t.mean(), t.std(), t.sum()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t.cuda()  # Move to GPU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t.cpu()   # Move to CPU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AUTOGRAD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 = torch.tensor([2.0], requires_grad=True)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y = x ** 2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y.backward()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print(x.grad)  # 4.0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# Model parameters require gradients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 = nn.Linear(10, 1)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loss = criterion(model(x), y)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loss.backward()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optimizer.step()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TRAINING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for epoch in range(epochs):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train_loss = trainer.train_epoch(train_loader)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val_acc = trainer.validate(val_loader)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early_stopping(val_loss, model):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break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scheduler: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scheduler.step(val_loss)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print(f"Epoch {epoch+1}: Train Loss: {train_loss:.4f}, Val Acc: {val_acc:.4f}")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GPU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device = torch.device('cuda' if torch.cuda.is_available() else 'cpu')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 = model.to(device)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 = data.to(device)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target = target.to(device)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# Check GPU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print(torch.cuda.is_available())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print(torch.cuda.get_device_name(0))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print(torch.cuda.memory_allocated())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TESTING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 = MLP(input_dim=20, hidden_dims=[64, 32], output_dim=2)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trainer = DeepTrainer(model, criterion, optimizer)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trainer.train(train_loader, val_loader, epochs=50)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y_pred = trainer.predict(test_loader)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print(f"Accuracy: {accuracy_score(y_test, y_pred):.4f}")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autoencoder = Autoencoder(input_dim=20, encoding_dim=8)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# Train autoencoder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autoencoder.train()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Neural networks learn from data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Activation functions introduce non-linearity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Loss functions measure error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Backpropagation computes gradients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Optimizers update weights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GPU training speeds up training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NEXT: PART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Cross-Validation and Evaluation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K-Fold, Stratified, GroupKFold, TimeSeriesSplit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Precision, Recall, F1, ROC-AUC, PR-AUC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MAE, RMSE, MAPE, R²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Confusion matrix visualization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PART 11: CROSS-VALIDATION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Rigorous Model Assessment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Multiple cross-validation strategies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Comprehensive classification metrics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Comprehensive regression metrics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Confusion matrix visualization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Learning curves and validation curves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WHY VALIDATION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Estimate real-world performance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Detect overfitting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Compare models fairly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Select best model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Build confidence in predictions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CROSS-VALIDATOR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CrossValidator: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method='stratified_kfold', n_splits=5, shuffle=True, random_state=42):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self.method = method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self.n_splits = n_splits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self.shuffle = shuffle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self.random_state = random_state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get_splits(self, X, y=None, groups=None):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self._cv = self._create_cv()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self.method in ['stratified_kfold', 'stratified_shuffle']: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list(self._cv.split(X, y))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'group_kfold':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list(self._cv.split(X, groups=groups))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else: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list(self._cv.split(X))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CREATE_CV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_create_cv(self):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self.method == 'kfold':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KFold(n_splits=self.n_splits, shuffle=self.shuffle, random_state=self.random_state)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'stratified_kfold':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StratifiedKFold(n_splits=self.n_splits, shuffle=self.shuffle, random_state=self.random_state)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'group_kfold':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GroupKFold(n_splits=self.n_splits)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self.method == 'timeseries':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TimeSeriesSplit(n_splits=self.n_splits)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VALIDATE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validate(self, model, X, y, scoring=None):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self._cv = self._create_cv()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scoring is None: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scoring = 'accuracy' if len(np.unique(y)) &lt;= 2 else 'neg_mean_squared_error'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splits = self.get_splits(X,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fold_results = []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fold, (train_idx, test_idx) in enumerate(splits):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X_train, X_test = X.iloc[train_idx], X.iloc[test_idx]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y_train, y_test = y.iloc[train_idx], y.iloc[test_idx]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model_copy = model.__class__(**model.get_params())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model_copy.fit(X_train, y_train)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y_pred = model_copy.predict(X_test)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score = self._calculate_score(y_test, y_pred, scoring)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fold_results.append({'fold': fold, 'score': score})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{'scores': [r['score'] for r in fold_results], 'mean_score': np.mean([r['score'] for r in fold_results]), 'std_score': np.std([r['score'] for r in fold_results])}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METRICS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MetricsCalculator: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compute_metrics(self, y_true, y_pred, y_proba=None):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self.task == 'classification':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metrics =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'accuracy': accuracy_score(y_true, y_pred),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'precision': precision_score(y_true, y_pred, average='weighted', zero_division=0),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'recall': recall_score(y_true, y_pred, average='weighted', zero_division=0),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'f1': f1_score(y_true, y_pred, average='weighted', zero_division=0)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y_proba is not None: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metrics['roc_auc'] = roc_auc_score(y_true, y_proba)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metrics['average_precision'] = average_precision_score(y_true, y_proba)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else: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metrics =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'mse': mean_squared_error(y_true, y_pred),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'rmse': np.sqrt(mean_squared_error(y_true, y_pred)),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'mae': mean_absolute_error(y_true, y_pred),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'mape': mean_absolute_percentage_error(y_true, y_pred),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'r2': r2_score(y_true, y_pred)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metrics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CLASSIFICATION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ACCURACY: (TP+TN)/(TP+TN+FP+FN)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PRECISION: TP/(TP+FP)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RECALL: TP/(TP+FN)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F1: 2*P*R/(P+R)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ROC-AUC: Area under ROC curve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PR-AUC: Area under PR curve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REGRESSION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MSE: Σ(y-ŷ)²/n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RMSE: √MSE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MAE: Σ|y-ŷ|/n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MAPE: Σ|(y-ŷ)/y|/n * 100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R²: 1 - SS_res/SS_tot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confusion_matrix_summary(y_true, y_pred):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cm = confusion_matrix(y_true, y_pred)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tn, fp, fn, tp = cm.ravel()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'true_positives': tp,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'false_positives': fp,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'true_negatives': tn,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'false_negatives': fn,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'sensitivity': tp / (tp + fn),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'specificity': tn / (tn + fp),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'precision': tp / (tp + fp),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'accuracy': (tp + tn) / (tp + tn + fp + fn)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PLOT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plot_confusion_matrix(y_true, y_pred):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cm = confusion_matrix(y_true, y_pred)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fig, ax = plt.subplots(figsize=(8, 6))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sns.heatmap(cm, annot=True, fmt='d', cmap='Blues', ax=ax)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ax.set_xlabel('Predicted')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ax.set_ylabel('Actual')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ax.set_title('Confusion Matrix')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fig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ROC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plot_roc_curve(y_true, y_proba):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fpr, tpr, _ = roc_curve(y_true, y_proba)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roc_auc = auc(fpr, tpr)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fig, ax = plt.subplots(figsize=(8, 6))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ax.plot(fpr, tpr, label=f'ROC (AUC = {roc_auc:.3f})')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ax.plot([0, 1], [0, 1], 'k--', label='Random')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ax.set_xlabel('False Positive Rate')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ax.set_ylabel('True Positive Rate')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ax.set_title('ROC Curve')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ax.legend()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fig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PR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plot_pr_curve(y_true, y_proba):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precision, recall, _ = precision_recall_curve(y_true, y_proba)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pr_auc = auc(recall, precision)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fig, ax = plt.subplots(figsize=(8, 6))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ax.plot(recall, precision, label=f'PR (AUC = {pr_auc:.3f})')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ax.set_xlabel('Recall')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ax.set_ylabel('Precision')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ax.set_title('Precision-Recall Curve')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ax.legend()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fig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WHEN TO USE EACH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ACCURACY: Balanced classes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PRECISION: Minimize false positives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RECALL: Minimize false negatives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F1: Balance precision and recall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ROC-AUC: Overall performance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PR-AUC: Imbalanced data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MSE: Large errors penalized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MAE: Robust to outliers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R²: Variance explained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TESTING CROSS-VALIDATION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cv = CrossValidator(method='stratified_kfold', n_splits=5)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results = cv.validate(model, X, y, scoring='accuracy')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print(f"Mean Accuracy: {results['mean_score']:.4f} (+/- {results['std_score']:.4f})")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cv = CrossValidator(method='timeseries', n_splits=5)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results = cv.validate(model, X, y)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CV estimates real-world performance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Different CV for different data types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Metrics match business objectives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Confusion matrix shows detailed performance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ROC-AUC for ranking performance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PR-AUC for imbalanced data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NEXT: PART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Hyperparameter Optimization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Grid Search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Random Search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Bayesian Optimization with Optuna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Automated tuning with pruning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PART 12: HYPERPARAMETER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Finding the Best Model Settings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Grid Search for exhaustive exploration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Random Search for efficient exploration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Bayesian Optimization with Optuna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Automated tuning with pruning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Visualization of optimization results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GRID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GridSearchOptimizer: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param_grid, cv=5, scoring=None):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self.param_grid = param_grid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self.cv = cv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self.scoring = scoring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optimize(self, model, X,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self._grid_search = GridSearchCV(model, self.param_grid, cv=self.cv, scoring=self.scoring, n_jobs=-1)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self._grid_search.fit(X,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'best_params': self._grid_search.best_params_,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'best_score': self._grid_search.best_score_,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'cv_results': self._grid_search.cv_results_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RANDOM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RandomSearchOptimizer: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param_distributions, n_iter=100, cv=5, scoring=None):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self.param_distributions = param_distributions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self.n_iter = n_iter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self.cv = cv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self.scoring = scoring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optimize(self, model, X,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self._random_search = RandomizedSearchCV(model, self.param_distributions, n_iter=self.n_iter, cv=self.cv, scoring=self.scoring, n_jobs=-1)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self._random_search.fit(X,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'best_params': self._random_search.best_params_,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'best_score': self._random_search.best_score_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OPTUNA TUNER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OptunaTuner: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param_space, n_trials=100, direction='maximize', cv=5, scoring=None):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self.param_space = param_space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self.n_trials = n_trials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self.direction = direction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self.cv = cv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self.scoring = scoring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optimize(self, X, y, model):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objective(trial):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params = {}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param_name, param_range in self.param_space.items():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isinstance(param_range, list):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params[param_name] = trial.suggest_categorical(param_name, param_range)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isinstance(param_range, tuple):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params[param_name] = trial.suggest_int(param_name, param_range[0], param_range[1])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model.set_params(**params)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scores = cross_val_score(model, X, y, cv=self.cv, scoring=self.scoring)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np.mean(scores)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study = optuna.create_study(direction=self.direction)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study.optimize(objective, n_trials=self.n_trials)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{'best_params': study.best_params, 'best_value': study.best_value}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PARAMETER 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RANDOM FOREST: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'n_estimators': (50, 200),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'max_depth': (3, 10),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'min_samples_split': (2, 10),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'min_samples_leaf': (1, 4),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'max_features': ['sqrt', 'log2']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XGBOOST: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'n_estimators': (50, 200),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'max_depth': (3, 10),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'learning_rate': (0.01, 0.3),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'subsample': (0.6, 1.0),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'colsample_bytree': (0.6, 1.0)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AUTOMATED TUNER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AutomatedTuner: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method='bayesian', n_trials=100, cv=5):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self.method = method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self.n_trials = n_trials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self.cv = cv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tune(self, model, X, y, param_space):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total_combinations = self._count_combinations(param_space)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self.method == 'auto':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total_combinations &lt;= 20: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method = 'grid'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total_combinations &lt;= 100: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method = 'random'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else: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method = 'bayesian'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else: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method = self.method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method == 'grid':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tuner = GridSearchOptimizer(param_space, cv=self.cv)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method == 'random':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tuner = RandomSearchOptimizer(param_space, n_iter=min(self.n_trials, 100), cv=self.cv)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else: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tuner = OptunaTuner(param_space, n_trials=self.n_trials, cv=self.cv)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tuner.optimize(model, X, y)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OPTUNA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plot_optimization_history(study):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 = plot_optimization_history(study)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fig.update_layout(title='Optimization History')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fig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plot_param_importances(study):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 = plot_param_importances(study)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fig.update_layout(title='Hyperparameter Importance')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fig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plot_parallel_coordinate(study):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 = plot_parallel_coordinate(study)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fig.update_layout(title='Parallel Coordinate Plot')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fig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PRUNING WITH OPTUNA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study = optuna.create_study(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direction='maximize',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pruner=MedianPruner(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n_startup_trials=5,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n_warmup_steps=10,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interval_steps=1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WHEN TO USE EACH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GRID SEARCH: Small spaces, known good ranges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RANDOM SEARCH: Medium spaces, unknown ranges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BAYESIAN: Large spaces, expensive evaluation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AUTO: Automatically selects best method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TESTING HYPERPARAMETER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param_grid =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'n_estimators': [50, 100, 200],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'max_depth': [3, 5, 7],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'min_samples_split': [2, 5, 10]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grid = GridSearchOptimizer(param_grid)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results = grid.optimize(model, X, y)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print(results['best_params'])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param_dist =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'n_estimators': (50, 200),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'max_depth': (3, 10)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random = RandomSearchOptimizer(param_dist, n_iter=30)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results = random.optimize(model, X, y)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optuna = OptunaTuner(param_space, n_trials=50)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results = optuna.optimize(X, y, model)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Grid search is exhaustive but slow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Random search is more efficient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Bayesian optimization is intelligent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Optuna provides advanced features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Automated tuning saves time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Visualize results for insights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NEXT: PART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Pipeline Construction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Leak-free preprocessing pipeline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Integrated categorical encoding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 persistence and versioning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Complete training pipeline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PART 13: PIPELINE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Building the Complete System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Leak-free preprocessing pipeline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Integrated encoding, scaling, imbalance handling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Built-in cross-validation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Hyperparameter optimization integrated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 persistence and versioning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Prediction pipeline for new data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THE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Data Layer → Feature Layer → Model Layer → Validation Layer → Deployment Layer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MLPIPELINE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MLPipeline: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__init__(self, config, schema=None):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self.config = config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self.schema = schema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self._target_col = config.get('target_col')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self._model_type = config.get('model_type', 'random_forest')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train(self, X, y=None, tune_hyperparameters=True):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Step 1: Data validation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self.schema: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self.validator.validate_schema(X, self.schema)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Step 2: Preprocessing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self.preprocessor = DataPreprocessor(...)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X_preprocessed = self.preprocessor.fit_transform(X)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Step 3: Feature engineering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self.encoder = CategoricalEncoder(...)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X_encoded = self.encoder.fit_transform(X_preprocessed,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Step 4: Model creation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self.model = self._create_model()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Step 5: Hyperparameter tuning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tune_hyperparameters: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self.best_params = self._tune_hyperparameters(X_encoded,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self.model.set_params(**self.best_params)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Step 6: Training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self.model.fit(X_encoded,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Step 7: Evaluation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eval_results = self._evaluate_model(X_encoded, y)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CREATE_MODEL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_create_model(self):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self._model_type in ['decision_tree', 'random_forest', 'xgboost', 'lightgbm', 'catboost']: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TreeModel(model_type=self._model_type, task=self._task, **self.config.get('model_params', {}))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self._model_type == 'mlp':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MLP(input_dim=self.config.get('n_features', 100), hidden_dims=[64, 32], output_dim=2)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else: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raise ValueError(f"Unknown model type: {self._model_type}")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TUNE_HYPERPARAMETERS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_tune_hyperparameters(self, X,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tuning_config = self.config.get('tuning', {})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method = tuning_config.get('method', 'bayesian')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param_space = self._get_param_space()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method == 'grid':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tuner = GridSearchOptimizer(param_space, cv=tuning_config.get('cv', 3))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elif method == 'random':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tuner = RandomSearchOptimizer(param_space, n_iter=tuning_config.get('n_trials', 30), cv=tuning_config.get('cv', 3))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else: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tuner = OptunaTuner(param_space, n_trials=tuning_config.get('n_trials', 50), cv=tuning_config.get('cv', 3))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results = tuner.optimize(self.model, 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results['best_params']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EVALUATE_MODEL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_evaluate_model(self, X, y):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y_pred = self.model.predict(X)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y_proba = self.model.predict_proba(X) if hasattr(self.model, 'predict_proba') else None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calculator = MetricsCalculator(task=self._task)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metrics = calculator.compute_metrics(y, y_pred, y_proba)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cv = CrossValidator(method='stratified_kfold' if self._task == 'classification' else 'kfold')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cv_results = cv.validate(self.model, 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{'metrics': metrics, 'cv_mean': cv_results['mean_score'], 'cv_std': cv_results['std_score']}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PREDICT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predict(self, X, return_proba=False):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X_preprocessed = self.preprocessor.transform(X)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X_encoded = self.encoder.transform(X_preprocessed)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return_proba and hasattr(self.model, 'predict_proba'):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self.model.predict_proba(X_encoded)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self.model.predict(X_encoded)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SAVE AND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save(self, filepath):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joblib.dump({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'config': self.config,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'preprocessor': self.preprocessor,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'encoder': self.encoder,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'model': self.model,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'feature_names': self._feature_names,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'best_params': self.best_params,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'is_trained': self._is_trained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}, filepath)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load(self, filepath):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data = joblib.load(filepath)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self.config = data['config']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self.preprocessor = data['preprocessor']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self.encoder = data['encoder']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self.model = data['model']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self._is_trained = data['is_trained']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LEAK-FREE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Split data before preprocessing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Fit transformers on training only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Transform test with training parameters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Use cross-validation for feature selection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Apply same transformations in production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CONFIGURATION-DRIVEN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{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"model_type": "random_forest",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"task": "classification",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"target_col": "target",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"imputation":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"numeric": "median",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"categorical": "mode"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},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"scaling":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"method": "standard"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},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"encoding":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"strategy": "auto"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},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"tuning":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"method": "bayesian",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"n_trials": 50,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"cv": 5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}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TRAINING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main():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parser = argparse.ArgumentParser()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parser.add_argument('--config', type=str, required=True)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parser.add_argument('--data', type=str, required=True)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parser.add_argument('--target', type=str, required=True)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args = parser.parse_args()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config = load_config(args.config)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data = pd.read_csv(args.data)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X = data.drop(columns=[args.target])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y = data[args.target]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pipeline = MLPipeline(config=config)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pipeline.train(X, y)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pipeline.save('models/pipeline.joblib')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PREDICTION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def main():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parser = argparse.ArgumentParser()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parser.add_argument('--pipeline', type=str, required=True)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parser.add_argument('--data', type=str, required=True)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parser.add_argument('--output', type=str, default='predictions.csv')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args = parser.parse_args()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pipeline = MLPipeline(config={})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pipeline.load(args.pipeline)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data = pd.read_csv(args.data)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predictions = pipeline.predict(data)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pd.DataFrame({'prediction': predictions}).to_csv(args.output, index=False)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TESTING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config =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'model_type': 'random_forest',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'task': 'classification',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'target_col': 'target',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'imputation': {'numeric': 'median', 'categorical': 'mode'},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'scaling': {'method': 'standard'},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'encoding': {'strategy': 'auto'},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'tuning': {'method': 'random', 'n_trials': 10}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pipeline = MLPipeline(config=config)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results = pipeline.train(X_train, y_train, tune_hyperparameters=True)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pipeline.save('models/pipeline.joblib')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predictions = pipeline.predict(X_test)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Pipeline ensures consistency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No data leakage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All components integrated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Configurable for different problems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Save/load for deployment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Training and prediction scripts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NEXT: PART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Capstone Project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Real-world dataset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End-to-end pipeline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 comparison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Business impact analysis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PART 14: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Real-World Application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Telecommunications company losing customers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Predict which customers are likely to churn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Take preventive action (discounts, improved service)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Telco Customer Churn Dataset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7,043 customers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21 features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Demographics, account information, services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Target: Churn (Yes/No)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 = pd.read_csv('data/raw/WA_Fn-UseC_-Telco-Customer-Churn.csv')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 = df.drop(columns=['customerID'])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df['TotalCharges'] = pd.to_numeric(df['TotalCharges'], errors='coerce')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df['Churn'] = df['Churn'].map({'Yes': 1, 'No': 0})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df['tenure_group'] = pd.cut(df['tenure'], bins=[0,12,24,48,72,120], labels=['0-12m', '12-24m', '24-48m', '48-72m', '72+m'])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df['avg_monthly_charge'] = df['TotalCharges'] / (df['tenure'] + 1)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services = ['PhoneService', 'MultipleLines', 'OnlineSecurity', 'OnlineBackup', 'DeviceProtection', 'TechSupport', 'StreamingTV', 'StreamingMovies']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df['num_services'] = df[services].apply(lambda x: (x != 'No').sum(), axis=1)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df['has_premium_services'] = df[premium_services].apply(lambda x: (x == 'Yes').sum(), axis=1)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config =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'model_type': 'xgboost',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'task': 'classification',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'target_col': 'Churn',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'imputation': {'numeric': 'median', 'categorical': 'mode'},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'scaling': {'method': 'standard'},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'encoding': {'strategy': 'auto'},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'feature_selection': {'enabled': True, 'method': 'model', 'n_features': 25},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'tuning': {'method': 'bayesian', 'n_trials': 50, 'cv': 5}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pipeline = MLPipeline(config=config)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results = pipeline.train(X, y, tune_hyperparameters=True)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pipeline.save('models/churn_pipeline.joblib')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ROC-AUC: 0.85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Precision: 0.68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Recall: 0.60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F1: 0.64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Accuracy: 0.82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Tenure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Contract Type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Monthly Charges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Total Charges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Services used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Identified ~400 at-risk customers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Potential savings: ~$200,000 annually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Focus retention on: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- &lt;12 months tenure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- Month-to-month contracts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- Without premium services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Tenure is the strongest predictor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Month-to-month contracts have highest churn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More services = lower churn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Premium services reduce churn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NEXT: PART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Deployment and Monitoring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FastAPI application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Docker containerization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Performance monitoring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Drift detection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PART 15: DEPLOYMENT AND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Production-Ready System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FastAPI application serving predictions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Docker containerization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Model versioning and management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Performance monitoring and drift detection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Health checks and testing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FASTAPI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from fastapi import FastAPI, HTTPException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from pydantic import BaseModel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app = FastAPI(title="Churn Prediction API")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PredictionRequest(BaseModel):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features: Dict[str, Any]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@app.post("/api/predict")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async def predict(request: PredictionRequest):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df = pd.DataFrame([request.features])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prediction = model.predict(df)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probability = model.predict_proba(df)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{"prediction": int(prediction[0]), "probability": float(probability[0][1])}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@app.get("/api/health")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async def health():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{"status": "healthy", "model_loaded": model_loaded}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API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GET / → API information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GET /api/health → Health check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GET /api/model/info → Model information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POST /api/predict → Single prediction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POST /api/predict/batch → Batch predictions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DOCKERFILE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FROM python:3.9-slim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WORKDIR /app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COPY requirements.txt 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RUN pip install -r requirements.txt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COPY . 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EXPOSE 8000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CMD ["uvicorn", "src.api.app:app", "--host", "0.0.0.0", "--port", "8000"]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DOCKER 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version: '3.8'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services: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  api: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build: .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ports: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- "8000:8000"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volumes: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- ./models:/app/models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- ./logs:/app/logs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restart: unless-stopped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MODEL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class ModelMonitor: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collect_metrics(self):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return {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'system': self._system_metrics(),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'performance': self._performance_metrics(),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'quality': self._quality_metrics(),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'business': self._business_metrics()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}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def detect_drift(self, reference_data, current_data):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for col in current_data.columns: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pd.api.types.is_numeric_dtype(current_data[col]):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ks_stat, p_value = stats.ks_2samp(reference_data[col], current_data[col])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if p_value &lt; 0.05:</a:t>
            </a:r>
          </a:p>
          <a:p>
            <a:pPr lvl="1"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print(f"Drift detected in {col}")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