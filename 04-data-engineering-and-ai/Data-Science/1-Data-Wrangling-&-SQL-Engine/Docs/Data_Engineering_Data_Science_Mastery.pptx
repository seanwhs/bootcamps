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COURSE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INSTRUCTOR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Professional background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Areas of expertise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Teaching philosophy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What to expect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COURSE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PHASE 1: Data Processing, Storage &amp; Validation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Modern DataFrame engines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Analytical SQL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quality and validation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PHASE 2: Exploratory Data Analysis &amp; Visualization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Systematic EDA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Static and interactive visualizations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PHASE 3: Applied Statistics &amp; Hypothesis Testing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Descriptive and inferential statistics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Experimental design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Statistical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Process large datasets efficiently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Write advanced analytical SQL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Build production ETL pipelines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Create publication-ready visualizations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Design and analyze experiments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Build and interpret statistical models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Communicate data insights effectively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Aspiring data scientists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analysts moving to engineering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Software engineers entering data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Anyone wanting to build production data systems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Basic Python programming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Basic SQL knowledge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Willingness to learn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COURSE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Phase 1: Data Processing (25 hours)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Phase 2: EDA &amp; Visualization (20 hours)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Phase 3: Statistics &amp; Modeling (25 hours)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Conceptual lectures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Hands-on coding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Practical exercises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Capstone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MATERIALS PROVIDED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Complete slide decks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Code examples and notebooks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Exercise workbooks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Reference guides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Capstone projects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Test bank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Resources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SUCCESS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1. Code along with every example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2. Complete all exercises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3. Ask questions early and often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4. Work with peers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5. Build your own projects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6. Use the reference materials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7. Practice daily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COURSE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Attend all sessions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Complete assignments on time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Participate actively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Help fellow learners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Be curious and ask questions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Practice between sessions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COURSE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1-2: Python &amp; NumPy Fundamentals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3-4: Pandas &amp; Data Manipulation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5: Polars &amp; Performance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6: Advanced SQL &amp; DuckDB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7: Data Quality &amp; Validation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8: ETL Pipeline Capstone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9: EDA &amp; Profiling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10: Static &amp; Interactive Visualizations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11: EDA Report Capstone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12: Descriptive Statistics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13: Hypothesis Testing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14: Statistical Modeling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Week 15: A/B Test Capstone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1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Processing, Storage &amp;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MODULE 1.1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Modern DataFrame Engines &amp; Vectorization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NumPy fundamentals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Pandas internal architecture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Polars introduction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Vectorized operations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Performance optimization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VECTORIZATION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Python loops are slow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Per-element overhead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Dynamic type checking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Interpreter bottleneck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Vectorization is fast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Compiled C code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Contiguous memory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Batch operations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100-1000x faster for numerical operations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NUMPY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N-dimensional arrays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Contiguous memory layout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Vectorized operations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Broadcasting rules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Universal functions (ufuncs)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NUMPY ARRAY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np.array(list)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np.zeros(shape)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np.ones(shape)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np.eye(n)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np.arange(start, stop, step)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np.linspace(start, stop, num)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np.random.randn(shape)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NUMPY BROADCASTING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Broadcasting Rules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1. Pad smaller shape with 1s on left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2. Dimensions equal or one is 1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3. Result has maximum dimension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Examples: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(3, 4) + (4,) → (3, 4)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(3, 4) + (3, 1) → (3, 4)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(3, 4) + (5,) → ERROR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PANDAS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Built on NumPy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Provides high-level data structures: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Series: 1D labeled array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DataFrame: 2D labeled table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Missing data handling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Time series support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Powerful I/O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Group operations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PANDAS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DataFrame = Collection of Series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Series = NumPy array + Index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Views vs Copies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Label-based (loc) vs position-based (iloc)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Method chaining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Performance anti-patterns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PANDAS COMMON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Essential Pandas Operations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Selection: df[col], df.loc[], df.iloc[]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Filtering: df[condition], df.query()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Aggregation: df.groupby(), df.agg()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Merging: pd.merge(), pd.concat()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Cleaning: df.dropna(), df.fillna()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PANDAS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Performance Pitfalls to Avoid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AVOID: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iterrows()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apply() with simple operations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Chained indexing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Unnecessary copies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PREFER: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Vectorized operations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.loc for assignments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Method chaining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Appropriate data types (category, int32)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POLARS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Built on Apache Arrow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Multi-threaded query engine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Lazy and eager execution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Memory efficient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Fast performance (5-10x Pandas)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for large datasets and production pipelines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POLARS 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Core Polars Concepts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DataFrame: Similar to Pandas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LazyFrame: Query plan, not yet executed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Expression: Column operations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Context: select, with_columns, filter, group_by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Key Benefits: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Automatic parallelization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Predicate pushdown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Projection pushdown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Streaming support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POLARS VS PANDAS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When to Use Each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PANDAS: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Small to medium datasets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Quick exploration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Broad ecosystem support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Familiarity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POLARS: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Large datasets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Production pipelines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Performance critical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Multi-core systems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MODULE 1.2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Analytical SQL &amp; DB Engines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PostgreSQL fundamentals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Advanced SQL patterns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Query optimization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DuckDB introduction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Embedded analytics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SQL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Database = Organized collection of tables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Table = Rows and columns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Row = Record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Column = Attribute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SELECT (retrieve)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INSERT (add)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UPDATE (modify)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DELETE (remove)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SQL JOINS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INNER JOIN: Matching rows only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LEFT JOIN: All left + matching right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RIGHT JOIN: All right + matching left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FULL JOIN: All rows from both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INNER: Orders with customer info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LEFT: All customers with their orders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RIGHT: All orders with customer info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FULL: Complete customer-order mapping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ADVANCED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CTEs (Common Table Expressions):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Named subqueries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Improves readability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Recursive queries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Window Functions: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ROW_NUMBER, RANK, DENSE_RANK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LAG, LEAD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Running totals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Moving averages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WINDOW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ROW_NUMBER: Sequence within group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RANK: Rank with gaps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DENSE_RANK: Rank without gaps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LAG: Previous row value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LEAD: Next row value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Running Total: SUM() OVER (ORDER BY date)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Moving Average: AVG() OVER (ROWS BETWEEN...)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QUERY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EXPLAIN ANALYZE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Create appropriate indexes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SELECT only needed columns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Filter before joining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Avoid functions on indexed columns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EXISTS over IN for subqueries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DUCKDB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Fast analytical queries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Runs in process (no server)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Queries CSV/Parquet directly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Zero-copy with Pandas/Polars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SQL-native analytics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Perfect for data science workflows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DUCKDB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Querying large CSV/Parquet files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Fast aggregations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exploration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Pipeline prototyping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Embedded analytics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SELECT category, AVG(value)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FROM 'data.parquet'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GROUP BY category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MODULE 1.3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Quality, Schema Management &amp; Validation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Missing data patterns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Schema validation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Automated quality checks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drift detection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Production monitoring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MISSING DATA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MCAR (Missing Completely at Random):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No pattern, truly random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MAR (Missing at Random):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Depends on observed data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MNAR (Missing Not at Random):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Depends on missing value itself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Treatment depends on type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MCAR: Simple imputation OK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MAR: Model missingness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MNAR: Specialized methods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SCHEMA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Pydantic: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Row-level validation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 checking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Custom validators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Great for API data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Pandera: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DataFrame-level validation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Column types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Custom checks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Error reporting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PANDERA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class SalesSchema(pa.SchemaModel):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transaction_id: Series[str]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customer_id: Series[int] = pa.Field(gt=0)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quantity: Series[int] = pa.Field(ge=1, le=100)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price: Series[float] = pa.Field(ge=0, le=10000)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@pa.dataframe_check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def validate_total(cls, df):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return df['total'] == df['quantity'] * df['price']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DATA QUALITY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Detect columns with high missing rates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Log and alert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Identify duplicate rows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Track duplicate rates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IQR method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Z-score method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Business rule thresholds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Compare distributions over time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Statistical tests (KS, Chi-square)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1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ETL Pipeline Project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Extract: Use DuckDB to load data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Transform: Use Polars for processing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Validate: Use Pandera for quality checks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Load: Partitioned Parquet files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Includes: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Schema definition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validation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Error handling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Performance monitoring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Documentation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2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Exploratory Data Analysis &amp; Visualization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MODULE 2.1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Systematic EDA &amp; Data Profiling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Univariate analysis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Bivariate analysis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Multivariate analysis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Automated profiling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Signal vs noise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UNIVARIATE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Understanding Individual Variables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Numerical Variables: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Central tendency (mean, median, mode)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Spread (std, IQR, range)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Shape (skewness, kurtosis)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Outliers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Categorical Variables: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Frequencies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Proportions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Cardinality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BIVARIATE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Relationships Between Pairs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Numerical-Numerical: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Pearson correlation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Spearman correlation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Scatter plots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Categorical-Categorical: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Chi-square test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Contingency tables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Mosaic plots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Categorical-Numerical: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Box plots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ANOVA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Group means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MULTIVARIATE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Complex Relationships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Pair plots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Parallel coordinates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PCA (Principal Component Analysis)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Clustering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Facet grids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Used to identify interactions and patterns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AUTOMATED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Creates comprehensive data summaries: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Dataset overview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Column statistics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Missing values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Correlations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types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Tools: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pandas-profiling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Sweetviz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Custom profilers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SIGNAL VS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Correlation with target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Mutual information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Feature importance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Statistical tests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MODULE 2.2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Static &amp; Declarative Visualizations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Matplotlib basics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Seaborn statistical plots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Altair declarative syntax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Publication-ready figures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VISUALIZATION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Grammar of Graphics: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→ Aesthetics → Geometry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Gestalt Principles: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Proximity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Similarity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Continuity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Closure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Good visualization: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Clear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Honest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Efficient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Beautiful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MATPLOTLIB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Object-oriented API: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Figure: The whole figure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Axes: Plot area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Artist: Everything visible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Common plots: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plot() for lines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scatter() for points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bar() for bars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hist() for histograms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Complete customization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SEABORN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Built on Matplotlib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Beautiful default styles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Statistical plots: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distribution plots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categorical plots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relational plots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regression plots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Facet grids for multi-plot layouts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ALTAIR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Based on Vega-Lite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Describe what to visualize, not how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Syntax: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Chart: Data source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Mark: Type of plot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Encode: Mapping data to aesthetics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Properties: Title, size, etc.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Interactive by default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Web-ready output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PUBLICATION-READY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Consistent styling: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Font choices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Color palettes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Grid lines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Annotations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Clear titles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Informative labels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Legends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Color bars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Annotations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Save at high resolution (300+ DPI)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MODULE 2.3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Interactive Data Exploration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Plotly Express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Plotly Graph Objects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Interactive dashboards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Cross-filtering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Jupyter widgets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PLOTLY EXPRESS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High-level interface: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px.scatter()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px.histogram()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px.box()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px.bar()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px.line()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Interactive by default: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Hover tooltips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Zoom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Selection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PLOTLY GRAPH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More flexible than Express: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Multi-panel figures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3D plots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Maps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Custom styling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make_subplots() for layouts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Add traces individually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Complete customization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INTERACTIVE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Combine multiple charts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Linked interactions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Dynamic filtering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Drill-down capabilities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Tools: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Plotly Dashboard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Dash framework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Streamlit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Jupyter widgets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CROSS-FILTERING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Select in one chart → Filter all charts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Implementation: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Consistent color coding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Shared selections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Event handlers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Reactive updates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Benefits: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Exploratory analysis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Pattern discovery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Presentation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2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EDA Report Project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overview and statistics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Static visualizations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Interactive visualizations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Key insights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Recommendations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Professional HTML report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Self-contained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Shareable with stakeholders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3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Applied Statistics &amp; Hypothesis Testing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MODULE 3.1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Descriptive &amp; Inferential Foundations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Probability distributions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Descriptive statistics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Central Limit Theorem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Confidence intervals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Sampling methods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Quantifying uncertainty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PROBABILITY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Key Distributions: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Normal (Continuous, symmetric)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 (Small samples)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Chi-square (Variance tests)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 (ANOVA, comparison)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Binomial (Success counts)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Poisson (Rare events)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Exponential (Time between events)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Each models different types of data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Measures of Central Tendency: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Mean: Average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Median: Middle value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Mode: Most frequent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Measures of Spread: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Variance: Average squared deviation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Standard deviation: Square root of variance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IQR: Middle 50% range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Range: Max - Min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Measures of Shape: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Skewness: Asymmetry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Kurtosis: Tailedness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CENTRAL LIMIT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Approaches normal distribution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As sample size increases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Regardless of underlying distribution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Enables hypothesis testing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Enables confidence intervals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Works for most distributions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CONFIDENCE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Estimate ± 1.96 * SE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If repeated many times, 95% contain true parameter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NOT: 95% chance parameter is in this interval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IS: 95% of intervals from repeated samples contain parameter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SAMPLING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Simple Random: Each unit equally likely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Stratified: Separate groups, sample each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Cluster: Sample groups, sample all within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Systematic: Sample at regular intervals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Choose based on: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Population structure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Cost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Required precision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Feasibility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MODULE 3.2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Hypothesis Testing &amp; Experimental Design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Hypothesis testing framework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Parametric tests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Non-parametric tests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Power analysis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Multiple testing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A/B testing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HYPOTHESIS TESTING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1. State hypotheses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2. Choose α (significance level)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3. Collect data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4. Calculate test statistic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5. Compute p-value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6. Make decision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ERRORS IN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 I and Type II Errors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Rejecting true H₀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α = 0.05 (by convention)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Failing to reject false H₀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Power = 1 - β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PARAMETRIC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t-test: Compare means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One-sample: vs hypothesized mean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Independent: two groups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Paired: before/after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ANOVA: Compare 3+ groups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NON-PARAMETRIC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Mann-Whitney: Independent groups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Wilcoxon: Paired groups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Kruskal-Wallis: 3+ groups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Chi-square: Categorical data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POWER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Factors affecting power: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Sample size (larger = more power)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Effect size (larger = more power)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α (larger = more power)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Variability (lower = more power)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MULTIPLE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100 tests at α = 0.05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~5 false positives expected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Bonferroni: α_adj = α / m (conservative)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FDR (Benjamini-Hochberg): Controls false discovery rate (less conservative)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A/B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1. Power analysis (sample size)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2. Randomize users to groups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3. Run experiment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4. Analyze results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5. Make decision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Chi-square for proportions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t-test for continuous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Regression for control variables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MODULE 3.3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Statistical Modeling &amp; Diagnostic Analysis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Linear regression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Logistic regression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Model interpretation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Model diagnostics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Model comparison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β: Change in y per unit change in x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R²: Proportion of variance explained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p-value: Is coefficient different from 0?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Linearity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Normality of residuals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Homoscedasticity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Independence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No multicollinearity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β: Change in log-odds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exp(β): Multiplicative change in odds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MODEL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Plot residuals vs fitted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Q-Q plot for normality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Scale-location for heteroscedasticity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VIF (Variance Inflation Factor)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VIF &gt; 5-10 indicates issues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Cook's distance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Leverage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R²: Proportion explained (higher better)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Adjusted R²: Penalizes complexity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AIC: Akaike Information Criterion (lower better)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BIC: Bayesian Information Criterion (lower better)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Stepwise selection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Regularization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Domain knowledge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3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A/B Test Analysis Project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Complete analysis report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Statistical findings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Business recommendations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COURSE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NumPy, Pandas, Polars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SQL and DuckDB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quality and validation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ETL pipelines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Systematic EDA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Static visualizations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Interactive visualizations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EDA reports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Descriptive and inferential statistics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Hypothesis testing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Linear and logistic regression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A/B testing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SKILLS ACQUIRED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Efficient data manipulation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Database operations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validation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Exploratory analysis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Statistical testing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Model building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visualization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Report writing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Stakeholder presentation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YOU CAN NOW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ETL systems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validation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EDA reports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Interactive dashboards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Statistical experiments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Predictive models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Business metrics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Decision support tools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Deep learning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Big data technologies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Advanced statistics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Personal projects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Open source contributions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Kaggle competitions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Meetups and conferences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Online communities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Mentoring others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ADDITIONAL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"Python for Data Analysis"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"Introduction to Statistical Learning"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"Designing Data-Intensive Applications"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Kaggle (practice)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DataCamp (courses)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Coursera (university courses)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pandas.pydata.org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numpy.org/doc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duckdb.org/docs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FINAL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Keep practicing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Build projects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Share your knowledge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Never stop learning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COURSE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