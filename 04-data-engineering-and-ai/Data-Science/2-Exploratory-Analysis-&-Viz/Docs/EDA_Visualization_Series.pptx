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From Raw Data to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Exploratory Data Analysis &amp; Visualization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0: INTRODUCTION (Slides 1-25)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Section 0.1: Welcome &amp; Overview (Slides 1-6)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Series Title: "From Raw Data to Insight: A Hands-on Data Science Visualization Series"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Subtitle: "Phase 2: Exploratory Data Analysis &amp; Visualization"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Your Name/Organization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This Series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Headline: "Complete EDA &amp; Visualization Pipeline"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Three key pillars: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Systematic Data Profiling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Publication-Ready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Exploration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 audience bullets: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Beginner-to-intermediate data enthusiasts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Comfortable with basic Python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Want to build professional visualization skills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Ready to write lots of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List of tangible deliverables: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profiling script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Gallery of publication-ready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exploration dashboard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Complete Exploratory Customer Insights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Series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Text-based architecture representation: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Phase 1 (Not in series): Data Collection &amp; Cleaning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Phase 2 (This series): EDA &amp; Visualization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2.1: Systematic EDA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2.2: Static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2.3: Interactive Exploration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Capstone: Customer Insights Dashboard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Phase 3 (Future): Feature Engineering &amp; Modeling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By the end, you will be able to: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Profile any dataset systematically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Create publication-quality figures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Build interactive dashboards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Tell compelling data stories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Section 0.2: Technical Prerequisites (Slides 7-10)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Required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Python 3.8 or higher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Code editor (VS Code recommended)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Terminal/Command Prompt knowledge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Basic Python syntax familiarity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Our Software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libraries table: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pandas ≥ 2.0.0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numpy ≥ 1.24.0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 ≥ 3.7.0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 ≥ 0.12.0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 ≥ 5.0.0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plotly ≥ 5.14.0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 ≥ 2.9.0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scipy ≥ 1.10.0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jupyter ≥ 1.0.0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Installation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`pip install -r requirements.txt`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Full requirements list shown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E-commerce customer dataset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Demographics (age, gender, income)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Purchase behavior (frequency, order value)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Engagement metrics (time on site, pages)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Satisfaction scores (ratings, returns)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Geographic information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Section 0.3: Series Structure (Slides 11-15)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Module 2.1 - Systematic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What you'll learn: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Univariate, bivariate, multivariate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profiling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Correlation methodologies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Automated vs custom EDA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Module 2.2 - Static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What you'll learn: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 OO API with GridSpec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 statistical 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 declarative grammar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Publication-ready figures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Module 2.3 - Interactive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What you'll learn: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Plotly Express and Graph Objects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features (hover, zoom, selection)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3D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 web dashboards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Phase 2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What you'll build: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Exploratory Customer Insights Dashboard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Static report with publication figures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Dash application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Unified analytical artifact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How to Follow Along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Each module follows consistent pattern: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Section 0.4: Getting Started (Slides 16-20)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Directory tree shown: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`exploratory_data_analysis_series/`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`src/` (source code)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`data/` (data files)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`notebooks/` (Jupyter notebooks)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`outputs/` (figures, reports)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Virtual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Create virtual environment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Activate it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Install dependencies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Generating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`python src/generate_data.py`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What this creates: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5,000 customer records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16 features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Realistic patterns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Intentional messiness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Verification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`python src/verify_setup.py`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Checks: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Python version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Directory structure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installations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 file exists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Ready to 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"Your environment is ready!"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Next: Module 2.1, Part 1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Link to 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Section 0.5: Appendices &amp; Primers (Slides 21-25)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A - API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Quick reference for: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Plotly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Common syntax and parameters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B - Statistical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Deep dive into: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Descriptive statistics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Correlation and association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Hypothesis testing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Distributions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C -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Complete guide to: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Handling missing values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Outlier detection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 type conversion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Feature engineering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D -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Sharing your work: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Static exports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 deployment (Heroku, AWS)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Docker containerization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Security considerations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Seven primers available: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MODULE 2.1: SYSTEMATIC EDA &amp; DATA PROFILING (Slides 26-80)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Module 2.1 Introduction (Slides 26-29)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Module 2.1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Title: "Systematic EDA &amp; Data Profiling"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Four parts: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1: Project Setup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2: Univariate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3: Bivariate &amp; Multivariate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4: Automated EDA vs Custom Inspection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is EDA?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Exploratory Data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First step in data science workflow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Understanding data before modeling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Identifying patterns, anomalies, relationships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The EDA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Step-by-step: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Why EDA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 quality assessment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Feature selection guidance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Model selection basis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Storytelling foundation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1: Project Setup (Slides 30-39)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Complete project environment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Create directory structure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Set up virtual environment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Install dependencies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Generate synthetic data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Directory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`src/` - Python modules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`data/` - Raw and processed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`notebooks/` - Jupyter notebooks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`outputs/` - Generated files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`figures/` -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`reports/` - Analysis reports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Virtual Environment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Create: `python -m venv venv`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Activate (Mac/Linux): `source venv/bin/activate`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Activate (Windows): `venv\Scripts\activate`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Why: Isolated dependency management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requirements.txt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Full requirements file shown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libraries: pandas, numpy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Visualization: matplotlib, seaborn, altair, plotly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Web: dash, dash-bootstrap-components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Statistical: scipy, statsmodels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Installing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`pip install -r requirements.txt`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Time estimate: 2-5 minutes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Verify with `pip list`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Data Generation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Why synthetic data: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Reproducible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No privacy concerns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Known patterns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Controlled messiness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Data Generation Code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Function: `generate_customer_data()`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Parameters: `n_customers=5000`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Sections: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Demographic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Age: Bimodal distribution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60% young adults (28 ± 5)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40% middle-aged (48 ± 6)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Gender: 48% Male, 48% Female, 4% Non-binary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Income: Skewed, 5 brackets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Behavior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Order frequency: Income + age + engagement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Average order value: Income-driven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Customer rating: Order frequency influence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Return rate: Inversely related to rating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Intentional Messiness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Missing values: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Age: 5% missing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Rating: 7% missing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Email open rate: 8% missing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Why: Real-world data is never perfect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2: Univariate Analysis (Slides 40-54)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Univariate analysis pipeline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summaries for each variable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Visualizations for each variable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Combined profiling function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is Univariate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Analyzing one variable at a time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Understanding individual characteristics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Like getting to know each team member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Univariate Statistics - Numerical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Center: Mean, Median, Mode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Spread: Std Dev, Variance, Range, IQR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Shape: Skewness, Kurtosis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Extremes: Min, Max, Outliers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Univariate Statistics - Categorical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Frequency counts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Proportions/Percentages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Cardinality (unique values)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Missing value count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UnivariateAnalyzer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class design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Methods: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`numerical_summary()`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`categorical_summary()`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`plot_numerical()`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`plot_categorical()`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`analyze_all()`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Numerical Summary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Returns DataFrame with: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count, missing, missing_pct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mean, median, mode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std, variance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min, max, range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q25, q75, iqr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skewness, kurtosis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Categorical Summary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Returns DataFrame with: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Count per category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Proportion per category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Missing values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Numerical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Two-panel layout: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Top: Histogram with KDE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Bottom: Boxplot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Annotations: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Mean and median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Skewness value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Outlier count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Categorical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Bar chart with: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Counts per category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Percentage labels (&gt;5%)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Missing value annotation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Color-coded bars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Understanding Skewness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Definition: Asymmetry measure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Right-skewed: Mean &gt; Median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Left-skewed: Mean &lt; Median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Symmetric: Mean ≈ Median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Examples from our data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Understanding Kurtosis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Definition: Tailedness measure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Leptokurtic (heavy tails): Kurtosis &gt; 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Mesokurtic (normal): Kurtosis ≈ 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Platykurtic (light tails): Kurtosis &lt; 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Risk implications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Running the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Command: `python src/univariate_analysis.py`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Output files: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Summary report: `univariate_report.txt`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Figures: `univariate_*.png`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CSV summaries: `numerical_*.csv`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Key Findings -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Age: Bimodal distribution (28 and 48)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Income: Skewed, middle-heavy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Gender: Well-balanced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Some missing values (5-8%)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Key Findings -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Order frequency: Right-skewed (Pareto)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Order value: Income-driven ($100-150 typical)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Time on site: Exponential distribution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Email open rate: Beta distribution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Key Findings -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Rating: Moderately left-skewed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Returns: Center around 10-15%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Strong relationship between rating and returns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Missing values in rating (7%)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3: Bivariate &amp; Multivariate Analysis (Slides 55-68)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Relationship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Pearson, Spearman correlations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Cramér's V for categorical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Multi-collinearity detection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Visualizations for all relationships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is Bivariate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Analyzing pairs of variables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Understanding relationships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Like watching how team members interact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Correlation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Pearson: Linear relationships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Spearman: Monotonic relationships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Cramér's V: Categorical association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Range: -1 to +1 (except V: 0 to 1)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Pearson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Formula shown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Assumptions: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Linear relationship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Normal distribution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No outliers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Homoscedasticity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Spearman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Formula shown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Based on ranks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Handles non-linear relationships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More robust to outliers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Cramér's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Formula shown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Based on Chi-square statistic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Measures association strength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Interpretation: 0-1 range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RelationshipAnalyzer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class design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Methods: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`compute_pearson_correlation()`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`compute_spearman_correlation()`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`compute_categorical_association_matrix()`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`compute_vif()`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`plot_correlation_heatmap()`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`analyze_all()`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Correlation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Visual representation of correlation matrix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Color-coded (red = positive, blue = negative)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Annotations with values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Upper triangle masked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Scatter Plots with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Two-panel layout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Scatter points with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Regression line (OLS)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Correlation annotations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Significance testing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Numerical vs Categorical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Box plots: Show distributions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Violin plots: Show density shape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Bar plots: Show means with error bars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annotations (t-test)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Multi-collinearity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VIF (Variance Inflation Factor)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VIF = 1: No correlation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1 &lt; VIF &lt; 5: Acceptable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5 &lt; VIF &lt; 10: Problematic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VIF &gt; 10: Severe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Strong Correlations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Income ↔ Order Value: r ≈ 0.6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Time on Site ↔ Pages: r ≈ 0.7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Rating ↔ Return Rate: r ≈ -0.4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Age ↔ Order Frequency: r ≈ 0.3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Categorical Associations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Gender ↔ Category: V ≈ 0.25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Income ↔ Category: V ≈ 0.20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Region ↔ Category: V ≈ 0.15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Multi-collinearity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Time on Site vs Pages Viewed: VIF ≈ 6.2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Recommendation: Use one or the other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Other variables acceptable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4: Automated EDA vs Custom Inspection (Slides 69-80)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4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Explore automated EDA tools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Compare with custom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Learn when to use each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Understand limits of automation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Automated EDA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Four tools covered: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ydata-profiling (pandas-profiling)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D-Tale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Sweetviz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Lux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ydata-profiling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Most comprehensive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Generates HTML reports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 quality alerts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Good for documentation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D-Tale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GUI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In-browser exploration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Real-time filtering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Chart builder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Excel-like experience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Sweetviz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Comparison-focused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Train vs Test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Segment comparisons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Visual associations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Quick insights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Lux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Intelligent recommendations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Suggests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Works in Jupyter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Intent-based exploration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Automatic chart generation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Speed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Automated tools: 10-60 seconds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 analysis: 30-120+ minutes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Trade-off: Speed vs Depth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Best approach: Both!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Automated Tools Miss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Missing data patterns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Outlier context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Segment differences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Temporal patterns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Interaction effects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Business context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Custom Visual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Five targeted investigations: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Missing Patterns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Visualize missingness across columns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Detect systematic missing patterns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Are missing values random?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Example: Age missing in certain segments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Outlier Context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Understand why outliers exist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Do outliers correspond to segments?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Example: High-value customers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Business insights from outliers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The Hybrid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Step 1: Automated EDA (5-10 min)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Step 2: Hypothesis generation (10-15 min)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Step 3: Custom investigation (30-60 min)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Step 4: Story building (30-60 min)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MODULE 2.2: STATIC &amp; DECLARATIVE VISUALIZATIONS (Slides 81-140)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Module 2.2 Introduction (Slides 81-83)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Module 2.2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Title: "Static &amp; Declarative Visualizations"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Three parts: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1: Matplotlib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2: Seaborn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3: Altair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Visualization Stack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Three libraries, three approaches: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Matplotlib: Total control, imperative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Seaborn: Statistical, high-level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Altair: Declarative, grammar-based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When to Use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Matplotlib: Publication-ready, custom layouts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Seaborn: Statistical summaries, quick 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Altair: Interactive, reproducible, web-ready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1: Matplotlib (Slides 84-101)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Master Matplotlib's OO API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Figure and Axes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GridSpec layouts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Fine-tuned formatting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Publication-quality figures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Matplotlib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Figure: The canvas (the house)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Axes: Individual plots (rooms)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Artists: Visual elements (furniture)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GridSpec: Layout management (floor plan)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Why Object-Oriented API?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Total control over elements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Modify after creation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Complex layouts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Share axes between subplots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results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Figure vs Pyplot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Pyplot: Quick, limited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OO API: Verbose, powerful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Example comparison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Recommendation: Use OO for production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GridSpec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`gridspec.GridSpec(nrows, ncols)`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`fig.add_subplot(gs[row, col])`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Spanning: `gs[row:row+span, col:col+span]`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Width/height ratios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GridSpec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Simple grid: 2 rows, 2 cols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Unequal sizes: width_ratios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Unequal heights: height_ratios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Nested grids: GridSpecFromSubplotSpec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Axes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Titles and labels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Ticks and tick formatting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Grid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Spines (borders)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Legends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Custom Tick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`MultipleLocator()` for fixed intervals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`FormatStrFormatter()` for formatting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AutoMinorLocator for minor ticks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Rotation: `tick_params(rotation=45)`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Annotations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`ax.annotate()` for arrows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`ax.text()` for plain text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`ax.axvspan()` for highlighting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BBox properties for backgrounds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MatplotlibFigureBuilder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class design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Methods: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`create_gridspec_layout()`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`add_subplot_from_gridspec()`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`format_axes()`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`add_annotation()`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`add_highlight_region()`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`save_figure()`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FigureTemplates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Pre-built templates: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Distribution grid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Correlation heatmap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Time series panel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Distribution Grid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Grid of histograms with KDE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Consistent formatting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Statistics annotations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Configurable columns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Correlation Heatmap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heatmap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Annotations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Colorbar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Masked upper triangle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Time Series Panel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Multi-panel time series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Moving averages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Consistent axes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styling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Advanced Layout - Magazine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Complex GridSpec layout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Multiple plot types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Spanning subplots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dashboard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Advanced Layout - Nested Grids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GridSpec within GridSpec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Maximum control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Complex compositions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Example: 2x2 inside larger grid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Spine Customization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Hide spines: `spines['top'].set_visible(False)`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Move spines: `set_position('center')`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 colors and widths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Scientific plot style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Publication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DPI: 300+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Format: PNG, PDF, SVG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bbox_inches: 'tight'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Consistent styling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Typefaces and sizes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2: Seaborn (Slides 102-120)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Statistical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 as Matplotlib supercharger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Distribution, categorical, regression 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Multi-plot grids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Seaborn Provides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transformations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Beautiful defaults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Multi-plot management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Pandas integration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Seaborn vs Matplotlib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 = Automatic transmission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 = Manual transmission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 handles complexity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 gives control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Distribution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`sns.histplot()`: Histogram with KDE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`sns.kdeplot()`: Kernel density estimate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`sns.ecdfplot()`: Empirical CDF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`sns.displot()`: Figure-level distribution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Categorical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`sns.boxplot()`: Box and whisker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`sns.violinplot()`: Violin with KDE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`sns.boxenplot()`: Enhanced box plot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`sns.pointplot()`: Point estimates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`sns.barplot()`: Bar with error bars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`sns.countplot()`: Count of categories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Regression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`sns.regplot()`: Scatter with regression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`sns.lmplot()`: Faceted regression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`sns.residplot()`: Residual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Confidence bands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Matrix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`sns.heatmap()`: Correlation heatmap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`sns.clustermap()`: Hierarchical heatmap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Annotations and custom colormaps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FacetGrid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Create grid of subplots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By categorical variables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Map any plot function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multi-panel figures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PairGrid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Matrix of pairwise relationships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Diagonal: Distributions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Upper/Lower: Different 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Customizable functions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SeabornVisualizer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class design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Methods: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`plot_histogram_with_kde()`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`plot_violin_with_box()`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`plot_pairwise_distribution()`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`plot_categorical_comparison()`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`plot_regression()`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`create_facet_grid()`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Histogram with KDE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Two-panel layout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annotations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Mean/median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Outlier detection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Violin with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Combines KDE and boxplot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Shows full distribution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Quartile annotations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Strip plot overlay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Pairwise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PairGrid matrix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Upper: Regression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Lower: Scatter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Diagonal: Histogram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Categorical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Box, violin, bar, point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Group statistics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Error bars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Multiple categories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Regression with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Scatter with regression line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95% confidence band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Correlation annotation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Faceting option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Correlation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heatmap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Significance annotations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 colormap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Masked upper triangle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FacetGrid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Distribution by category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Multiple subplots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Consistent axes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presentation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Statistical Annotations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T-test annotations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Effect sizes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Confidence intervals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Significance markers (*, **, ***)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Custom Palettes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Sequential: Blues, viridis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Diverging: RdBu_r, coolwarm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Qualitative: Set2, husl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 palettes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3: Altair (Slides 121-140)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Declarative visualization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Grammar of Graphics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Vega-Lite specification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charts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Reproducible analysis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Declarative vs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Imperative: Step-by-step instructions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Declarative: Describe what you want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 = Declarative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 = Imperative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The Grammar of 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Six components: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Altair Chart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`alt.Chart(data)`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`.mark_type()` (point, bar, line)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`.encode()` (x, y, color, size)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`.properties()` (title, width, height)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`.interactive()` (zoom, pan)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Mark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`mark_point()`: Scatter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`mark_bar()`: Bar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`mark_line()`: Line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`mark_area()`: Area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`mark_rect()`: Heatmap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`mark_boxplot()`: Box plot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`mark_text()`: Labels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Encoding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Position: `x`, `y`, `x2`, `y2`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Color: `color`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Size: `size`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Shape: `shape`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Opacity: `opacity`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Tooltip: `tooltip`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Facet: `facet`, `row`, `column`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`:Q` - Quantitative (numeric)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`:N` - Nominal (categorical)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`:O` - Ordinal (ordered)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`:T` - Temporal (date/time)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`transform_aggregate()`: Group by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`transform_bin()`: Binning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`transform_filter()`: Filtering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`transform_calculate()`: New columns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`transform_density()`: KDE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Interactive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`selection_interval()`: Brush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`selection_point()`: Click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`selection_single()`: Single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`bind` controls: Sliders, dropdowns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AltairVisualizer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class design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Methods: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`create_scatter_plot()`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`create_bar_chart()`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`create_histogram()`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`create_box_plot()`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`create_heatmap()`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`create_interactive_dashboard()`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Scatter Plot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encoding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Size encoding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Tooltips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zoom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Legend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Bar Chart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Aggregation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grouping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Horizontal orientation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Stacked option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Labels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Histogram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Binning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KDE overlay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grouping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Density scaling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brushing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Box Plot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Categorical grouping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Quartile visualization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Outlier display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encoding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Heatmap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Two categorical variables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Aggregation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scale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Text annotations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Linked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Cross-filtering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Dropdown filters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Real-time updates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Multi-Panel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`vconcat()`: Vertical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`hconcat()`: Horizontal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`facet()`: Grid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`layer()`: Overlay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Saving Altair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HTML: `chart.save('chart.html')`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JSON: `chart.save('chart.json')`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PNG: Requires altair_saver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in any browser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Altair vs Matplotlib/Seaborn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Altair: Interactive, web-ready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Matplotlib: Publication, custom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Seaborn: Statistical, easy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Choose based on use case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Altair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Start with simple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Add encodings gradually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Use transformations wisely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Test interactivity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Export to HTML for sharing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MODULE 2.3: INTERACTIVE DATA EXPLORATION (Slides 141-175)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Module 2.3 Introduction (Slides 141-143)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Module 2.3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Title: "Interactive Data Exploration"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Two parts: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1: Plotly Express and Graph Objects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Part 2: Dash Web Dashboards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Why Interactive Visualization?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Users explore on their own terms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Engagement with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Pattern discovery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Flexible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Self-service analytics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Interactive vs Static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Static: Fixed story, publication-ready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Interactive: Flexible, exploratory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Both have their place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Best: Combine both approaches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1: Plotly (Slides 144-162)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Interactive charts with Plotly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Plotly Express (high-level)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Graph Objects (low-level)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3D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Dynamic controls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Plotly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Plotly Express: Quick, one-line charts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Graph Objects: Fine-grained control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Dash: Web dashboards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All work together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Plotly Express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`px.scatter()`: Scatter plot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`px.line()`: Line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`px.bar()`: Bar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`px.histogram()`: Histogram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`px.box()`: Box plot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All are interactive by default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Plotly Express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`data_frame`: Source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`x`, `y`: Column names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`color`: Color encoding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`size`: Size encoding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`hover_data`: Tooltip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`title`: Chart title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`template`: Style template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Graph Objects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`go.Figure()`: Create figure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`fig.add_trace()`: Add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`go.Scatter()`: Scatter trace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`go.Bar()`: Bar trace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`go.Histogram()`: Histogram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Full control over every element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Graph Objects vs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Express: Quick, less control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Graph Objects: More code, full control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Choose based on needs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Express is often sufficient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Interactive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Hover: Tooltips with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Zoom: Click and drag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Pan: Shift-drag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Selection: Click, lasso, box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Legend: Toggle traces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Custom Hover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`hovertemplate`: Custom HTML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Variables: `%{x}`, `%{y}`, `%{text}`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`&lt;b&gt;` for bold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`&lt;extra&gt;&lt;/extra&gt;`: Hide trace name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Multiple lines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Layout Customization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`fig.update_layout()`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Title, axes, legend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Width, height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Margins, templates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Hover mode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3D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`px.scatter_3d()`: 3D scatter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`px.line_3d()`: 3D line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`px.surface_3d()`: 3D surface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Rotation and zoom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and size encoding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3D Scatter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Three numerical columns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encoding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Size encoding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rotation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3D Surface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Pivot table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gradient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Axis labels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rotation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Dynamic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Sliders: `sliders` parameter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Dropdowns: `updatemenus` parameter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Animation: `frames` parameter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Real-time updates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Slider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Sequential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Steps with labels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Current value display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Play/Pause buttons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Dropdown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Filter categories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Update visibility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Button labels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selection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Animation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Time series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Frames for each time point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Play/Pause controls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Smooth transitions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PlotlyVisualizer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class design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Methods: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`create_scatter_plot()`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`create_histogram()`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`create_bar_chart()`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`create_heatmap()`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`create_box_plot()`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`create_3d_scatter()`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`create_chart_with_slider()`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Saving Plotly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HTML: `fig.write_html()`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JSON: `fig.write_json()`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PNG: `fig.write_image()`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Requires kaleido for images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Plotly in Jupyter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`fig.show()` displays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by default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Works in notebooks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Also works in HTML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Part 2: Dash (Slides 163-175)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Part 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Interactive web dashboards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Layout and components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Callbacks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Deploying dashboards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is Dash?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Web framework for analytics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100% Python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No JavaScript required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web apps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Built on Plotly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Dash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Layout: HTML structure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Components: UI elements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Callbacks: Interactive logic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Server: Flask backend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Browser: User interface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Basic Dash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Import dash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Create app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Define layout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Define callbacks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Run server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Core Components (dcc)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`dcc.Graph`: Plotly charts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`dcc.Dropdown`: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`dcc.Slider`: Range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`dcc.RangeSlider`: Two-value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`dcc.Input`: Text input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`dcc.Store`: Data cache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HTML Components (html)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`html.Div`: Container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`html.H1`: Heading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`html.P`: Paragraph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`html.Button`: Button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`html.Table`: Table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Structured like HTML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Dash Bootstrap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styling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Responsive design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`dbc.Container`, `dbc.Row`, `dbc.Col`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`dbc.Card`, `dbc.Button`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Many Bootstrap themes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`@callback` decorator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Input: Triggers callback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Output: Updates component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State: Non-triggering input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Multiple inputs and outputs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Callback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Filter dropdown changes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Input: Dropdown value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Output: Graph figure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Process data, return figure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Cross-Filtering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Select in one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Filters another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Multiple charts linked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Real-time updates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Drill-Down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Click on data point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Filter details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Show specific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Reveal deeper insights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Dash Dashboard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Header with title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Global filters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KPI cards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Multiple charts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controls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Deploying Dash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Local: `app.run_server(debug=True)`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Heroku: Git push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AWS EC2: Gunicorn + Nginx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Docker: Containerized deployment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 Enterprise: Paid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PHASE 2 CAPSTONE (Slides 176-195)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Capstone Introduction (Slides 176-179)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Capstone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Target: Complete analytical artifact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Synthesize all modules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Static report + interactive dashboard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End-to-end analysis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The Analytical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Static Report: Publication-ready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Dashboard: Exploratory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Unified Application: Both combined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Professional, deployable product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Raw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Profiling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Static Report (Matplotlib, Seaborn, Altair)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Dashboard (Plotly, Dash)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Unified Application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Capstone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Comprehensive static report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Publication-quality figures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Plotly dashboard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Unified Dash application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Deployable analytical product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Capstone Implementation (Slides 180-190)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CapstoneReportGenerator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Core class design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Generates full report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Creates all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Saves to organized structure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Dataset overview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Key metrics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Key insights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Statistical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Numerical variables summary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Categorical variables summary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Missing values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Distribution statistics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Top correlations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Segment analysis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Age group insights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Income insights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Category preferences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Static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Distribution grid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Correlation heatmap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Histograms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Box 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Scatter plots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Altair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scatter plots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Bar charts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Histograms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dashboard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CapstoneDashboard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Unified Dash application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Four tabs: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Overview Tab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KPI cards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Demographics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Purchase behavior chart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Engagement chart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Interactive Tab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Global filters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scatter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histogram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box plot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Report Tab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Full report display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Scrollable content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Well-formatted text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Customer Profiling Tab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Customer lookup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Demographics view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Purchase history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Engagement metrics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Segment classification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Capstone Execution (Slides 191-195)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Running the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Step 1: `python src/capstone_report.py`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Step 2: `python src/capstone_dashboard.py`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Or: `python run_capstone.py`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Output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Report: `customer_insights_report.txt`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Figures: `figures/*.png`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 charts: `altair/*.html`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Dashboard: Interactive web app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Real-time filtering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Cross-filtering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Customer lookup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Static report viewing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styling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Capstone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You have built: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Complete static report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Publication-quality figures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dashboard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Unified analytical product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What You've Accomplished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Systematic EDA skills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Three visualization libraries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dashboards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Professional analytical artifact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Ready for Phase 3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APPENDICES &amp; PRIMERS (Slides 196-210)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Appendices Overview (Slides 196-202)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A - API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Matplotlib quick reference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Seaborn quick reference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Altair quick reference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Plotly quick reference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Common patterns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B - Statistical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Descriptive statistics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Correlation and association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Hypothesis testing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Distributions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Transformations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C -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Missing values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Outliers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 types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Duplicates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Feature engineering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D -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Static exports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 deployment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Docker deployment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Security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Monitoring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E -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Pandas optimization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Out-of-core processing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Parallel processing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Memory management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File formats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F -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Environment errors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 loading errors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Processing errors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Visualization errors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 errors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Appendix G - Project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Project structure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Configuration files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Code templates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Quick start commands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Deployment commands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Primers Overview (Slides 203-210)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1 - Python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Variables and data types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Functions and scope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Lists and iterables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Dictionaries and JSON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Exception handling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2 - NumPy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Array creation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Array operations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Indexing and slicing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Broadcasting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operations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3 - Pandas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Series and DataFrame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Indexing and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 cleaning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Group operations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Time series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4 - Statistical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Descriptive statistics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Probability distributions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Hypothesis testing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Correlation and regression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Statistical power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5 - Plotly and Dash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Plotly Express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Graph Objects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features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Dash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Callbacks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6 - Visualization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Grammar of Graphics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Chart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Color theory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Data-ink ratio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Accessibility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7 -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Supervised learning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Unsupervised learning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Feature engineering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Model selection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Model evaluation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Primer 8 -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Why synthetic data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Generation methods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Validation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Use cases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Best practices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CONCLUSION (Slides 211-215)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Series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2.1: Systematic EDA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2.2: Static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Module 2.3: Interactive Exploration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Capstone: Customer Insights Dashboard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Skills Acquired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Project setup and structure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Systematic EDA and profiling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Publication-quality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Interactive dashboards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End-to-end analytics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Real-World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Apply framework to any dataset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Customize visualizations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Build dashboards for stakeholders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Continue to Phase 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Phase 3: Feature Engineering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Phase 3: Machine Learning Modeling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Phase 3: Model Deployment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Continue your data science journey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Thank you for completing the series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You are now a data visualization expert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Apply your skills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Keep learning and building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"/>
              </a:defRPr>
            </a:pPr>
            <a:r>
              <a:t>Contact/Resources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  <a:latin typeface="Helvetica"/>
              </a:defRPr>
            </a:pPr>
            <a:r>
              <a:t>TOTAL SLIDES: 215+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