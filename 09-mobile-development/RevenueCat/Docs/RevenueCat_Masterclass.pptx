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1A1A1A"/>
                </a:solidFill>
                <a:latin typeface="Arial"/>
              </a:defRPr>
            </a:pPr>
            <a:r>
              <a:t>RevenueCat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505050"/>
                </a:solidFill>
                <a:latin typeface="Arial"/>
              </a:defRPr>
            </a:pPr>
            <a:r>
              <a:t>From Zero to Production: Building Subscription Apps with RevenueCat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943600"/>
            <a:ext cx="1828800" cy="274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Complete Guide to In-App Subscriptions &amp; Monetization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Why Building Subscriptions is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Two different platforms (iOS + Android)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Two different SDKs (StoreKit + Billing Library)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Receipt validation complexity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Webhook infrastructure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Subscription state management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Cross-device sync &amp; user identity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Analytics &amp; revenue tracking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3+ weeks to build from scratch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2+ weeks to debug edge cases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Opportunity cost of delayed monetization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Building subscriptions natively is complex, time-consuming, and error-prone.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The Solution — RevenueCat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BEFORE: iOS App → StoreKit → Receipt Validation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    Android App → Billing Library → Custom Backend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AFTER:  iOS App ──┐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               ├── ONE SDK → RevenueCat Platform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   Android App ─┘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One SDK, one API, one source of truth for all subscription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RevenueCat is the 'Stripe for Mobile Subscriptions'.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ial"/>
              </a:defRPr>
            </a:pPr>
            <a:r>
              <a:t>Success Metrics &amp; Market Data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280160"/>
          <a:ext cx="103628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Industry Avg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Top Performers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Download → Paying User (30d)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1.7%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4.2%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Trial → Paid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60%+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14-Day ARPU (Health &amp; Fitness)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$0.44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$0.89+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The Journey — 5 Parts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PART 1: Foundations &amp; Architecture — Account, store config, SDK init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PART 2: Paywall &amp; Purchase Flow — UI, states, errors, restoration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PART 3: State Management &amp; Access Control — Gating, identity, offline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PART 4: Webhooks, Analytics &amp; Optimization — Backend, churn, A/B tests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PART 5: Full App Integration — Navigation, complete app, production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Each part builds on the previous. Complete them in order.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FitTrack Pro — Reference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A subscription-based fitness app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Features: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Workout Tracking (500+ exercises)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Nutrition Logging with meal suggestions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Personal Trainer Chat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Progress Tracking &amp; Analytics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Subscription Tiers: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FREE    — 3 exercises/day, basic tracking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PRO     — All features, $9.99/month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PREMIUM — + Personal Trainer, $99.99/year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Realistic, relatable, and production-ready.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B4B4B4"/>
                </a:solidFill>
                <a:latin typeface="Arial"/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Foundations &amp; Architecture Setup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Part 1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RevenueCat account created &amp; configured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App Store Connect products created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Google Play Console products created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Entitlements and offerings defined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RevenueCat SDK installed &amp; initialized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Basic paywall displays dynamic pricing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Estimated Time: 3–4 hours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The Four Pillars of RevenueCat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PRODUCT — Individual item created in App Store / Google Play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    Example: 'Monthly Subscription — $9.99'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ENTITLEMENT — What users unlock by purchasing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    Example: 'premium_workouts'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PACKAGE — Wrapper connecting products across platforms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    Example: 'Monthly' maps to iOS + Android products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OFFERING — Group of packages presented to users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    Example: 'default' offering = Monthly + Annual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Products live in app stores. Entitlements define features. Packages group products. Offerings present options.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Setup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STEP 1: RevenueCat Account — Create project → Generate API keys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STEP 2: App Store Connect — Create app → Create subscriptions → Generate secret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STEP 3: Google Play Console — Create app → Create subscriptions → Service account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STEP 4: RevenueCat Dashboard — Connect stores → Create entitlements → Set offerings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STEP 5: SDK Installation — npm install → Configure → Initialize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The correct sequence matters. Configure app stores first, then RevenueCat, then the SDK.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ial"/>
              </a:defRPr>
            </a:pPr>
            <a:r>
              <a:t>SDK Installation &amp; Initialization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4754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# Install the SDK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npm install react-native-purchases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# Install peer dependencies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npm install @react-native-async-storage/async-storage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// Initialize the SDK (App.tsx)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import Purchases, { LOG_LEVEL } from 'react-native-purchases';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Purchases.configure({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apiKey: 'your_public_api_key',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verboseLogs: __DEV__,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logLevel: __DEV__ ? LOG_LEVEL.DEBUG : LOG_LEVEL.INFO,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});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// Fetch offerings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const offerings = await Purchases.getOfferings();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console.log('Available packages:', offerings.current?.availablePackages);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B4B4B4"/>
                </a:solidFill>
                <a:latin typeface="Arial"/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Paywall &amp; Purchase 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Part 2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Production-quality paywall UI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All purchase states handled (loading, success, error)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Subscription comparison with highlighting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Free trial &amp; introductory offer display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Purchase restoration with elegant UX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Error handling that actually helps users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Estimated Time: 4–5 hours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What Makes a Great Paywall?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1. VALUE PROPOSITION — What do users get? (Clear, benefits-focused)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2. PRICING COMPARISON — Show monthly vs. annual side-by-side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3. SOCIAL PROOF — Testimonials, ratings, user counts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4. RISK REDUCTION — Free trials, 'cancel anytime' messaging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5. CLEAR CTA — Action-oriented buttons, obvious next step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6. TRUST SIGNALS — Security badges, terms &amp; privacy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A paywall is a conversion-optimized experience, not just a price list.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ial"/>
              </a:defRPr>
            </a:pPr>
            <a:r>
              <a:t>Paywall Placement Strategy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280160"/>
          <a:ext cx="103628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Timing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Onboarding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Immediately after signup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High-intent users, peak motivation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Contextual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When users hit premium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Users who've demonstrated interest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Settings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Accessible from app settings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Users who weren't ready initially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The Purchase Flow — Complete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1. SELECT PACKAGE — User taps subscription option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2. SDK SHOWS STORE SHEET — Apple/Google native purchase dialog appears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3. AUTHENTICATION — Face ID, Touch ID, or password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4. PROCESSING — Loading state, receipt validation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5. SUCCESS — Entitlements granted, welcome screen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6. ERROR (if applicable) — User-friendly error, retry 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Handle all six states. Users should never feel confused or stuck.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ial"/>
              </a:defRPr>
            </a:pPr>
            <a:r>
              <a:t>Purchase Code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4754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const handlePurchase = async () =&gt; {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setIsPurchasing(true);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setError(null);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try {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const { customerInfo } = await Purchases.purchasePackage(selectedPackage);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const granted = Object.keys(customerInfo.entitlements.active);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if (granted.length &gt; 0) {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  setPurchaseFlowState('success');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}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} catch (error) {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if (error.code === 'PURCHASE_CANCELLED') {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  // User cancelled — no action needed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} else {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  setPurchaseFlowState('error');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  setFlowErrorMessage(error.userMessage);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}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} finally {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setIsPurchasing(false);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ial"/>
              </a:defRPr>
            </a:pPr>
            <a:r>
              <a:t>Error Handling — User-Friendly Messages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280160"/>
          <a:ext cx="103628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Technical Error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User Message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PURCHASE_CANCELLED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You cancelled the purchase. No charges were made.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Try again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NETWORK_ERROR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Please check your internet connection and try again.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Retry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PRODUCT_NOT_AVAILABLE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This option is currently unavailable.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Try later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PURCHASE_NOT_ALLOWED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In-app purchases are not allowed on this device.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Check settings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B4B4B4"/>
                </a:solidFill>
                <a:latin typeface="Arial"/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Subscription State Management &amp; Access Control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Part 3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Real-time subscription state management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Premium feature gating throughout the app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User identity (anonymous vs. authenticated)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Account migration (transferring subscriptions)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Subscription status dashboard for users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Offline support and caching strategies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Estimated Time: 3–4 hours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The Access Control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'Does this user have access?' requires knowing: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Is the user logged in?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Do they have a valid subscription?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Which entitlement do they have?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Has their subscription expired?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Did they purchase on another device?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Are they offline? (cached state)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Did they just purchase? (real-time update)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Did they cancel? (grace period)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Subscription state is more than a boolean flag. It's a complex, real-time system.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Three-Layer Access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LAYER 1: STATE MANAGEMENT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SubscriptionContext — Single source of truth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CustomerInfo, Active entitlements, Loading states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LAYER 2: FEATURE GATING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Guard Components — Protect content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RequireEntitlement (screen-level)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EntitlementGate (component-level)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LAYER 3: REAL-TIME UPDATES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Listeners — Keep state fresh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CustomerInfo update listener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Automatic state refresh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Build all three layers. One layer alone isn't enough for production quality.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ial"/>
              </a:defRPr>
            </a:pPr>
            <a:r>
              <a:t>Feature Guard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4754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// Screen-Level Guard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&lt;RequireEntitlement 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entitlementId='premium_workouts'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onUpgradePress={() =&gt; navigateToPaywall()}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&gt;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&lt;PremiumWorkoutScreen /&gt;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&lt;/RequireEntitlement&gt;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// Component-Level Guard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&lt;EntitlementGate entitlementId='nutrition_tracking'&gt;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&lt;PremiumBadge /&gt;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&lt;/EntitlementGate&gt;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// Conditional UI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const { hasEntitlement } = useSubscription();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return (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&lt;View&gt;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{await hasEntitlement('personal_trainer') ? (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  &lt;TrainerChat /&gt;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) : (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User Identity &amp; Account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APP LAUNCH — Check for stored user ID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NO  → ANONYMOUS USER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   • RevenueCat generates anonymous ID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   • Can still purchase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   • Subscription is device-bound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YES → AUTHENTICATED USER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   • Set AppUserID to stored ID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   • Load subscription, restore purchases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   • Access on all devices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USER LOGS IN → Transfer anonymous subscription to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Always implement account migration. It's critical for user retention and trust.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ial"/>
              </a:defRPr>
            </a:pPr>
            <a:r>
              <a:t>Transfer Anonymous Subscription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4754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// Transfer anonymous subscription to user account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const transferSubscription = async (userId: string) =&gt; {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await Purchases.setAppUserID(userId);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const customerInfo = await Purchases.getCustomerInfo();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// Subscription now follows the user account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Offline Support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1. ON APP LAUNCH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• Load cached state from AsyncStorage (fast)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• Show cached data immediately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2. IN BACKGROUND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• Fetch fresh data from RevenueCat (accurate)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• Update cache with fresh data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• Update UI if different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3. CACHE MANAGEMENT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• Cache expires after 24 hours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• Refresh on purchase/restore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• Clear on logout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Users expect premium features to work offline. Cache subscription state for offline access.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B4B4B4"/>
                </a:solidFill>
                <a:latin typeface="Arial"/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Webhooks, Analytics &amp; Revenue Optimization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Part 4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RevenueCat webhook endpoint with verification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Complete event handling for all lifecycle events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Analytics integration for revenue tracking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Churn reduction strategies (grace periods, win-back)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RevenueCat Experiments for A/B testing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Monitoring and alerting system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Estimated Time: 4–5 hours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Why You Need a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App Store Events → What Your Backend Needs to Know: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🎉 User subscribes          → Send welcome email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🔄 Subscription renews      → Update premium status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❌ User cancels             → Prepare win-back campaign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⏰ Subscription expires     → Revoke premium access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💰 Refund issued            → Revoke access, track losses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💳 Billing issue            → Send payment reminder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⏳ Grace period starts      → Send warning notification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Your backend needs to know about subscription events to keep user data in sync and automate actions.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Webhook Flow — Event 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1. EVENT OCCURS — User subscribes, renews, cancels, etc.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2. REVENUECAT SENDS WEBHOOK — POST to your server with event data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3. YOUR SERVER VERIFIES — Check signature → Validate event data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4. YOUR SERVER PROCESSES — Database Update + Analytics Track + Email Send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5. RESPONSE — 200 OK (RevenueCat stops retrying)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Always respond with 200 OK to prevent RevenueCat from retrying failed events. Handle errors internally.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ial"/>
              </a:defRPr>
            </a:pPr>
            <a:r>
              <a:t>Webhook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4754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app.post('/webhook/revenuecat', async (req, res) =&gt; {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try {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// 1. Verify signature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const isValid = verifyWebhookSignature(req.body, req.headers);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if (!isValid) {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  return res.status(401).json({ error: 'Invalid signature' });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}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// 2. Process based on event type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const event = req.body;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switch (event.type) {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  case 'INITIAL_PURCHASE': await handleNewSubscription(event); break;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  case 'RENEWAL': await handleRenewal(event); break;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  case 'CANCELLATION': await handleCancellation(event); break;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  case 'EXPIRATION': await handleExpiration(event); break;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}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// 3. Always return 200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  res.status(200).json({ received: true });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ourier New"/>
              </a:defRPr>
            </a:pPr>
            <a:r>
              <a:t>  } catch (error) {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ial"/>
              </a:defRPr>
            </a:pPr>
            <a:r>
              <a:t>Analytics — The Metrics That Matter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280160"/>
          <a:ext cx="103628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MRR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Monthly Recurring Revenue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Predictable revenue baseline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ARPU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Average Revenue Per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User value, growth potential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LTV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Lifetime Value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How much can you spend to acquire users?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Churn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% of subscribers who cancel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Health of your business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Conversion Rate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% of free users who subscribe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Paywall effectiveness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Trial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% of trials that convert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Product-market fit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Churn Reduction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1. BILLING ISSUE DETECTED — Payment fails, user enters grace period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2. GRACE PERIOD STARTS (3–7 days) — User keeps access while payment is fixed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3. NOTIFICATIONS SENT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Day 1: 'Update payment method'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Day 3: 'Access expires in 2 days'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Day 5: 'Last chance to update payment'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4. WIN-BACK CAMPAIGN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Day 7: 'We miss you! 30% off'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Day 14: 'Special offer just for you'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Day 30: 'Your data is waiting'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Churn reduction is a systematic process. Plan for it before users leave.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RevenueCat Experiments (A/B Testing)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💰 PRICING — $9.99 vs $12.99/month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📝 MESSAGING — 'Save 20%' vs 'Unlock All Features'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🎨 LAYOUT — 2 cards vs 3 cards, order of plans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⏰ OFFER LENGTH — 7-day vs 14-day trial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📍 PLACEMENT — Onboarding vs Contextual vs Settings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Key Insight: Price anchoring is effective.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Showing monthly and annual side-by-side increased annual subscriptions by 31%.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Data beats intuition every time.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B4B4B4"/>
                </a:solidFill>
                <a:latin typeface="Arial"/>
              </a:defRPr>
            </a:pPr>
            <a: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Full React Native App Integration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Part 5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Complete React Native app with navigation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Full subscription flow (paywall → premium features)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User authentication with subscription transfer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Offline support and caching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Production-ready error handling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Analytics integration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App store configuration for release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Estimated Time: 5–6 hours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REACT NATIVE APP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Splash → Login → Paywall → Main App (Home / Workouts / Nutrition / Profile)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SHARED LAYERS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SubscriptionContext | Feature Guards | RevenueCat Service | Navigation System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BACKEND INFRASTRUCTURE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Webhooks | Database | Analytics | Email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REVENUECAT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All pieces work together to create a production app.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Navigation Flow — 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APP LAUNCH → SPLASH SCREEN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Check auth status, check subscription status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• Initialize RevenueCat, load cached state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AUTHENTICATED?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NO  → LOGIN SCREEN → Continue as guest or sign in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YES → SUBSCRIBED?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    NO  → PAYWALL SCREEN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      YES → MAIN APP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TRANSFER SUBSCRIPTION? (if purchased anonymous) → Continue to Main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Navigation decisions are driven by authentication and subscription status.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ial"/>
              </a:defRPr>
            </a:pPr>
            <a:r>
              <a:t>Complete Screen Structure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280160"/>
          <a:ext cx="10362895" cy="4937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Screen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RevenueCat Integration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Splash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Initialize, check state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Purchases.configure()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Auth, account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setAppUserID()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Paywall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Show offerings, purchase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getOfferings(), purchasePackage()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Dashboard, feature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getCustomerInfo()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Workouts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Gated content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hasEntitlement()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Nutrition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Gated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hasEntitlement()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Trainer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Premium feature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RequireEntitlement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4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Subscription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05050"/>
                          </a:solidFill>
                        </a:defRPr>
                      </a:pPr>
                      <a:r>
                        <a:t>customerInfo, managementURL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Production Checklist — Before You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📱 APP LAUNCH — Splash shows, RevenueCat initializes, cached state loads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🔐 AUTHENTICATION — Login, signup, anonymous mode, account migration all work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💰 PAYWALL — Offerings load, packages display, purchase flow works, restore works, errors handled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🎯 FEATURE GATING — Premium features locked for free users, unlock after purchase, real-time updates, offline mode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🔌 BACKEND — Webhooks configured, all event types handled, analytics tracked, emails set up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📊 MONITORING — Revenue alerts, technical alerts, performance monitoring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B4B4B4"/>
                </a:solidFill>
                <a:latin typeface="Arial"/>
              </a:defRPr>
            </a:pPr>
            <a:r>
              <a:t>PART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Conclusion &amp; Next Steps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What You've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✅ RevenueCat SDK Integration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✅ Subscription State Management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✅ Premium Feature Gating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✅ Webhook Implementation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✅ Analytics Integration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✅ Churn Reduction Strategies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✅ A/B Testing with Experiments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✅ Production Deployment Ready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FitTrack Pro — A complete subscription-based fitness app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with iOS and Android support, monthly and annual subscriptions,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premium feature gating, user authentication, and real-time updates.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🧩 RevenueCat's Four Pillars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Entitlements, Products, Packages, Offerings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→ Understand these and you understand RevenueCat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🎯 Paywalls Are Conversion Engines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Value proposition + Price anchoring + Clear CTA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→ Small improvements can mean big revenue gains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🔐 Feature Gating Is Multi-Layer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State + Guards + Real-time Updates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→ One layer is never enough for production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🔗 Backend Sync Is Critical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Webhooks + Analytics + Churn Prevention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→ Your backend needs to know about subscriptions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📊 Test Everything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A/B tests + Monitoring + Analytics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→ Data beats intuition every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→ RevenueCat handles the technical complexity. Your job is understanding the concepts and designing great user experiences.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1. BUILD ON THE FOUNDATION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• Add social features, wearable integration, advanced analytics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2. IMPLEMENT A/B TESTS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• Test pricing, messaging, trial length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3. SCALE YOUR BACKEND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• Containerization, load balancing, advanced monitoring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4. RELEASE TO APP STORES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• Production API keys, app store assets, marketing materials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📚 OFFICIAL DOCUMENTATION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https://www.revenuecat.com/docs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🚀 SDK QUICKSTART GUIDES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• iOS, Android, React Native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📖 REVENUECAT CODELABS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https://revenuecat.github.io/codelab/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🎥 VIDEO TUTORIALS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RevenueCat YouTube Channel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💬 COMMUNITY</a:t>
            </a:r>
          </a:p>
          <a:p>
            <a:pPr>
              <a:spcAft>
                <a:spcPts val="1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 RevenueCat Community Forum &amp; Discord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4B4B4"/>
                </a:solidFill>
                <a:latin typeface="Arial"/>
              </a:defRPr>
            </a:pPr>
            <a:r>
              <a:t>You now have the tools to build production subscription apps.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rial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