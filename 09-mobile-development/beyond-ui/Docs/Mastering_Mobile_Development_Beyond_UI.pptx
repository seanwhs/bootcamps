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800" b="1">
                <a:solidFill>
                  <a:srgbClr val="1E1E1E"/>
                </a:solidFill>
                <a:latin typeface="Calibri"/>
              </a:defRPr>
            </a:pPr>
            <a:r>
              <a:t>Mastering Mobile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0">
                <a:solidFill>
                  <a:srgbClr val="787878"/>
                </a:solidFill>
                <a:latin typeface="Calibri"/>
              </a:defRPr>
            </a:pPr>
            <a:r>
              <a:t>Beyond the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800" b="0">
                <a:solidFill>
                  <a:srgbClr val="787878"/>
                </a:solidFill>
                <a:latin typeface="Calibri"/>
              </a:defRPr>
            </a:pPr>
            <a:r>
              <a:t>Building Enterprise-Grade Mobile Applications with React 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0">
                <a:solidFill>
                  <a:srgbClr val="787878"/>
                </a:solidFill>
                <a:latin typeface="Calibri"/>
              </a:defRPr>
            </a:pPr>
            <a:r>
              <a:t>NexusCollect  •  React Native  •  TypeScript  •  Supabase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Introduction &amp; Course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Architecture  •  Auth  •  Offline Sync  •  Security  • 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The Problem with Most Tutorials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Most tutorials stop at the UI layer — buttons, lists, and screens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Missing: Authentication, offline sync, security, deployment pipelines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The gap between 'hello world' and production apps is vast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Understanding the full lifecycle is essential for enterprise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What This Course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Native development environments (Xcode, Android Studio)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React Native integration and New Architecture (JSI, Fabric, TurboModules)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Hardware APIs: camera, GPS, biometrics, push notifications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Offline-first data persistence with WatermelonDB + Supabase sync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Mobile security (OWASP Top 10) and certificate pinning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Testing: unit, component, integration, E2E with Detox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CI/CD pipelines and app store deployment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Production monitoring with Sentry and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What You Will Build: NexusCollect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Field data collection platform for offline environments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Custom form builder with dynamic fields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Real-time sync with Supabase PostgreSQL backend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Biometric authentication (Face ID / Touch ID)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GPS location tagging and photo capture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Push notifications and full CI/CD pipeline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Enterprise-grade security and OTA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1033272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React Native + Expo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Core cross-platform framework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Type safety and maintainability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Zustand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Lightweight state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WatermelonDB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High-performance local SQLite database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Supabase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PostgreSQL backend with auth &amp; realtime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Jest + Detox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Testing suite (unit → E2E)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EAS Build + Fastlane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CI/CD and store deployment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Production error monitoring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Target Audience &amp;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Target: React developers, front-end engineers, full-stack developers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Intermediate JavaScript (ES6+) and React fundamentals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Basic REST API knowledge and Git version control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Command-line proficiency required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Prior mobile experience: beneficial but not required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Estimated delivery: 30–40 hours including hands-on labs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Native Foundations &amp; Build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Xcode  •  Android Studio  •  Native Modules  •  Code Signing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Mobile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iOS: UIKit, Swift, Cocoa Touch — strict app lifecycle management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Android: Android Framework, Kotlin/Java — Activity/Fragment lifecycle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React Native bridges JavaScript and native threads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Old Architecture: Bridge (serialized, async messages)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New Architecture: JSI enables direct synchronous native calls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Fabric Renderer + TurboModules + Hermes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Application Lifecycle: iOS vs Android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103327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iOS State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Android State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Not running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Terminated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Inactive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Created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Started / Resumed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Paused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Suspended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</a:defRPr>
                      </a:pPr>
                      <a:r>
                        <a:t>Stopped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Development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iOS: Xcode, Simulator, CocoaPods, Swift Package Manager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Android: Android Studio, Emulator, Gradle, SDK Platform 33+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Cross-platform: Node.js v18+, Watchman, Metro Bundler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Set ANDROID_HOME and PATH variables for Android tooling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Verify: xcrun simctl list devices, adb devices, pod --version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Expo vs React Native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Expo: 10-min setup, EAS builds, OTA updates, plugin ecosystem — best for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787878"/>
                </a:solidFill>
                <a:latin typeface="Calibri"/>
              </a:defRPr>
            </a:pPr>
            <a:r>
              <a:t>Expo abstracts native complexity. CLI offers full control but steep learning curve.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Project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npx create-expo-app NexusCollect --template</a:t>
            </a:r>
            <a:br/>
            <a:r>
              <a:t>cd NexusCollect</a:t>
            </a:r>
            <a:br/>
            <a:r>
              <a:t>npm install react-native-safe-area-context react-native-screens</a:t>
            </a:r>
            <a:br/>
            <a:r>
              <a:t>npm install -D @types/react @types/react-native</a:t>
            </a:r>
            <a:br/>
            <a:br/>
            <a:r>
              <a:t># iOS dependencies (macOS only)</a:t>
            </a:r>
            <a:br/>
            <a:r>
              <a:t>cd ios &amp;&amp; pod install &amp;&amp; cd ..</a:t>
            </a:r>
            <a:br/>
            <a:br/>
            <a:r>
              <a:t># Start development</a:t>
            </a:r>
            <a:br/>
            <a:r>
              <a:t>npx expo start  # press 'i' for iOS, 'a' for Android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TypeScript &amp; Path Aliases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Strict TypeScript: noUnusedLocals, noImplicitReturns, baseUrl paths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Path aliases via babel-plugin-module-resolver: @/*, @components/*, @screens/*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Folder structure: src/{api,components,screens,navigation,store,hooks,database,services,utils,types,themes,constants}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Separation of concerns: UI → State → Data → Navigation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Native Modules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Why Native Modules? Access platform APIs, performance-critical ops, reuse native libs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iOS: Swift/Objective-C with RCTBridgeModule protocol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Android: Kotlin/Java extending ReactContextBaseJavaModule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Register in MainApplication.kt (Android) and bridging header (iOS)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Call from JS via NativeModules or New Architecture TurboModules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iOS Native Module (Swift)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@objc(DeviceInfoModule)</a:t>
            </a:r>
            <a:br/>
            <a:r>
              <a:t>class DeviceInfoModule: NSObject, RCTBridgeModule {</a:t>
            </a:r>
            <a:br/>
            <a:r>
              <a:t>  static func moduleName() -&gt; String! { return "DeviceInfoModule" }</a:t>
            </a:r>
            <a:br/>
            <a:r>
              <a:t>  </a:t>
            </a:r>
            <a:br/>
            <a:r>
              <a:t>  @objc(getDeviceInfo:rejecter:)</a:t>
            </a:r>
            <a:br/>
            <a:r>
              <a:t>  func getDeviceInfo(_ resolve: RCTPromiseResolveBlock,</a:t>
            </a:r>
            <a:br/>
            <a:r>
              <a:t>                     rejecter: RCTPromiseRejectBlock) {</a:t>
            </a:r>
            <a:br/>
            <a:r>
              <a:t>    let device = UIDevice.current</a:t>
            </a:r>
            <a:br/>
            <a:r>
              <a:t>    resolve(["model": device.model,</a:t>
            </a:r>
            <a:br/>
            <a:r>
              <a:t>             "systemName": device.systemName])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Android Native Module (Kotlin)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class DeviceInfoModule(reactContext: ReactApplicationContext) :</a:t>
            </a:r>
            <a:br/>
            <a:r>
              <a:t>    ReactContextBaseJavaModule(reactContext) {</a:t>
            </a:r>
            <a:br/>
            <a:r>
              <a:t>    </a:t>
            </a:r>
            <a:br/>
            <a:r>
              <a:t>    override fun getName() = "DeviceInfoModule"</a:t>
            </a:r>
            <a:br/>
            <a:r>
              <a:t>    </a:t>
            </a:r>
            <a:br/>
            <a:r>
              <a:t>    @ReactMethod</a:t>
            </a:r>
            <a:br/>
            <a:r>
              <a:t>    fun getDeviceInfo(promise: Promise) {</a:t>
            </a:r>
            <a:br/>
            <a:r>
              <a:t>        val info = HashMap&lt;String, Any&gt;()</a:t>
            </a:r>
            <a:br/>
            <a:r>
              <a:t>        info["model"] = Build.MODEL</a:t>
            </a:r>
            <a:br/>
            <a:r>
              <a:t>        info["manufacturer"] = Build.MANUFACTURER</a:t>
            </a:r>
            <a:br/>
            <a:r>
              <a:t>        promise.resolve(info)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Code Signing &amp; Build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iOS: Certificates, App IDs, Provisioning Profiles in Apple Developer Portal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Android: Generate keystore with keytool, configure gradle.properties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Build variants: Debug (development), Release (production), Custom (staging)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New Architecture: enable hermes_enabled + fabric_enabled in Podfile/gradle.properties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Verify: clean build succeeds on both platforms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Project Architecture &amp; Core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Navigation  •  Zustand  •  Theming  •  Component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Architecture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Separation of Concerns: UI, State, Data, Navigation, Utility layers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Unidirectional Data Flow: Action → Store → Service → API → Store → UI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Dependency Injection: Services injected where needed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Testability: Each layer independently testable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Data Flow: User Action → Component → Store/Service → API → Backend → UI Update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Navigation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Root Navigator: Splash → Auth Stack OR Main Stack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Auth Stack: Login → Register → ForgotPassword → Onboarding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Main Tabs: Dashboard | Forms | Collections | Profile | Settings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Type-safe navigation with TypeScript param lists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Auth-aware routing: initialize session → render appropriate stack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Deep linking: nexuscollect:// and https://nexuscollect.com prefixes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Root Navigator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export const RootNavigator = () =&gt; {</a:t>
            </a:r>
            <a:br/>
            <a:r>
              <a:t>  const { isAuthenticated, isLoading } = useAuth();</a:t>
            </a:r>
            <a:br/>
            <a:r>
              <a:t>  </a:t>
            </a:r>
            <a:br/>
            <a:r>
              <a:t>  if (isLoading) return &lt;SplashScreen /&gt;;</a:t>
            </a:r>
            <a:br/>
            <a:r>
              <a:t>  </a:t>
            </a:r>
            <a:br/>
            <a:r>
              <a:t>  return (</a:t>
            </a:r>
            <a:br/>
            <a:r>
              <a:t>    &lt;NavigationContainer&gt;</a:t>
            </a:r>
            <a:br/>
            <a:r>
              <a:t>      &lt;Stack.Navigator&gt;</a:t>
            </a:r>
            <a:br/>
            <a:r>
              <a:t>        {isAuthenticated ? (</a:t>
            </a:r>
            <a:br/>
            <a:r>
              <a:t>          &lt;Stack.Screen name="Main" component={MainTabs} /&gt;</a:t>
            </a:r>
            <a:br/>
            <a:r>
              <a:t>        ) : (</a:t>
            </a:r>
            <a:br/>
            <a:r>
              <a:t>          &lt;Stack.Screen name="Auth" component={AuthStack} /&gt;</a:t>
            </a:r>
            <a:br/>
            <a:r>
              <a:t>        )}</a:t>
            </a:r>
            <a:br/>
            <a:r>
              <a:t>      &lt;/Stack.Navigator&gt;</a:t>
            </a:r>
            <a:br/>
            <a:r>
              <a:t>    &lt;/NavigationContainer&gt;</a:t>
            </a:r>
            <a:br/>
            <a:r>
              <a:t>  );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State Management with Zustand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Minimal boilerplate (1KB), excellent performance, simple learning curve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Auth Store: user, isAuthenticated, logout with SecureStore persistence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Settings Store: theme, notifications, preferences via AsyncStorage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Form Store: forms array, currentForm, CRUD operations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Persistence: partialize state, use SecureStore for auth, AsyncStorage for settings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Zustand Auth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export const useAuthStore = create&lt;AuthStore&gt;()(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user: null, isAuthenticated: false,</a:t>
            </a:r>
            <a:br/>
            <a:r>
              <a:t>      setUser: (user) =&gt; set({ user }),</a:t>
            </a:r>
            <a:br/>
            <a:r>
              <a:t>      logout: () =&gt; {</a:t>
            </a:r>
            <a:br/>
            <a:r>
              <a:t>        set({ user: null, isAuthenticated: false });</a:t>
            </a:r>
            <a:br/>
            <a:r>
              <a:t>        secureStorage.removeItem('auth-storage');</a:t>
            </a:r>
            <a:br/>
            <a:r>
              <a:t>      },</a:t>
            </a:r>
            <a:br/>
            <a:r>
              <a:t>    }),</a:t>
            </a:r>
            <a:br/>
            <a:r>
              <a:t>    { name: 'auth-storage', partialize: (s) =&gt; ({</a:t>
            </a:r>
            <a:br/>
            <a:r>
              <a:t>      user: s.user, isAuthenticated: s.isAuthenticated</a:t>
            </a:r>
            <a:br/>
            <a:r>
              <a:t>    })}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Theme &amp; Styling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Centralized color palette (primary, secondary, gray, semantic colors)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Typography: Platform.select for iOS System / Android Roboto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Spacing system: xs(4), sm(8), md(16), lg(24), xl(32), xxl(48)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ThemeProvider with light/dark/system mode support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createThemedStyles helper: StyleSheet.create with theme injection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Base components: Button (primary/outline), Card (elevation), Input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Backend Integration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Supabase  •  RLS  •  Social Login  •  Session 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Why Supabase?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Open-source Firebase alternative with PostgreSQL (not NoSQL)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Built-in authentication: email, magic link, social providers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Real-time subscriptions via WebSocket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Row Level Security (RLS) for fine-grained access control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File storage and Edge functions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Free tier generous for development and small production apps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Supabase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CREATE TABLE public.profiles (</a:t>
            </a:r>
            <a:br/>
            <a:r>
              <a:t>  id UUID REFERENCES auth.users(id) PRIMARY KEY,</a:t>
            </a:r>
            <a:br/>
            <a:r>
              <a:t>  email TEXT NOT NULL, full_name TEXT,</a:t>
            </a:r>
            <a:br/>
            <a:r>
              <a:t>  created_at TIMESTAMPTZ DEFAULT NOW()</a:t>
            </a:r>
            <a:br/>
            <a:r>
              <a:t>);</a:t>
            </a:r>
            <a:br/>
            <a:br/>
            <a:r>
              <a:t>CREATE TABLE public.forms (</a:t>
            </a:r>
            <a:br/>
            <a:r>
              <a:t>  id UUID DEFAULT gen_random_uuid() PRIMARY KEY,</a:t>
            </a:r>
            <a:br/>
            <a:r>
              <a:t>  title TEXT NOT NULL, fields JSONB NOT NULL,</a:t>
            </a:r>
            <a:br/>
            <a:r>
              <a:t>  user_id UUID REFERENCES auth.users(id)</a:t>
            </a:r>
            <a:br/>
            <a:r>
              <a:t>);</a:t>
            </a:r>
            <a:br/>
            <a:br/>
            <a:r>
              <a:t>CREATE TABLE public.collections (</a:t>
            </a:r>
            <a:br/>
            <a:r>
              <a:t>  id UUID DEFAULT gen_random_uuid() PRIMARY KEY,</a:t>
            </a:r>
            <a:br/>
            <a:r>
              <a:t>  form_id UUID REFERENCES forms(id),</a:t>
            </a:r>
            <a:br/>
            <a:r>
              <a:t>  data JSONB NOT NULL, location JSONB, photos TEXT[]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Row Level Security Policies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ALTER TABLE public.profiles ENABLE ROW LEVEL SECURITY;</a:t>
            </a:r>
            <a:br/>
            <a:br/>
            <a:r>
              <a:t>CREATE POLICY "Users view own profile"</a:t>
            </a:r>
            <a:br/>
            <a:r>
              <a:t>  ON profiles FOR SELECT USING (auth.uid() = id);</a:t>
            </a:r>
            <a:br/>
            <a:br/>
            <a:r>
              <a:t>CREATE POLICY "Users update own profile"</a:t>
            </a:r>
            <a:br/>
            <a:r>
              <a:t>  ON profiles FOR UPDATE USING (auth.uid() = id);</a:t>
            </a:r>
            <a:br/>
            <a:br/>
            <a:r>
              <a:t>CREATE POLICY "Users view own forms"</a:t>
            </a:r>
            <a:br/>
            <a:r>
              <a:t>  ON forms FOR SELECT USING (auth.uid() = user_id);</a:t>
            </a:r>
            <a:br/>
            <a:br/>
            <a:r>
              <a:t>CREATE POLICY "Users create own forms"</a:t>
            </a:r>
            <a:br/>
            <a:r>
              <a:t>  ON forms FOR INSERT WITH CHECK (auth.uid() = user_id);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Email/password: signInWithPassword / signUp with metadata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Social login: Google and Apple via expo-auth-session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Session persistence: SecureStore adapter with auto-refresh token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Auth hook: initializeAuth on app launch, protect routes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Logout: clear Supabase session + Zustand state + SecureStore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Social Login (Google)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const [request, response, promptAsync] = Google.useAuthRequest({</a:t>
            </a:r>
            <a:br/>
            <a:r>
              <a:t>  expoClientId: '...', iosClientId: '...', androidClientId: '...'</a:t>
            </a:r>
            <a:br/>
            <a:r>
              <a:t>});</a:t>
            </a:r>
            <a:br/>
            <a:br/>
            <a:r>
              <a:t>const handleGoogleLogin = async () =&gt; {</a:t>
            </a:r>
            <a:br/>
            <a:r>
              <a:t>  const result = await promptAsync();</a:t>
            </a:r>
            <a:br/>
            <a:r>
              <a:t>  if (result?.type === 'success') {</a:t>
            </a:r>
            <a:br/>
            <a:r>
              <a:t>    await supabase.auth.signInWithIdToken({</a:t>
            </a:r>
            <a:br/>
            <a:r>
              <a:t>      provider: 'google', token: result.params.id_token</a:t>
            </a:r>
            <a:br/>
            <a:r>
              <a:t>    });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Data Management &amp; Offline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WatermelonDB  •  Sync Engine  •  Conflict Resolution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Why Offline-First?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Users don't always have internet — especially in field data collection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Offline-first = better UX, resilient to network issues, reduced server load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WatermelonDB: high-performance SQLite wrapper with reactive queries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Built-in sync primitives: push/pull changes with conflict resolution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Sync queue: track pending operations with exponential backoff retry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WatermelonDB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tableSchema({</a:t>
            </a:r>
            <a:br/>
            <a:r>
              <a:t>  name: 'forms',</a:t>
            </a:r>
            <a:br/>
            <a:r>
              <a:t>  columns: [</a:t>
            </a:r>
            <a:br/>
            <a:r>
              <a:t>    { name: 'title', type: 'string' },</a:t>
            </a:r>
            <a:br/>
            <a:r>
              <a:t>    { name: 'fields', type: 'string' },  // JSON</a:t>
            </a:r>
            <a:br/>
            <a:r>
              <a:t>    { name: 'user_id', type: 'string' },</a:t>
            </a:r>
            <a:br/>
            <a:r>
              <a:t>    { name: 'sync_status', type: 'string' },</a:t>
            </a:r>
            <a:br/>
            <a:r>
              <a:t>    { name: 'is_deleted', type: 'boolean' },</a:t>
            </a:r>
            <a:br/>
            <a:r>
              <a:t>    { name: 'created_at', type: 'number' },</a:t>
            </a:r>
            <a:br/>
            <a:r>
              <a:t>  ]</a:t>
            </a:r>
            <a:br/>
            <a:r>
              <a:t>})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Sync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1. Network Check — monitor connectivity with NetInfo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2. Pull Changes — download latest forms/collections from Supabase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3. Process Queue — upload pending create/update/delete operations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4. Conflict Resolution — last-write-wins or merge strategy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5. Cleanup — remove completed queue items, retry failed with backoff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Auto-sync: on network restore + periodic interval (5 min default)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Sync Engine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class SyncEngine {</a:t>
            </a:r>
            <a:br/>
            <a:r>
              <a:t>  async sync(): Promise&lt;SyncResult&gt; {</a:t>
            </a:r>
            <a:br/>
            <a:r>
              <a:t>    if (!this.isNetworkAvailable) return;</a:t>
            </a:r>
            <a:br/>
            <a:r>
              <a:t>    this.isSyncing = true;</a:t>
            </a:r>
            <a:br/>
            <a:r>
              <a:t>    </a:t>
            </a:r>
            <a:br/>
            <a:r>
              <a:t>    // 1. Upload pending</a:t>
            </a:r>
            <a:br/>
            <a:r>
              <a:t>    const pending = await SyncQueueRepository.getPending();</a:t>
            </a:r>
            <a:br/>
            <a:r>
              <a:t>    for (const item of pending) {</a:t>
            </a:r>
            <a:br/>
            <a:r>
              <a:t>      await this.processSyncItem(item);</a:t>
            </a:r>
            <a:br/>
            <a:r>
              <a:t>    }</a:t>
            </a:r>
            <a:br/>
            <a:r>
              <a:t>    </a:t>
            </a:r>
            <a:br/>
            <a:r>
              <a:t>    // 2. Download latest</a:t>
            </a:r>
            <a:br/>
            <a:r>
              <a:t>    const { data: forms } = await supabase</a:t>
            </a:r>
            <a:br/>
            <a:r>
              <a:t>      .from('forms').select('*').eq('user_id', userId);</a:t>
            </a:r>
            <a:br/>
            <a:r>
              <a:t>    await this.upsertLocal(forms);</a:t>
            </a:r>
            <a:br/>
            <a:r>
              <a:t>    </a:t>
            </a:r>
            <a:br/>
            <a:r>
              <a:t>    this.isSyncing = false;</a:t>
            </a:r>
            <a:br/>
            <a:r>
              <a:t>  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Conflict Resolution &amp; Retry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Strategy: Last write wins (compare updated_at timestamps)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Merge: Combine server and local fields preserving local edits array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Exponential backoff: retry after 2^n seconds (max 5 attempts)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Queue status lifecycle: pending → processing → completed/failed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Auto-retry failed items on next sync cycle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Device Hardware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Camera  •  GPS  •  Biometrics  •  Push Notifications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Camera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Expo Camera + ImagePicker for capture and gallery selection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Permissions: requestCameraPermissionsAsync + MediaLibrary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Features: flash toggle, front/back switch, quality control (0.8)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Save locally with secure filename before sync to Supabase Storage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Base64 encoding available for immediate upload scenarios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Camera Capture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const result = await ImagePicker.launchCameraAsync({</a:t>
            </a:r>
            <a:br/>
            <a:r>
              <a:t>  mediaTypes: ImagePicker.MediaTypeOptions.Images,</a:t>
            </a:r>
            <a:br/>
            <a:r>
              <a:t>  allowsEditing: true,</a:t>
            </a:r>
            <a:br/>
            <a:r>
              <a:t>  quality: 0.8,</a:t>
            </a:r>
            <a:br/>
            <a:r>
              <a:t>  base64: true,</a:t>
            </a:r>
            <a:br/>
            <a:r>
              <a:t>});</a:t>
            </a:r>
            <a:br/>
            <a:br/>
            <a:r>
              <a:t>if (!result.canceled) {</a:t>
            </a:r>
            <a:br/>
            <a:r>
              <a:t>  const saved = await savePhotoLocally(</a:t>
            </a:r>
            <a:br/>
            <a:r>
              <a:t>    result.assets[0].uri,</a:t>
            </a:r>
            <a:br/>
            <a:r>
              <a:t>    `photo_${Date.now()}.jpg`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Location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Expo Location: getCurrentPositionAsync + watchPositionAsync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High accuracy mode for field collection, balanced for tracking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Reverse geocoding: coordinates → address/city/country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Haversine formula for distance calculation between points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Background tracking considerations: battery optimization, permissions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Biometric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Expo LocalAuthentication: Face ID, Touch ID, fingerprint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Check availability: hasHardwareAsync + isEnrolledAsync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Supported types: FINGERPRINT, FACIAL_RECOGNITION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Secure action wrapper: authenticate → perform sensitive operation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Settings toggle: users can enable/disable biometric gate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Fallback to device passcode when biometric fails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Expo Notifications: requestPermissionsAsync + getExpoPushTokenAsync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Notification handler: configure alert, sound, badge behavior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Foreground + background listeners with deep link routing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Send via Expo push service: POST to exp.host/--/api/v2/push/send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Store push tokens in user profiles for targeted messaging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Jest  •  RNTL  •  Detox  •  CI/CD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Testing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Unit Tests: Individual functions, utilities, validation logic (Jest)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Component Tests: Render, interact, assert UI behavior (React Native Testing Library)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Integration Tests: Store + Service interactions, auth flows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E2E Tests: Full user journeys with Detox (login → create form → sync)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Coverage threshold: 70% branches, functions, lines, statements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Component Test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describe('Button', () =&gt; {</a:t>
            </a:r>
            <a:br/>
            <a:r>
              <a:t>  it('renders correctly', () =&gt; {</a:t>
            </a:r>
            <a:br/>
            <a:r>
              <a:t>    render(&lt;Button title="Click Me" onPress={jest.fn()} /&gt;);</a:t>
            </a:r>
            <a:br/>
            <a:r>
              <a:t>    expect(screen.getByText('Click Me')).toBeTruthy();</a:t>
            </a:r>
            <a:br/>
            <a:r>
              <a:t>  });</a:t>
            </a:r>
            <a:br/>
            <a:r>
              <a:t>  </a:t>
            </a:r>
            <a:br/>
            <a:r>
              <a:t>  it('handles press', () =&gt; {</a:t>
            </a:r>
            <a:br/>
            <a:r>
              <a:t>    const onPress = jest.fn();</a:t>
            </a:r>
            <a:br/>
            <a:r>
              <a:t>    render(&lt;Button title="Go" onPress={onPress} /&gt;);</a:t>
            </a:r>
            <a:br/>
            <a:r>
              <a:t>    fireEvent.press(screen.getByText('Go'));</a:t>
            </a:r>
            <a:br/>
            <a:r>
              <a:t>    expect(onPress).toHaveBeenCalledTimes(1);</a:t>
            </a:r>
            <a:br/>
            <a:r>
              <a:t> 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GitHub Actions: lint → type-check → test → build → deploy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EAS Build: development, preview, production profiles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EAS Submit: automated App Store and Play Store submission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Fastlane: advanced lane configuration for metadata, screenshots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Pre-commit hooks: ESLint + Prettier via Husky + lint-staged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1E1E1E"/>
                </a:solidFill>
                <a:latin typeface="Calibri"/>
              </a:defRPr>
            </a:pPr>
            <a:r>
              <a:t>GitHub Actions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3891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jobs:</a:t>
            </a:r>
            <a:br/>
            <a:r>
              <a:t>  lint: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actions/checkout@v3</a:t>
            </a:r>
            <a:br/>
            <a:r>
              <a:t>      - run: npm ci</a:t>
            </a:r>
            <a:br/>
            <a:r>
              <a:t>      - run: npm run lint</a:t>
            </a:r>
            <a:br/>
            <a:r>
              <a:t>      - run: npm run type-check</a:t>
            </a:r>
            <a:br/>
            <a:r>
              <a:t>  test:</a:t>
            </a:r>
            <a:br/>
            <a:r>
              <a:t>    needs: lint</a:t>
            </a:r>
            <a:br/>
            <a:r>
              <a:t>    steps:</a:t>
            </a:r>
            <a:br/>
            <a:r>
              <a:t>      - run: npm run test:ci</a:t>
            </a:r>
            <a:br/>
            <a:r>
              <a:t>  build:</a:t>
            </a:r>
            <a:br/>
            <a:r>
              <a:t>    needs: test</a:t>
            </a:r>
            <a:br/>
            <a:r>
              <a:t>    steps:</a:t>
            </a:r>
            <a:br/>
            <a:r>
              <a:t>      - uses: expo/expo-github-action@v8</a:t>
            </a:r>
            <a:br/>
            <a:r>
              <a:t>      - run: eas build --platform all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787878"/>
                </a:solidFill>
                <a:latin typeface="Calibri"/>
              </a:defRPr>
            </a:pPr>
            <a: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E1E1E"/>
                </a:solidFill>
                <a:latin typeface="Calibri"/>
              </a:defRPr>
            </a:pPr>
            <a:r>
              <a:t>Security Hardening &amp; Production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787878"/>
                </a:solidFill>
                <a:latin typeface="Calibri"/>
              </a:defRPr>
            </a:pPr>
            <a:r>
              <a:t>OWASP  •  Encryption  •  App Store  •  Monitoring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OWASP Mobile Top 10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Insecure Data Storage: Encrypt sensitive data at rest with SecureStore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Insecure Communication: Certificate pinning for API calls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Insecure Authentication: Biometric gate + session timeout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Code Tampering: Runtime integrity checks (rooted/emulator/debug)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Reverse Engineering: Code obfuscation, minification, drop console logs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Insufficient Cryptography: Use platform crypto APIs, not custom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Production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Metro minifier: drop_console, drop_debugger, mangle private props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Data encryption: AES-256 via expo-crypto + SecureStore key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Certificate pinning: validate public key hashes on HTTPS requests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Privacy manifest (iOS): NSPrivacyCollectedDataTypes for App Store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Runtime checks: alert and limit functionality on compromised devices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Deployment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1. Version bump: package.json + app.json + git tag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2. Build: eas build --platform ios/android --profile production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3. Submit: eas submit or Fastlane upload_to_app_store / play_store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4. OTA Updates: Updates.checkForUpdateAsync → fetch → reload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5. Monitor: Sentry for crashes, analytics for usage, reviews for feedback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82880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E1E1E"/>
                </a:solidFill>
                <a:latin typeface="Calibri"/>
              </a:defRPr>
            </a:pPr>
            <a:r>
              <a:t>Pre-Launch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All tests passing with ≥70% coverage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ESLint and TypeScript errors resolved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App icons, splash screen, screenshots prepared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Privacy policy and terms of service URLs configured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App signing certificates and provisioning profiles valid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Environment variables set for production (no debug endpoints)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Sentry DSN configured, analytics tracking enabled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 OTA updates channel configured for production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1E1E1E"/>
                </a:solidFill>
                <a:latin typeface="Calibri"/>
              </a:defRPr>
            </a:pPr>
            <a:r>
              <a:t>What You've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Native Foundations — Xcode, Android Studio, Swift/Kotlin modules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Project Architecture — Navigation, Zustand state, theming system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Backend Integration — Supabase auth, RLS, social login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Offline-First Data — WatermelonDB schema, sync engine, conflict resolution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Hardware Integration — Camera, GPS, biometrics, push notifications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Testing &amp; CI/CD — Jest, Detox, GitHub Actions, EAS Build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•  Security &amp; Deployment — OWASP controls, code obfuscation, App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