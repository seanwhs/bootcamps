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362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124.xml" ContentType="application/vnd.openxmlformats-officedocument.presentationml.slide+xml"/>
  <Override PartName="/ppt/slides/slide205.xml" ContentType="application/vnd.openxmlformats-officedocument.presentationml.slide+xml"/>
  <Override PartName="/ppt/slides/slide364.xml" ContentType="application/vnd.openxmlformats-officedocument.presentationml.slide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361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127.xml" ContentType="application/vnd.openxmlformats-officedocument.presentationml.slide+xml"/>
  <Override PartName="/ppt/slides/slide206.xml" ContentType="application/vnd.openxmlformats-officedocument.presentationml.slide+xml"/>
  <Override PartName="/ppt/slides/slide354.xml" ContentType="application/vnd.openxmlformats-officedocument.presentationml.slide+xml"/>
  <Override PartName="/ppt/slides/slide255.xml" ContentType="application/vnd.openxmlformats-officedocument.presentationml.slide+xml"/>
  <Override PartName="/ppt/slides/slide156.xml" ContentType="application/vnd.openxmlformats-officedocument.presentationml.slide+xml"/>
  <Override PartName="/ppt/slides/slide13.xml" ContentType="application/vnd.openxmlformats-officedocument.presentationml.slide+xml"/>
  <Override PartName="/ppt/slides/slide129.xml" ContentType="application/vnd.openxmlformats-officedocument.presentationml.slide+xml"/>
  <Override PartName="/ppt/slides/slide208.xml" ContentType="application/vnd.openxmlformats-officedocument.presentationml.slide+xml"/>
  <Override PartName="/ppt/slides/slide301.xml" ContentType="application/vnd.openxmlformats-officedocument.presentationml.slide+xml"/>
  <Override PartName="/ppt/slides/slide222.xml" ContentType="application/vnd.openxmlformats-officedocument.presentationml.slide+xml"/>
  <Override PartName="/ppt/slides/slide103.xml" ContentType="application/vnd.openxmlformats-officedocument.presentationml.slide+xml"/>
  <Override PartName="/ppt/slides/slide20.xml" ContentType="application/vnd.openxmlformats-officedocument.presentationml.slide+xml"/>
  <Override PartName="/ppt/slides/slide367.xml" ContentType="application/vnd.openxmlformats-officedocument.presentationml.slide+xml"/>
  <Override PartName="/ppt/slides/slide288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36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126.xml" ContentType="application/vnd.openxmlformats-officedocument.presentationml.slide+xml"/>
  <Override PartName="/ppt/slides/slide207.xml" ContentType="application/vnd.openxmlformats-officedocument.presentationml.slide+xml"/>
  <Override PartName="/ppt/slides/slide366.xml" ContentType="application/vnd.openxmlformats-officedocument.presentationml.slide+xml"/>
  <Override PartName="/ppt/slides/slide289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300.xml" ContentType="application/vnd.openxmlformats-officedocument.presentationml.slide+xml"/>
  <Override PartName="/ppt/slides/slide223.xml" ContentType="application/vnd.openxmlformats-officedocument.presentationml.slide+xml"/>
  <Override PartName="/ppt/slides/slide102.xml" ContentType="application/vnd.openxmlformats-officedocument.presentationml.slide+xml"/>
  <Override PartName="/ppt/slides/slide21.xml" ContentType="application/vnd.openxmlformats-officedocument.presentationml.slide+xml"/>
  <Override PartName="/ppt/slides/slide355.xml" ContentType="application/vnd.openxmlformats-officedocument.presentationml.slide+xml"/>
  <Override PartName="/ppt/slides/slide254.xml" ContentType="application/vnd.openxmlformats-officedocument.presentationml.slide+xml"/>
  <Override PartName="/ppt/slides/slide157.xml" ContentType="application/vnd.openxmlformats-officedocument.presentationml.slide+xml"/>
  <Override PartName="/ppt/slides/slide12.xml" ContentType="application/vnd.openxmlformats-officedocument.presentationml.slide+xml"/>
  <Override PartName="/ppt/slides/slide128.xml" ContentType="application/vnd.openxmlformats-officedocument.presentationml.slide+xml"/>
  <Override PartName="/ppt/slides/slide209.xml" ContentType="application/vnd.openxmlformats-officedocument.presentationml.slide+xml"/>
  <Override PartName="/ppt/slides/slide303.xml" ContentType="application/vnd.openxmlformats-officedocument.presentationml.slide+xml"/>
  <Override PartName="/ppt/slides/slide220.xml" ContentType="application/vnd.openxmlformats-officedocument.presentationml.slide+xml"/>
  <Override PartName="/ppt/slides/slide101.xml" ContentType="application/vnd.openxmlformats-officedocument.presentationml.slide+xml"/>
  <Override PartName="/ppt/slides/slide22.xml" ContentType="application/vnd.openxmlformats-officedocument.presentationml.slide+xml"/>
  <Override PartName="/ppt/slides/slide36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302.xml" ContentType="application/vnd.openxmlformats-officedocument.presentationml.slide+xml"/>
  <Override PartName="/ppt/slides/slide221.xml" ContentType="application/vnd.openxmlformats-officedocument.presentationml.slide+xml"/>
  <Override PartName="/ppt/slides/slide100.xml" ContentType="application/vnd.openxmlformats-officedocument.presentationml.slide+xml"/>
  <Override PartName="/ppt/slides/slide23.xml" ContentType="application/vnd.openxmlformats-officedocument.presentationml.slide+xml"/>
  <Override PartName="/ppt/slides/slide305.xml" ContentType="application/vnd.openxmlformats-officedocument.presentationml.slide+xml"/>
  <Override PartName="/ppt/slides/slide226.xml" ContentType="application/vnd.openxmlformats-officedocument.presentationml.slide+xml"/>
  <Override PartName="/ppt/slides/slide107.xml" ContentType="application/vnd.openxmlformats-officedocument.presentationml.slide+xml"/>
  <Override PartName="/ppt/slides/slide24.xml" ContentType="application/vnd.openxmlformats-officedocument.presentationml.slide+xml"/>
  <Override PartName="/ppt/slides/slide356.xml" ContentType="application/vnd.openxmlformats-officedocument.presentationml.slide+xml"/>
  <Override PartName="/ppt/slides/slide154.xml" ContentType="application/vnd.openxmlformats-officedocument.presentationml.slide+xml"/>
  <Override PartName="/ppt/slides/slide25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304.xml" ContentType="application/vnd.openxmlformats-officedocument.presentationml.slide+xml"/>
  <Override PartName="/ppt/slides/slide106.xml" ContentType="application/vnd.openxmlformats-officedocument.presentationml.slide+xml"/>
  <Override PartName="/ppt/slides/slide25.xml" ContentType="application/vnd.openxmlformats-officedocument.presentationml.slide+xml"/>
  <Override PartName="/ppt/slides/slide227.xml" ContentType="application/vnd.openxmlformats-officedocument.presentationml.slide+xml"/>
  <Override PartName="/ppt/slides/slide357.xml" ContentType="application/vnd.openxmlformats-officedocument.presentationml.slide+xml"/>
  <Override PartName="/ppt/slides/slide256.xml" ContentType="application/vnd.openxmlformats-officedocument.presentationml.slide+xml"/>
  <Override PartName="/ppt/slides/slide15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24.xml" ContentType="application/vnd.openxmlformats-officedocument.presentationml.slide+xml"/>
  <Override PartName="/ppt/slides/slide307.xml" ContentType="application/vnd.openxmlformats-officedocument.presentationml.slide+xml"/>
  <Override PartName="/ppt/slides/slide105.xml" ContentType="application/vnd.openxmlformats-officedocument.presentationml.slide+xml"/>
  <Override PartName="/ppt/slides/slide26.xml" ContentType="application/vnd.openxmlformats-officedocument.presentationml.slide+xml"/>
  <Override PartName="/ppt/slides/slide368.xml" ContentType="application/vnd.openxmlformats-officedocument.presentationml.slide+xml"/>
  <Override PartName="/ppt/slides/slide287.xml" ContentType="application/vnd.openxmlformats-officedocument.presentationml.slide+xml"/>
  <Override PartName="/ppt/slides/slide49.xml" ContentType="application/vnd.openxmlformats-officedocument.presentationml.slide+xml"/>
  <Override PartName="/ppt/slides/slide353.xml" ContentType="application/vnd.openxmlformats-officedocument.presentationml.slide+xml"/>
  <Override PartName="/ppt/slides/slide252.xml" ContentType="application/vnd.openxmlformats-officedocument.presentationml.slide+xml"/>
  <Override PartName="/ppt/slides/slide151.xml" ContentType="application/vnd.openxmlformats-officedocument.presentationml.slide+xml"/>
  <Override PartName="/ppt/slides/slide14.xml" ContentType="application/vnd.openxmlformats-officedocument.presentationml.slide+xml"/>
  <Override PartName="/ppt/slides/slide369.xml" ContentType="application/vnd.openxmlformats-officedocument.presentationml.slide+xml"/>
  <Override PartName="/ppt/slides/slide286.xml" ContentType="application/vnd.openxmlformats-officedocument.presentationml.slide+xml"/>
  <Override PartName="/ppt/slides/slide48.xml" ContentType="application/vnd.openxmlformats-officedocument.presentationml.slide+xml"/>
  <Override PartName="/ppt/slides/slide352.xml" ContentType="application/vnd.openxmlformats-officedocument.presentationml.slide+xml"/>
  <Override PartName="/ppt/slides/slide253.xml" ContentType="application/vnd.openxmlformats-officedocument.presentationml.slide+xml"/>
  <Override PartName="/ppt/slides/slide150.xml" ContentType="application/vnd.openxmlformats-officedocument.presentationml.slide+xml"/>
  <Override PartName="/ppt/slides/slide15.xml" ContentType="application/vnd.openxmlformats-officedocument.presentationml.slide+xml"/>
  <Override PartName="/ppt/slides/slide351.xml" ContentType="application/vnd.openxmlformats-officedocument.presentationml.slide+xml"/>
  <Override PartName="/ppt/slides/slide250.xml" ContentType="application/vnd.openxmlformats-officedocument.presentationml.slide+xml"/>
  <Override PartName="/ppt/slides/slide153.xml" ContentType="application/vnd.openxmlformats-officedocument.presentationml.slide+xml"/>
  <Override PartName="/ppt/slides/slide16.xml" ContentType="application/vnd.openxmlformats-officedocument.presentationml.slide+xml"/>
  <Override PartName="/ppt/slides/slide350.xml" ContentType="application/vnd.openxmlformats-officedocument.presentationml.slide+xml"/>
  <Override PartName="/ppt/slides/slide251.xml" ContentType="application/vnd.openxmlformats-officedocument.presentationml.slide+xml"/>
  <Override PartName="/ppt/slides/slide152.xml" ContentType="application/vnd.openxmlformats-officedocument.presentationml.slide+xml"/>
  <Override PartName="/ppt/slides/slide17.xml" ContentType="application/vnd.openxmlformats-officedocument.presentationml.slide+xml"/>
  <Override PartName="/ppt/slides/slide365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306.xml" ContentType="application/vnd.openxmlformats-officedocument.presentationml.slide+xml"/>
  <Override PartName="/ppt/slides/slide225.xml" ContentType="application/vnd.openxmlformats-officedocument.presentationml.slide+xml"/>
  <Override PartName="/ppt/slides/slide104.xml" ContentType="application/vnd.openxmlformats-officedocument.presentationml.slide+xml"/>
  <Override PartName="/ppt/slides/slide27.xml" ContentType="application/vnd.openxmlformats-officedocument.presentationml.slide+xml"/>
  <Override PartName="/ppt/slides/slide309.xml" ContentType="application/vnd.openxmlformats-officedocument.presentationml.slide+xml"/>
  <Override PartName="/ppt/slides/slide28.xml" ContentType="application/vnd.openxmlformats-officedocument.presentationml.slide+xml"/>
  <Override PartName="/ppt/slides/slide308.xml" ContentType="application/vnd.openxmlformats-officedocument.presentationml.slide+xml"/>
  <Override PartName="/ppt/slides/slide29.xml" ContentType="application/vnd.openxmlformats-officedocument.presentationml.slide+xml"/>
  <Override PartName="/ppt/slides/slide51.xml" ContentType="application/vnd.openxmlformats-officedocument.presentationml.slide+xml"/>
  <Override PartName="/ppt/slides/slide316.xml" ContentType="application/vnd.openxmlformats-officedocument.presentationml.slide+xml"/>
  <Override PartName="/ppt/slides/slide114.xml" ContentType="application/vnd.openxmlformats-officedocument.presentationml.slide+xml"/>
  <Override PartName="/ppt/slides/slide217.xml" ContentType="application/vnd.openxmlformats-officedocument.presentationml.slide+xml"/>
  <Override PartName="/ppt/slides/slide333.xml" ContentType="application/vnd.openxmlformats-officedocument.presentationml.slide+xml"/>
  <Override PartName="/ppt/slides/slide232.xml" ContentType="application/vnd.openxmlformats-officedocument.presentationml.slide+xml"/>
  <Override PartName="/ppt/slides/slide175.xml" ContentType="application/vnd.openxmlformats-officedocument.presentationml.slide+xml"/>
  <Override PartName="/ppt/slides/slide30.xml" ContentType="application/vnd.openxmlformats-officedocument.presentationml.slide+xml"/>
  <Override PartName="/ppt/slides/slide319.xml" ContentType="application/vnd.openxmlformats-officedocument.presentationml.slide+xml"/>
  <Override PartName="/ppt/slides/slide218.xml" ContentType="application/vnd.openxmlformats-officedocument.presentationml.slide+xml"/>
  <Override PartName="/ppt/slides/slide332.xml" ContentType="application/vnd.openxmlformats-officedocument.presentationml.slide+xml"/>
  <Override PartName="/ppt/slides/slide233.xml" ContentType="application/vnd.openxmlformats-officedocument.presentationml.slide+xml"/>
  <Override PartName="/ppt/slides/slide174.xml" ContentType="application/vnd.openxmlformats-officedocument.presentationml.slide+xml"/>
  <Override PartName="/ppt/slides/slide31.xml" ContentType="application/vnd.openxmlformats-officedocument.presentationml.slide+xml"/>
  <Override PartName="/ppt/slides/slide318.xml" ContentType="application/vnd.openxmlformats-officedocument.presentationml.slide+xml"/>
  <Override PartName="/ppt/slides/slide219.xml" ContentType="application/vnd.openxmlformats-officedocument.presentationml.slide+xml"/>
  <Override PartName="/ppt/slides/slide331.xml" ContentType="application/vnd.openxmlformats-officedocument.presentationml.slide+xml"/>
  <Override PartName="/ppt/slides/slide230.xml" ContentType="application/vnd.openxmlformats-officedocument.presentationml.slide+xml"/>
  <Override PartName="/ppt/slides/slide177.xml" ContentType="application/vnd.openxmlformats-officedocument.presentationml.slide+xml"/>
  <Override PartName="/ppt/slides/slide32.xml" ContentType="application/vnd.openxmlformats-officedocument.presentationml.slide+xml"/>
  <Override PartName="/ppt/slides/slide330.xml" ContentType="application/vnd.openxmlformats-officedocument.presentationml.slide+xml"/>
  <Override PartName="/ppt/slides/slide231.xml" ContentType="application/vnd.openxmlformats-officedocument.presentationml.slide+xml"/>
  <Override PartName="/ppt/slides/slide176.xml" ContentType="application/vnd.openxmlformats-officedocument.presentationml.slide+xml"/>
  <Override PartName="/ppt/slides/slide33.xml" ContentType="application/vnd.openxmlformats-officedocument.presentationml.slide+xml"/>
  <Override PartName="/ppt/slides/slide236.xml" ContentType="application/vnd.openxmlformats-officedocument.presentationml.slide+xml"/>
  <Override PartName="/ppt/slides/slide337.xml" ContentType="application/vnd.openxmlformats-officedocument.presentationml.slide+xml"/>
  <Override PartName="/ppt/slides/slide171.xml" ContentType="application/vnd.openxmlformats-officedocument.presentationml.slide+xml"/>
  <Override PartName="/ppt/slides/slide34.xml" ContentType="application/vnd.openxmlformats-officedocument.presentationml.slide+xml"/>
  <Override PartName="/ppt/slides/slide336.xml" ContentType="application/vnd.openxmlformats-officedocument.presentationml.slide+xml"/>
  <Override PartName="/ppt/slides/slide170.xml" ContentType="application/vnd.openxmlformats-officedocument.presentationml.slide+xml"/>
  <Override PartName="/ppt/slides/slide35.xml" ContentType="application/vnd.openxmlformats-officedocument.presentationml.slide+xml"/>
  <Override PartName="/ppt/slides/slide237.xml" ContentType="application/vnd.openxmlformats-officedocument.presentationml.slide+xml"/>
  <Override PartName="/ppt/slides/slide335.xml" ContentType="application/vnd.openxmlformats-officedocument.presentationml.slide+xml"/>
  <Override PartName="/ppt/slides/slide234.xml" ContentType="application/vnd.openxmlformats-officedocument.presentationml.slide+xml"/>
  <Override PartName="/ppt/slides/slide173.xml" ContentType="application/vnd.openxmlformats-officedocument.presentationml.slide+xml"/>
  <Override PartName="/ppt/slides/slide36.xml" ContentType="application/vnd.openxmlformats-officedocument.presentationml.slide+xml"/>
  <Override PartName="/ppt/slides/slide334.xml" ContentType="application/vnd.openxmlformats-officedocument.presentationml.slide+xml"/>
  <Override PartName="/ppt/slides/slide235.xml" ContentType="application/vnd.openxmlformats-officedocument.presentationml.slide+xml"/>
  <Override PartName="/ppt/slides/slide172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109.xml" ContentType="application/vnd.openxmlformats-officedocument.presentationml.slide+xml"/>
  <Override PartName="/ppt/slides/slide228.xml" ContentType="application/vnd.openxmlformats-officedocument.presentationml.slide+xml"/>
  <Override PartName="/ppt/slides/slide108.xml" ContentType="application/vnd.openxmlformats-officedocument.presentationml.slide+xml"/>
  <Override PartName="/ppt/slides/slide229.xml" ContentType="application/vnd.openxmlformats-officedocument.presentationml.slide+xml"/>
  <Override PartName="/ppt/slides/slide50.xml" ContentType="application/vnd.openxmlformats-officedocument.presentationml.slide+xml"/>
  <Override PartName="/ppt/slides/slide339.xml" ContentType="application/vnd.openxmlformats-officedocument.presentationml.slide+xml"/>
  <Override PartName="/ppt/slides/slide238.xml" ContentType="application/vnd.openxmlformats-officedocument.presentationml.slide+xml"/>
  <Override PartName="/ppt/slides/slide338.xml" ContentType="application/vnd.openxmlformats-officedocument.presentationml.slide+xml"/>
  <Override PartName="/ppt/slides/slide239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320.xml" ContentType="application/vnd.openxmlformats-officedocument.presentationml.slide+xml"/>
  <Override PartName="/ppt/slides/slide166.xml" ContentType="application/vnd.openxmlformats-officedocument.presentationml.slide+xml"/>
  <Override PartName="/ppt/slides/slide247.xml" ContentType="application/vnd.openxmlformats-officedocument.presentationml.slide+xml"/>
  <Override PartName="/ppt/slides/slide341.xml" ContentType="application/vnd.openxmlformats-officedocument.presentationml.slide+xml"/>
  <Override PartName="/ppt/slides/slide262.xml" ContentType="application/vnd.openxmlformats-officedocument.presentationml.slide+xml"/>
  <Override PartName="/ppt/slides/slide143.xml" ContentType="application/vnd.openxmlformats-officedocument.presentationml.slide+xml"/>
  <Override PartName="/ppt/slides/slide60.xml" ContentType="application/vnd.openxmlformats-officedocument.presentationml.slide+xml"/>
  <Override PartName="/ppt/slides/slide169.xml" ContentType="application/vnd.openxmlformats-officedocument.presentationml.slide+xml"/>
  <Override PartName="/ppt/slides/slide248.xml" ContentType="application/vnd.openxmlformats-officedocument.presentationml.slide+xml"/>
  <Override PartName="/ppt/slides/slide340.xml" ContentType="application/vnd.openxmlformats-officedocument.presentationml.slide+xml"/>
  <Override PartName="/ppt/slides/slide263.xml" ContentType="application/vnd.openxmlformats-officedocument.presentationml.slide+xml"/>
  <Override PartName="/ppt/slides/slide142.xml" ContentType="application/vnd.openxmlformats-officedocument.presentationml.slide+xml"/>
  <Override PartName="/ppt/slides/slide61.xml" ContentType="application/vnd.openxmlformats-officedocument.presentationml.slide+xml"/>
  <Override PartName="/ppt/slides/slide168.xml" ContentType="application/vnd.openxmlformats-officedocument.presentationml.slide+xml"/>
  <Override PartName="/ppt/slides/slide249.xml" ContentType="application/vnd.openxmlformats-officedocument.presentationml.slide+xml"/>
  <Override PartName="/ppt/slides/slide343.xml" ContentType="application/vnd.openxmlformats-officedocument.presentationml.slide+xml"/>
  <Override PartName="/ppt/slides/slide260.xml" ContentType="application/vnd.openxmlformats-officedocument.presentationml.slide+xml"/>
  <Override PartName="/ppt/slides/slide141.xml" ContentType="application/vnd.openxmlformats-officedocument.presentationml.slide+xml"/>
  <Override PartName="/ppt/slides/slide62.xml" ContentType="application/vnd.openxmlformats-officedocument.presentationml.slide+xml"/>
  <Override PartName="/ppt/slides/slide342.xml" ContentType="application/vnd.openxmlformats-officedocument.presentationml.slide+xml"/>
  <Override PartName="/ppt/slides/slide261.xml" ContentType="application/vnd.openxmlformats-officedocument.presentationml.slide+xml"/>
  <Override PartName="/ppt/slides/slide140.xml" ContentType="application/vnd.openxmlformats-officedocument.presentationml.slide+xml"/>
  <Override PartName="/ppt/slides/slide63.xml" ContentType="application/vnd.openxmlformats-officedocument.presentationml.slide+xml"/>
  <Override PartName="/ppt/slides/slide345.xml" ContentType="application/vnd.openxmlformats-officedocument.presentationml.slide+xml"/>
  <Override PartName="/ppt/slides/slide266.xml" ContentType="application/vnd.openxmlformats-officedocument.presentationml.slide+xml"/>
  <Override PartName="/ppt/slides/slide147.xml" ContentType="application/vnd.openxmlformats-officedocument.presentationml.slide+xml"/>
  <Override PartName="/ppt/slides/slide64.xml" ContentType="application/vnd.openxmlformats-officedocument.presentationml.slide+xml"/>
  <Override PartName="/ppt/slides/slide344.xml" ContentType="application/vnd.openxmlformats-officedocument.presentationml.slide+xml"/>
  <Override PartName="/ppt/slides/slide146.xml" ContentType="application/vnd.openxmlformats-officedocument.presentationml.slide+xml"/>
  <Override PartName="/ppt/slides/slide267.xml" ContentType="application/vnd.openxmlformats-officedocument.presentationml.slide+xml"/>
  <Override PartName="/ppt/slides/slide65.xml" ContentType="application/vnd.openxmlformats-officedocument.presentationml.slide+xml"/>
  <Override PartName="/ppt/slides/slide264.xml" ContentType="application/vnd.openxmlformats-officedocument.presentationml.slide+xml"/>
  <Override PartName="/ppt/slides/slide347.xml" ContentType="application/vnd.openxmlformats-officedocument.presentationml.slide+xml"/>
  <Override PartName="/ppt/slides/slide145.xml" ContentType="application/vnd.openxmlformats-officedocument.presentationml.slide+xml"/>
  <Override PartName="/ppt/slides/slide66.xml" ContentType="application/vnd.openxmlformats-officedocument.presentationml.slide+xml"/>
  <Override PartName="/ppt/slides/slide346.xml" ContentType="application/vnd.openxmlformats-officedocument.presentationml.slide+xml"/>
  <Override PartName="/ppt/slides/slide265.xml" ContentType="application/vnd.openxmlformats-officedocument.presentationml.slide+xml"/>
  <Override PartName="/ppt/slides/slide144.xml" ContentType="application/vnd.openxmlformats-officedocument.presentationml.slide+xml"/>
  <Override PartName="/ppt/slides/slide67.xml" ContentType="application/vnd.openxmlformats-officedocument.presentationml.slide+xml"/>
  <Override PartName="/ppt/slides/slide349.xml" ContentType="application/vnd.openxmlformats-officedocument.presentationml.slide+xml"/>
  <Override PartName="/ppt/slides/slide68.xml" ContentType="application/vnd.openxmlformats-officedocument.presentationml.slide+xml"/>
  <Override PartName="/ppt/slides/slide348.xml" ContentType="application/vnd.openxmlformats-officedocument.presentationml.slide+xml"/>
  <Override PartName="/ppt/slides/slide69.xml" ContentType="application/vnd.openxmlformats-officedocument.presentationml.slide+xml"/>
  <Override PartName="/ppt/slides/slide373.xml" ContentType="application/vnd.openxmlformats-officedocument.presentationml.slide+xml"/>
  <Override PartName="/ppt/slides/slide272.xml" ContentType="application/vnd.openxmlformats-officedocument.presentationml.slide+xml"/>
  <Override PartName="/ppt/slides/slide70.xml" ContentType="application/vnd.openxmlformats-officedocument.presentationml.slide+xml"/>
  <Override PartName="/ppt/slides/slide359.xml" ContentType="application/vnd.openxmlformats-officedocument.presentationml.slide+xml"/>
  <Override PartName="/ppt/slides/slide258.xml" ContentType="application/vnd.openxmlformats-officedocument.presentationml.slide+xml"/>
  <Override PartName="/ppt/slides/slide372.xml" ContentType="application/vnd.openxmlformats-officedocument.presentationml.slide+xml"/>
  <Override PartName="/ppt/slides/slide273.xml" ContentType="application/vnd.openxmlformats-officedocument.presentationml.slide+xml"/>
  <Override PartName="/ppt/slides/slide71.xml" ContentType="application/vnd.openxmlformats-officedocument.presentationml.slide+xml"/>
  <Override PartName="/ppt/slides/slide358.xml" ContentType="application/vnd.openxmlformats-officedocument.presentationml.slide+xml"/>
  <Override PartName="/ppt/slides/slide259.xml" ContentType="application/vnd.openxmlformats-officedocument.presentationml.slide+xml"/>
  <Override PartName="/ppt/slides/slide371.xml" ContentType="application/vnd.openxmlformats-officedocument.presentationml.slide+xml"/>
  <Override PartName="/ppt/slides/slide270.xml" ContentType="application/vnd.openxmlformats-officedocument.presentationml.slide+xml"/>
  <Override PartName="/ppt/slides/slide72.xml" ContentType="application/vnd.openxmlformats-officedocument.presentationml.slide+xml"/>
  <Override PartName="/ppt/slides/slide370.xml" ContentType="application/vnd.openxmlformats-officedocument.presentationml.slide+xml"/>
  <Override PartName="/ppt/slides/slide271.xml" ContentType="application/vnd.openxmlformats-officedocument.presentationml.slide+xml"/>
  <Override PartName="/ppt/slides/slide73.xml" ContentType="application/vnd.openxmlformats-officedocument.presentationml.slide+xml"/>
  <Override PartName="/ppt/slides/slide377.xml" ContentType="application/vnd.openxmlformats-officedocument.presentationml.slide+xml"/>
  <Override PartName="/ppt/slides/slide276.xml" ContentType="application/vnd.openxmlformats-officedocument.presentationml.slide+xml"/>
  <Override PartName="/ppt/slides/slide74.xml" ContentType="application/vnd.openxmlformats-officedocument.presentationml.slide+xml"/>
  <Override PartName="/ppt/slides/slide376.xml" ContentType="application/vnd.openxmlformats-officedocument.presentationml.slide+xml"/>
  <Override PartName="/ppt/slides/slide277.xml" ContentType="application/vnd.openxmlformats-officedocument.presentationml.slide+xml"/>
  <Override PartName="/ppt/slides/slide75.xml" ContentType="application/vnd.openxmlformats-officedocument.presentationml.slide+xml"/>
  <Override PartName="/ppt/slides/slide375.xml" ContentType="application/vnd.openxmlformats-officedocument.presentationml.slide+xml"/>
  <Override PartName="/ppt/slides/slide274.xml" ContentType="application/vnd.openxmlformats-officedocument.presentationml.slide+xml"/>
  <Override PartName="/ppt/slides/slide76.xml" ContentType="application/vnd.openxmlformats-officedocument.presentationml.slide+xml"/>
  <Override PartName="/ppt/slides/slide374.xml" ContentType="application/vnd.openxmlformats-officedocument.presentationml.slide+xml"/>
  <Override PartName="/ppt/slides/slide275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198.xml" ContentType="application/vnd.openxmlformats-officedocument.presentationml.slide+xml"/>
  <Override PartName="/ppt/slides/slide80.xml" ContentType="application/vnd.openxmlformats-officedocument.presentationml.slide+xml"/>
  <Override PartName="/ppt/slides/slide149.xml" ContentType="application/vnd.openxmlformats-officedocument.presentationml.slide+xml"/>
  <Override PartName="/ppt/slides/slide268.xml" ContentType="application/vnd.openxmlformats-officedocument.presentationml.slide+xml"/>
  <Override PartName="/ppt/slides/slide199.xml" ContentType="application/vnd.openxmlformats-officedocument.presentationml.slide+xml"/>
  <Override PartName="/ppt/slides/slide81.xml" ContentType="application/vnd.openxmlformats-officedocument.presentationml.slide+xml"/>
  <Override PartName="/ppt/slides/slide148.xml" ContentType="application/vnd.openxmlformats-officedocument.presentationml.slide+xml"/>
  <Override PartName="/ppt/slides/slide269.xml" ContentType="application/vnd.openxmlformats-officedocument.presentationml.slide+xml"/>
  <Override PartName="/ppt/slides/slide398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190.xml" ContentType="application/vnd.openxmlformats-officedocument.presentationml.slide+xml"/>
  <Override PartName="/ppt/slides/slide392.xml" ContentType="application/vnd.openxmlformats-officedocument.presentationml.slide+xml"/>
  <Override PartName="/ppt/slides/slide88.xml" ContentType="application/vnd.openxmlformats-officedocument.presentationml.slide+xml"/>
  <Override PartName="/ppt/slides/slide191.xml" ContentType="application/vnd.openxmlformats-officedocument.presentationml.slide+xml"/>
  <Override PartName="/ppt/slides/slide393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379.xml" ContentType="application/vnd.openxmlformats-officedocument.presentationml.slide+xml"/>
  <Override PartName="/ppt/slides/slide278.xml" ContentType="application/vnd.openxmlformats-officedocument.presentationml.slide+xml"/>
  <Override PartName="/ppt/slides/slide91.xml" ContentType="application/vnd.openxmlformats-officedocument.presentationml.slide+xml"/>
  <Override PartName="/ppt/slides/slide378.xml" ContentType="application/vnd.openxmlformats-officedocument.presentationml.slide+xml"/>
  <Override PartName="/ppt/slides/slide279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93.xml" ContentType="application/vnd.openxmlformats-officedocument.presentationml.slide+xml"/>
  <Override PartName="/ppt/slides/slide391.xml" ContentType="application/vnd.openxmlformats-officedocument.presentationml.slide+xml"/>
  <Override PartName="/ppt/slides/slide196.xml" ContentType="application/vnd.openxmlformats-officedocument.presentationml.slide+xml"/>
  <Override PartName="/ppt/slides/slide394.xml" ContentType="application/vnd.openxmlformats-officedocument.presentationml.slide+xml"/>
  <Override PartName="/ppt/slides/slide197.xml" ContentType="application/vnd.openxmlformats-officedocument.presentationml.slide+xml"/>
  <Override PartName="/ppt/slides/slide395.xml" ContentType="application/vnd.openxmlformats-officedocument.presentationml.slide+xml"/>
  <Override PartName="/ppt/slides/slide194.xml" ContentType="application/vnd.openxmlformats-officedocument.presentationml.slide+xml"/>
  <Override PartName="/ppt/slides/slide396.xml" ContentType="application/vnd.openxmlformats-officedocument.presentationml.slide+xml"/>
  <Override PartName="/ppt/slides/slide195.xml" ContentType="application/vnd.openxmlformats-officedocument.presentationml.slide+xml"/>
  <Override PartName="/ppt/slides/slide397.xml" ContentType="application/vnd.openxmlformats-officedocument.presentationml.slide+xml"/>
  <Override PartName="/ppt/slides/slide312.xml" ContentType="application/vnd.openxmlformats-officedocument.presentationml.slide+xml"/>
  <Override PartName="/ppt/slides/slide213.xml" ContentType="application/vnd.openxmlformats-officedocument.presentationml.slide+xml"/>
  <Override PartName="/ppt/slides/slide110.xml" ContentType="application/vnd.openxmlformats-officedocument.presentationml.slide+xml"/>
  <Override PartName="/ppt/slides/slide313.xml" ContentType="application/vnd.openxmlformats-officedocument.presentationml.slide+xml"/>
  <Override PartName="/ppt/slides/slide212.xml" ContentType="application/vnd.openxmlformats-officedocument.presentationml.slide+xml"/>
  <Override PartName="/ppt/slides/slide111.xml" ContentType="application/vnd.openxmlformats-officedocument.presentationml.slide+xml"/>
  <Override PartName="/ppt/slides/slide310.xml" ContentType="application/vnd.openxmlformats-officedocument.presentationml.slide+xml"/>
  <Override PartName="/ppt/slides/slide211.xml" ContentType="application/vnd.openxmlformats-officedocument.presentationml.slide+xml"/>
  <Override PartName="/ppt/slides/slide112.xml" ContentType="application/vnd.openxmlformats-officedocument.presentationml.slide+xml"/>
  <Override PartName="/ppt/slides/slide311.xml" ContentType="application/vnd.openxmlformats-officedocument.presentationml.slide+xml"/>
  <Override PartName="/ppt/slides/slide210.xml" ContentType="application/vnd.openxmlformats-officedocument.presentationml.slide+xml"/>
  <Override PartName="/ppt/slides/slide113.xml" ContentType="application/vnd.openxmlformats-officedocument.presentationml.slide+xml"/>
  <Override PartName="/ppt/slides/slide216.xml" ContentType="application/vnd.openxmlformats-officedocument.presentationml.slide+xml"/>
  <Override PartName="/ppt/slides/slide317.xml" ContentType="application/vnd.openxmlformats-officedocument.presentationml.slide+xml"/>
  <Override PartName="/ppt/slides/slide115.xml" ContentType="application/vnd.openxmlformats-officedocument.presentationml.slide+xml"/>
  <Override PartName="/ppt/slides/slide314.xml" ContentType="application/vnd.openxmlformats-officedocument.presentationml.slide+xml"/>
  <Override PartName="/ppt/slides/slide215.xml" ContentType="application/vnd.openxmlformats-officedocument.presentationml.slide+xml"/>
  <Override PartName="/ppt/slides/slide116.xml" ContentType="application/vnd.openxmlformats-officedocument.presentationml.slide+xml"/>
  <Override PartName="/ppt/slides/slide315.xml" ContentType="application/vnd.openxmlformats-officedocument.presentationml.slide+xml"/>
  <Override PartName="/ppt/slides/slide214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201.xml" ContentType="application/vnd.openxmlformats-officedocument.presentationml.slide+xml"/>
  <Override PartName="/ppt/slides/slide120.xml" ContentType="application/vnd.openxmlformats-officedocument.presentationml.slide+xml"/>
  <Override PartName="/ppt/slides/slide200.xml" ContentType="application/vnd.openxmlformats-officedocument.presentationml.slide+xml"/>
  <Override PartName="/ppt/slides/slide121.xml" ContentType="application/vnd.openxmlformats-officedocument.presentationml.slide+xml"/>
  <Override PartName="/ppt/slides/slide203.xml" ContentType="application/vnd.openxmlformats-officedocument.presentationml.slide+xml"/>
  <Override PartName="/ppt/slides/slide122.xml" ContentType="application/vnd.openxmlformats-officedocument.presentationml.slide+xml"/>
  <Override PartName="/ppt/slides/slide202.xml" ContentType="application/vnd.openxmlformats-officedocument.presentationml.slide+xml"/>
  <Override PartName="/ppt/slides/slide123.xml" ContentType="application/vnd.openxmlformats-officedocument.presentationml.slide+xml"/>
  <Override PartName="/ppt/slides/slide204.xml" ContentType="application/vnd.openxmlformats-officedocument.presentationml.slide+xml"/>
  <Override PartName="/ppt/slides/slide125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326.xml" ContentType="application/vnd.openxmlformats-officedocument.presentationml.slide+xml"/>
  <Override PartName="/ppt/slides/slide241.xml" ContentType="application/vnd.openxmlformats-officedocument.presentationml.slide+xml"/>
  <Override PartName="/ppt/slides/slide160.xml" ContentType="application/vnd.openxmlformats-officedocument.presentationml.slide+xml"/>
  <Override PartName="/ppt/slides/slide240.xml" ContentType="application/vnd.openxmlformats-officedocument.presentationml.slide+xml"/>
  <Override PartName="/ppt/slides/slide327.xml" ContentType="application/vnd.openxmlformats-officedocument.presentationml.slide+xml"/>
  <Override PartName="/ppt/slides/slide161.xml" ContentType="application/vnd.openxmlformats-officedocument.presentationml.slide+xml"/>
  <Override PartName="/ppt/slides/slide324.xml" ContentType="application/vnd.openxmlformats-officedocument.presentationml.slide+xml"/>
  <Override PartName="/ppt/slides/slide243.xml" ContentType="application/vnd.openxmlformats-officedocument.presentationml.slide+xml"/>
  <Override PartName="/ppt/slides/slide162.xml" ContentType="application/vnd.openxmlformats-officedocument.presentationml.slide+xml"/>
  <Override PartName="/ppt/slides/slide325.xml" ContentType="application/vnd.openxmlformats-officedocument.presentationml.slide+xml"/>
  <Override PartName="/ppt/slides/slide242.xml" ContentType="application/vnd.openxmlformats-officedocument.presentationml.slide+xml"/>
  <Override PartName="/ppt/slides/slide163.xml" ContentType="application/vnd.openxmlformats-officedocument.presentationml.slide+xml"/>
  <Override PartName="/ppt/slides/slide322.xml" ContentType="application/vnd.openxmlformats-officedocument.presentationml.slide+xml"/>
  <Override PartName="/ppt/slides/slide245.xml" ContentType="application/vnd.openxmlformats-officedocument.presentationml.slide+xml"/>
  <Override PartName="/ppt/slides/slide164.xml" ContentType="application/vnd.openxmlformats-officedocument.presentationml.slide+xml"/>
  <Override PartName="/ppt/slides/slide323.xml" ContentType="application/vnd.openxmlformats-officedocument.presentationml.slide+xml"/>
  <Override PartName="/ppt/slides/slide244.xml" ContentType="application/vnd.openxmlformats-officedocument.presentationml.slide+xml"/>
  <Override PartName="/ppt/slides/slide165.xml" ContentType="application/vnd.openxmlformats-officedocument.presentationml.slide+xml"/>
  <Override PartName="/ppt/slides/slide321.xml" ContentType="application/vnd.openxmlformats-officedocument.presentationml.slide+xml"/>
  <Override PartName="/ppt/slides/slide246.xml" ContentType="application/vnd.openxmlformats-officedocument.presentationml.slide+xml"/>
  <Override PartName="/ppt/slides/slide16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382.xml" ContentType="application/vnd.openxmlformats-officedocument.presentationml.slide+xml"/>
  <Override PartName="/ppt/slides/slide180.xml" ContentType="application/vnd.openxmlformats-officedocument.presentationml.slide+xml"/>
  <Override PartName="/ppt/slides/slide383.xml" ContentType="application/vnd.openxmlformats-officedocument.presentationml.slide+xml"/>
  <Override PartName="/ppt/slides/slide181.xml" ContentType="application/vnd.openxmlformats-officedocument.presentationml.slide+xml"/>
  <Override PartName="/ppt/slides/slide380.xml" ContentType="application/vnd.openxmlformats-officedocument.presentationml.slide+xml"/>
  <Override PartName="/ppt/slides/slide182.xml" ContentType="application/vnd.openxmlformats-officedocument.presentationml.slide+xml"/>
  <Override PartName="/ppt/slides/slide381.xml" ContentType="application/vnd.openxmlformats-officedocument.presentationml.slide+xml"/>
  <Override PartName="/ppt/slides/slide183.xml" ContentType="application/vnd.openxmlformats-officedocument.presentationml.slide+xml"/>
  <Override PartName="/ppt/slides/slide386.xml" ContentType="application/vnd.openxmlformats-officedocument.presentationml.slide+xml"/>
  <Override PartName="/ppt/slides/slide184.xml" ContentType="application/vnd.openxmlformats-officedocument.presentationml.slide+xml"/>
  <Override PartName="/ppt/slides/slide387.xml" ContentType="application/vnd.openxmlformats-officedocument.presentationml.slide+xml"/>
  <Override PartName="/ppt/slides/slide185.xml" ContentType="application/vnd.openxmlformats-officedocument.presentationml.slide+xml"/>
  <Override PartName="/ppt/slides/slide384.xml" ContentType="application/vnd.openxmlformats-officedocument.presentationml.slide+xml"/>
  <Override PartName="/ppt/slides/slide186.xml" ContentType="application/vnd.openxmlformats-officedocument.presentationml.slide+xml"/>
  <Override PartName="/ppt/slides/slide385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390.xml" ContentType="application/vnd.openxmlformats-officedocument.presentationml.slide+xml"/>
  <Override PartName="/ppt/slides/slide192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0" r:id="rId147"/>
    <p:sldId id="401" r:id="rId148"/>
    <p:sldId id="402" r:id="rId149"/>
    <p:sldId id="403" r:id="rId150"/>
    <p:sldId id="404" r:id="rId151"/>
    <p:sldId id="405" r:id="rId152"/>
    <p:sldId id="406" r:id="rId153"/>
    <p:sldId id="407" r:id="rId154"/>
    <p:sldId id="408" r:id="rId155"/>
    <p:sldId id="409" r:id="rId156"/>
    <p:sldId id="410" r:id="rId157"/>
    <p:sldId id="411" r:id="rId158"/>
    <p:sldId id="412" r:id="rId159"/>
    <p:sldId id="413" r:id="rId160"/>
    <p:sldId id="414" r:id="rId161"/>
    <p:sldId id="415" r:id="rId162"/>
    <p:sldId id="416" r:id="rId163"/>
    <p:sldId id="417" r:id="rId164"/>
    <p:sldId id="418" r:id="rId165"/>
    <p:sldId id="419" r:id="rId166"/>
    <p:sldId id="420" r:id="rId167"/>
    <p:sldId id="421" r:id="rId168"/>
    <p:sldId id="422" r:id="rId169"/>
    <p:sldId id="423" r:id="rId170"/>
    <p:sldId id="424" r:id="rId171"/>
    <p:sldId id="425" r:id="rId172"/>
    <p:sldId id="426" r:id="rId173"/>
    <p:sldId id="427" r:id="rId174"/>
    <p:sldId id="428" r:id="rId175"/>
    <p:sldId id="429" r:id="rId176"/>
    <p:sldId id="430" r:id="rId177"/>
    <p:sldId id="431" r:id="rId178"/>
    <p:sldId id="432" r:id="rId179"/>
    <p:sldId id="433" r:id="rId180"/>
    <p:sldId id="434" r:id="rId181"/>
    <p:sldId id="435" r:id="rId182"/>
    <p:sldId id="436" r:id="rId183"/>
    <p:sldId id="437" r:id="rId184"/>
    <p:sldId id="438" r:id="rId185"/>
    <p:sldId id="439" r:id="rId186"/>
    <p:sldId id="440" r:id="rId187"/>
    <p:sldId id="441" r:id="rId188"/>
    <p:sldId id="442" r:id="rId189"/>
    <p:sldId id="443" r:id="rId190"/>
    <p:sldId id="444" r:id="rId191"/>
    <p:sldId id="445" r:id="rId192"/>
    <p:sldId id="446" r:id="rId193"/>
    <p:sldId id="447" r:id="rId194"/>
    <p:sldId id="448" r:id="rId195"/>
    <p:sldId id="449" r:id="rId196"/>
    <p:sldId id="450" r:id="rId197"/>
    <p:sldId id="451" r:id="rId198"/>
    <p:sldId id="452" r:id="rId199"/>
    <p:sldId id="453" r:id="rId200"/>
    <p:sldId id="454" r:id="rId201"/>
    <p:sldId id="455" r:id="rId202"/>
    <p:sldId id="456" r:id="rId203"/>
    <p:sldId id="457" r:id="rId204"/>
    <p:sldId id="458" r:id="rId205"/>
    <p:sldId id="459" r:id="rId206"/>
    <p:sldId id="460" r:id="rId207"/>
    <p:sldId id="461" r:id="rId208"/>
    <p:sldId id="462" r:id="rId209"/>
    <p:sldId id="463" r:id="rId210"/>
    <p:sldId id="464" r:id="rId211"/>
    <p:sldId id="465" r:id="rId212"/>
    <p:sldId id="466" r:id="rId213"/>
    <p:sldId id="467" r:id="rId214"/>
    <p:sldId id="468" r:id="rId215"/>
    <p:sldId id="469" r:id="rId216"/>
    <p:sldId id="470" r:id="rId217"/>
    <p:sldId id="471" r:id="rId218"/>
    <p:sldId id="472" r:id="rId219"/>
    <p:sldId id="473" r:id="rId220"/>
    <p:sldId id="474" r:id="rId221"/>
    <p:sldId id="475" r:id="rId222"/>
    <p:sldId id="476" r:id="rId223"/>
    <p:sldId id="477" r:id="rId224"/>
    <p:sldId id="478" r:id="rId225"/>
    <p:sldId id="479" r:id="rId226"/>
    <p:sldId id="480" r:id="rId227"/>
    <p:sldId id="481" r:id="rId228"/>
    <p:sldId id="482" r:id="rId229"/>
    <p:sldId id="483" r:id="rId230"/>
    <p:sldId id="484" r:id="rId231"/>
    <p:sldId id="485" r:id="rId232"/>
    <p:sldId id="486" r:id="rId233"/>
    <p:sldId id="487" r:id="rId234"/>
    <p:sldId id="488" r:id="rId235"/>
    <p:sldId id="489" r:id="rId236"/>
    <p:sldId id="490" r:id="rId237"/>
    <p:sldId id="491" r:id="rId238"/>
    <p:sldId id="492" r:id="rId239"/>
    <p:sldId id="493" r:id="rId240"/>
    <p:sldId id="494" r:id="rId241"/>
    <p:sldId id="495" r:id="rId242"/>
    <p:sldId id="496" r:id="rId243"/>
    <p:sldId id="497" r:id="rId244"/>
    <p:sldId id="498" r:id="rId245"/>
    <p:sldId id="499" r:id="rId246"/>
    <p:sldId id="500" r:id="rId247"/>
    <p:sldId id="501" r:id="rId248"/>
    <p:sldId id="502" r:id="rId249"/>
    <p:sldId id="503" r:id="rId250"/>
    <p:sldId id="504" r:id="rId251"/>
    <p:sldId id="505" r:id="rId252"/>
    <p:sldId id="506" r:id="rId253"/>
    <p:sldId id="507" r:id="rId254"/>
    <p:sldId id="508" r:id="rId255"/>
    <p:sldId id="509" r:id="rId256"/>
    <p:sldId id="510" r:id="rId257"/>
    <p:sldId id="511" r:id="rId258"/>
    <p:sldId id="512" r:id="rId259"/>
    <p:sldId id="513" r:id="rId260"/>
    <p:sldId id="514" r:id="rId261"/>
    <p:sldId id="515" r:id="rId262"/>
    <p:sldId id="516" r:id="rId263"/>
    <p:sldId id="517" r:id="rId264"/>
    <p:sldId id="518" r:id="rId265"/>
    <p:sldId id="519" r:id="rId266"/>
    <p:sldId id="520" r:id="rId267"/>
    <p:sldId id="521" r:id="rId268"/>
    <p:sldId id="522" r:id="rId269"/>
    <p:sldId id="523" r:id="rId270"/>
    <p:sldId id="524" r:id="rId271"/>
    <p:sldId id="525" r:id="rId272"/>
    <p:sldId id="526" r:id="rId273"/>
    <p:sldId id="527" r:id="rId274"/>
    <p:sldId id="528" r:id="rId275"/>
    <p:sldId id="529" r:id="rId276"/>
    <p:sldId id="530" r:id="rId277"/>
    <p:sldId id="531" r:id="rId278"/>
    <p:sldId id="532" r:id="rId279"/>
    <p:sldId id="533" r:id="rId280"/>
    <p:sldId id="534" r:id="rId281"/>
    <p:sldId id="535" r:id="rId282"/>
    <p:sldId id="536" r:id="rId283"/>
    <p:sldId id="537" r:id="rId284"/>
    <p:sldId id="538" r:id="rId285"/>
    <p:sldId id="539" r:id="rId286"/>
    <p:sldId id="540" r:id="rId287"/>
    <p:sldId id="541" r:id="rId288"/>
    <p:sldId id="542" r:id="rId289"/>
    <p:sldId id="543" r:id="rId290"/>
    <p:sldId id="544" r:id="rId291"/>
    <p:sldId id="545" r:id="rId292"/>
    <p:sldId id="546" r:id="rId293"/>
    <p:sldId id="547" r:id="rId294"/>
    <p:sldId id="548" r:id="rId295"/>
    <p:sldId id="549" r:id="rId296"/>
    <p:sldId id="550" r:id="rId297"/>
    <p:sldId id="551" r:id="rId298"/>
    <p:sldId id="552" r:id="rId299"/>
    <p:sldId id="553" r:id="rId300"/>
    <p:sldId id="554" r:id="rId301"/>
    <p:sldId id="555" r:id="rId302"/>
    <p:sldId id="556" r:id="rId303"/>
    <p:sldId id="557" r:id="rId304"/>
    <p:sldId id="558" r:id="rId305"/>
    <p:sldId id="559" r:id="rId306"/>
    <p:sldId id="560" r:id="rId307"/>
    <p:sldId id="561" r:id="rId308"/>
    <p:sldId id="562" r:id="rId309"/>
    <p:sldId id="563" r:id="rId310"/>
    <p:sldId id="564" r:id="rId311"/>
    <p:sldId id="565" r:id="rId312"/>
    <p:sldId id="566" r:id="rId313"/>
    <p:sldId id="567" r:id="rId314"/>
    <p:sldId id="568" r:id="rId315"/>
    <p:sldId id="569" r:id="rId316"/>
    <p:sldId id="570" r:id="rId317"/>
    <p:sldId id="571" r:id="rId318"/>
    <p:sldId id="572" r:id="rId319"/>
    <p:sldId id="573" r:id="rId320"/>
    <p:sldId id="574" r:id="rId321"/>
    <p:sldId id="575" r:id="rId322"/>
    <p:sldId id="576" r:id="rId323"/>
    <p:sldId id="577" r:id="rId324"/>
    <p:sldId id="578" r:id="rId325"/>
    <p:sldId id="579" r:id="rId326"/>
    <p:sldId id="580" r:id="rId327"/>
    <p:sldId id="581" r:id="rId328"/>
    <p:sldId id="582" r:id="rId329"/>
    <p:sldId id="583" r:id="rId330"/>
    <p:sldId id="584" r:id="rId331"/>
    <p:sldId id="585" r:id="rId332"/>
    <p:sldId id="586" r:id="rId333"/>
    <p:sldId id="587" r:id="rId334"/>
    <p:sldId id="588" r:id="rId335"/>
    <p:sldId id="589" r:id="rId336"/>
    <p:sldId id="590" r:id="rId337"/>
    <p:sldId id="591" r:id="rId338"/>
    <p:sldId id="592" r:id="rId339"/>
    <p:sldId id="593" r:id="rId340"/>
    <p:sldId id="594" r:id="rId341"/>
    <p:sldId id="595" r:id="rId342"/>
    <p:sldId id="596" r:id="rId343"/>
    <p:sldId id="597" r:id="rId344"/>
    <p:sldId id="598" r:id="rId345"/>
    <p:sldId id="599" r:id="rId346"/>
    <p:sldId id="600" r:id="rId347"/>
    <p:sldId id="601" r:id="rId348"/>
    <p:sldId id="602" r:id="rId349"/>
    <p:sldId id="603" r:id="rId350"/>
    <p:sldId id="604" r:id="rId351"/>
    <p:sldId id="605" r:id="rId352"/>
    <p:sldId id="606" r:id="rId353"/>
    <p:sldId id="607" r:id="rId354"/>
    <p:sldId id="608" r:id="rId355"/>
    <p:sldId id="609" r:id="rId356"/>
    <p:sldId id="610" r:id="rId357"/>
    <p:sldId id="611" r:id="rId358"/>
    <p:sldId id="612" r:id="rId359"/>
    <p:sldId id="613" r:id="rId360"/>
    <p:sldId id="614" r:id="rId361"/>
    <p:sldId id="615" r:id="rId362"/>
    <p:sldId id="616" r:id="rId363"/>
    <p:sldId id="617" r:id="rId364"/>
    <p:sldId id="618" r:id="rId365"/>
    <p:sldId id="619" r:id="rId366"/>
    <p:sldId id="620" r:id="rId367"/>
    <p:sldId id="621" r:id="rId368"/>
    <p:sldId id="622" r:id="rId369"/>
    <p:sldId id="623" r:id="rId370"/>
    <p:sldId id="624" r:id="rId371"/>
    <p:sldId id="625" r:id="rId372"/>
    <p:sldId id="626" r:id="rId373"/>
    <p:sldId id="627" r:id="rId374"/>
    <p:sldId id="628" r:id="rId375"/>
    <p:sldId id="629" r:id="rId376"/>
    <p:sldId id="630" r:id="rId377"/>
    <p:sldId id="631" r:id="rId378"/>
    <p:sldId id="632" r:id="rId379"/>
    <p:sldId id="633" r:id="rId380"/>
    <p:sldId id="634" r:id="rId381"/>
    <p:sldId id="635" r:id="rId382"/>
    <p:sldId id="636" r:id="rId383"/>
    <p:sldId id="637" r:id="rId384"/>
    <p:sldId id="638" r:id="rId385"/>
    <p:sldId id="639" r:id="rId386"/>
    <p:sldId id="640" r:id="rId387"/>
    <p:sldId id="641" r:id="rId388"/>
    <p:sldId id="642" r:id="rId389"/>
    <p:sldId id="643" r:id="rId390"/>
    <p:sldId id="644" r:id="rId391"/>
    <p:sldId id="645" r:id="rId392"/>
    <p:sldId id="646" r:id="rId393"/>
    <p:sldId id="647" r:id="rId394"/>
    <p:sldId id="648" r:id="rId395"/>
    <p:sldId id="649" r:id="rId396"/>
    <p:sldId id="650" r:id="rId397"/>
    <p:sldId id="651" r:id="rId398"/>
    <p:sldId id="652" r:id="rId399"/>
    <p:sldId id="653" r:id="rId40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110" Type="http://schemas.openxmlformats.org/officeDocument/2006/relationships/slide" Target="slides/slide108.xml"/><Relationship Id="rId111" Type="http://schemas.openxmlformats.org/officeDocument/2006/relationships/slide" Target="slides/slide109.xml"/><Relationship Id="rId112" Type="http://schemas.openxmlformats.org/officeDocument/2006/relationships/slide" Target="slides/slide110.xml"/><Relationship Id="rId113" Type="http://schemas.openxmlformats.org/officeDocument/2006/relationships/slide" Target="slides/slide111.xml"/><Relationship Id="rId114" Type="http://schemas.openxmlformats.org/officeDocument/2006/relationships/slide" Target="slides/slide112.xml"/><Relationship Id="rId115" Type="http://schemas.openxmlformats.org/officeDocument/2006/relationships/slide" Target="slides/slide113.xml"/><Relationship Id="rId116" Type="http://schemas.openxmlformats.org/officeDocument/2006/relationships/slide" Target="slides/slide114.xml"/><Relationship Id="rId117" Type="http://schemas.openxmlformats.org/officeDocument/2006/relationships/slide" Target="slides/slide115.xml"/><Relationship Id="rId118" Type="http://schemas.openxmlformats.org/officeDocument/2006/relationships/slide" Target="slides/slide116.xml"/><Relationship Id="rId119" Type="http://schemas.openxmlformats.org/officeDocument/2006/relationships/slide" Target="slides/slide117.xml"/><Relationship Id="rId120" Type="http://schemas.openxmlformats.org/officeDocument/2006/relationships/slide" Target="slides/slide118.xml"/><Relationship Id="rId121" Type="http://schemas.openxmlformats.org/officeDocument/2006/relationships/slide" Target="slides/slide119.xml"/><Relationship Id="rId122" Type="http://schemas.openxmlformats.org/officeDocument/2006/relationships/slide" Target="slides/slide120.xml"/><Relationship Id="rId123" Type="http://schemas.openxmlformats.org/officeDocument/2006/relationships/slide" Target="slides/slide121.xml"/><Relationship Id="rId124" Type="http://schemas.openxmlformats.org/officeDocument/2006/relationships/slide" Target="slides/slide122.xml"/><Relationship Id="rId125" Type="http://schemas.openxmlformats.org/officeDocument/2006/relationships/slide" Target="slides/slide123.xml"/><Relationship Id="rId126" Type="http://schemas.openxmlformats.org/officeDocument/2006/relationships/slide" Target="slides/slide124.xml"/><Relationship Id="rId127" Type="http://schemas.openxmlformats.org/officeDocument/2006/relationships/slide" Target="slides/slide125.xml"/><Relationship Id="rId128" Type="http://schemas.openxmlformats.org/officeDocument/2006/relationships/slide" Target="slides/slide126.xml"/><Relationship Id="rId129" Type="http://schemas.openxmlformats.org/officeDocument/2006/relationships/slide" Target="slides/slide127.xml"/><Relationship Id="rId130" Type="http://schemas.openxmlformats.org/officeDocument/2006/relationships/slide" Target="slides/slide128.xml"/><Relationship Id="rId131" Type="http://schemas.openxmlformats.org/officeDocument/2006/relationships/slide" Target="slides/slide129.xml"/><Relationship Id="rId132" Type="http://schemas.openxmlformats.org/officeDocument/2006/relationships/slide" Target="slides/slide130.xml"/><Relationship Id="rId133" Type="http://schemas.openxmlformats.org/officeDocument/2006/relationships/slide" Target="slides/slide131.xml"/><Relationship Id="rId134" Type="http://schemas.openxmlformats.org/officeDocument/2006/relationships/slide" Target="slides/slide132.xml"/><Relationship Id="rId135" Type="http://schemas.openxmlformats.org/officeDocument/2006/relationships/slide" Target="slides/slide133.xml"/><Relationship Id="rId136" Type="http://schemas.openxmlformats.org/officeDocument/2006/relationships/slide" Target="slides/slide134.xml"/><Relationship Id="rId137" Type="http://schemas.openxmlformats.org/officeDocument/2006/relationships/slide" Target="slides/slide135.xml"/><Relationship Id="rId138" Type="http://schemas.openxmlformats.org/officeDocument/2006/relationships/slide" Target="slides/slide136.xml"/><Relationship Id="rId139" Type="http://schemas.openxmlformats.org/officeDocument/2006/relationships/slide" Target="slides/slide137.xml"/><Relationship Id="rId140" Type="http://schemas.openxmlformats.org/officeDocument/2006/relationships/slide" Target="slides/slide138.xml"/><Relationship Id="rId141" Type="http://schemas.openxmlformats.org/officeDocument/2006/relationships/slide" Target="slides/slide139.xml"/><Relationship Id="rId142" Type="http://schemas.openxmlformats.org/officeDocument/2006/relationships/slide" Target="slides/slide140.xml"/><Relationship Id="rId143" Type="http://schemas.openxmlformats.org/officeDocument/2006/relationships/slide" Target="slides/slide141.xml"/><Relationship Id="rId144" Type="http://schemas.openxmlformats.org/officeDocument/2006/relationships/slide" Target="slides/slide142.xml"/><Relationship Id="rId145" Type="http://schemas.openxmlformats.org/officeDocument/2006/relationships/slide" Target="slides/slide143.xml"/><Relationship Id="rId146" Type="http://schemas.openxmlformats.org/officeDocument/2006/relationships/slide" Target="slides/slide144.xml"/><Relationship Id="rId147" Type="http://schemas.openxmlformats.org/officeDocument/2006/relationships/slide" Target="slides/slide145.xml"/><Relationship Id="rId148" Type="http://schemas.openxmlformats.org/officeDocument/2006/relationships/slide" Target="slides/slide146.xml"/><Relationship Id="rId149" Type="http://schemas.openxmlformats.org/officeDocument/2006/relationships/slide" Target="slides/slide147.xml"/><Relationship Id="rId150" Type="http://schemas.openxmlformats.org/officeDocument/2006/relationships/slide" Target="slides/slide148.xml"/><Relationship Id="rId151" Type="http://schemas.openxmlformats.org/officeDocument/2006/relationships/slide" Target="slides/slide149.xml"/><Relationship Id="rId152" Type="http://schemas.openxmlformats.org/officeDocument/2006/relationships/slide" Target="slides/slide150.xml"/><Relationship Id="rId153" Type="http://schemas.openxmlformats.org/officeDocument/2006/relationships/slide" Target="slides/slide151.xml"/><Relationship Id="rId154" Type="http://schemas.openxmlformats.org/officeDocument/2006/relationships/slide" Target="slides/slide152.xml"/><Relationship Id="rId155" Type="http://schemas.openxmlformats.org/officeDocument/2006/relationships/slide" Target="slides/slide153.xml"/><Relationship Id="rId156" Type="http://schemas.openxmlformats.org/officeDocument/2006/relationships/slide" Target="slides/slide154.xml"/><Relationship Id="rId157" Type="http://schemas.openxmlformats.org/officeDocument/2006/relationships/slide" Target="slides/slide155.xml"/><Relationship Id="rId158" Type="http://schemas.openxmlformats.org/officeDocument/2006/relationships/slide" Target="slides/slide156.xml"/><Relationship Id="rId159" Type="http://schemas.openxmlformats.org/officeDocument/2006/relationships/slide" Target="slides/slide157.xml"/><Relationship Id="rId160" Type="http://schemas.openxmlformats.org/officeDocument/2006/relationships/slide" Target="slides/slide158.xml"/><Relationship Id="rId161" Type="http://schemas.openxmlformats.org/officeDocument/2006/relationships/slide" Target="slides/slide159.xml"/><Relationship Id="rId162" Type="http://schemas.openxmlformats.org/officeDocument/2006/relationships/slide" Target="slides/slide160.xml"/><Relationship Id="rId163" Type="http://schemas.openxmlformats.org/officeDocument/2006/relationships/slide" Target="slides/slide161.xml"/><Relationship Id="rId164" Type="http://schemas.openxmlformats.org/officeDocument/2006/relationships/slide" Target="slides/slide162.xml"/><Relationship Id="rId165" Type="http://schemas.openxmlformats.org/officeDocument/2006/relationships/slide" Target="slides/slide163.xml"/><Relationship Id="rId166" Type="http://schemas.openxmlformats.org/officeDocument/2006/relationships/slide" Target="slides/slide164.xml"/><Relationship Id="rId167" Type="http://schemas.openxmlformats.org/officeDocument/2006/relationships/slide" Target="slides/slide165.xml"/><Relationship Id="rId168" Type="http://schemas.openxmlformats.org/officeDocument/2006/relationships/slide" Target="slides/slide166.xml"/><Relationship Id="rId169" Type="http://schemas.openxmlformats.org/officeDocument/2006/relationships/slide" Target="slides/slide167.xml"/><Relationship Id="rId170" Type="http://schemas.openxmlformats.org/officeDocument/2006/relationships/slide" Target="slides/slide168.xml"/><Relationship Id="rId171" Type="http://schemas.openxmlformats.org/officeDocument/2006/relationships/slide" Target="slides/slide169.xml"/><Relationship Id="rId172" Type="http://schemas.openxmlformats.org/officeDocument/2006/relationships/slide" Target="slides/slide170.xml"/><Relationship Id="rId173" Type="http://schemas.openxmlformats.org/officeDocument/2006/relationships/slide" Target="slides/slide171.xml"/><Relationship Id="rId174" Type="http://schemas.openxmlformats.org/officeDocument/2006/relationships/slide" Target="slides/slide172.xml"/><Relationship Id="rId175" Type="http://schemas.openxmlformats.org/officeDocument/2006/relationships/slide" Target="slides/slide173.xml"/><Relationship Id="rId176" Type="http://schemas.openxmlformats.org/officeDocument/2006/relationships/slide" Target="slides/slide174.xml"/><Relationship Id="rId177" Type="http://schemas.openxmlformats.org/officeDocument/2006/relationships/slide" Target="slides/slide175.xml"/><Relationship Id="rId178" Type="http://schemas.openxmlformats.org/officeDocument/2006/relationships/slide" Target="slides/slide176.xml"/><Relationship Id="rId179" Type="http://schemas.openxmlformats.org/officeDocument/2006/relationships/slide" Target="slides/slide177.xml"/><Relationship Id="rId180" Type="http://schemas.openxmlformats.org/officeDocument/2006/relationships/slide" Target="slides/slide178.xml"/><Relationship Id="rId181" Type="http://schemas.openxmlformats.org/officeDocument/2006/relationships/slide" Target="slides/slide179.xml"/><Relationship Id="rId182" Type="http://schemas.openxmlformats.org/officeDocument/2006/relationships/slide" Target="slides/slide180.xml"/><Relationship Id="rId183" Type="http://schemas.openxmlformats.org/officeDocument/2006/relationships/slide" Target="slides/slide181.xml"/><Relationship Id="rId184" Type="http://schemas.openxmlformats.org/officeDocument/2006/relationships/slide" Target="slides/slide182.xml"/><Relationship Id="rId185" Type="http://schemas.openxmlformats.org/officeDocument/2006/relationships/slide" Target="slides/slide183.xml"/><Relationship Id="rId186" Type="http://schemas.openxmlformats.org/officeDocument/2006/relationships/slide" Target="slides/slide184.xml"/><Relationship Id="rId187" Type="http://schemas.openxmlformats.org/officeDocument/2006/relationships/slide" Target="slides/slide185.xml"/><Relationship Id="rId188" Type="http://schemas.openxmlformats.org/officeDocument/2006/relationships/slide" Target="slides/slide186.xml"/><Relationship Id="rId189" Type="http://schemas.openxmlformats.org/officeDocument/2006/relationships/slide" Target="slides/slide187.xml"/><Relationship Id="rId190" Type="http://schemas.openxmlformats.org/officeDocument/2006/relationships/slide" Target="slides/slide188.xml"/><Relationship Id="rId191" Type="http://schemas.openxmlformats.org/officeDocument/2006/relationships/slide" Target="slides/slide189.xml"/><Relationship Id="rId192" Type="http://schemas.openxmlformats.org/officeDocument/2006/relationships/slide" Target="slides/slide190.xml"/><Relationship Id="rId193" Type="http://schemas.openxmlformats.org/officeDocument/2006/relationships/slide" Target="slides/slide191.xml"/><Relationship Id="rId194" Type="http://schemas.openxmlformats.org/officeDocument/2006/relationships/slide" Target="slides/slide192.xml"/><Relationship Id="rId195" Type="http://schemas.openxmlformats.org/officeDocument/2006/relationships/slide" Target="slides/slide193.xml"/><Relationship Id="rId196" Type="http://schemas.openxmlformats.org/officeDocument/2006/relationships/slide" Target="slides/slide194.xml"/><Relationship Id="rId197" Type="http://schemas.openxmlformats.org/officeDocument/2006/relationships/slide" Target="slides/slide195.xml"/><Relationship Id="rId198" Type="http://schemas.openxmlformats.org/officeDocument/2006/relationships/slide" Target="slides/slide196.xml"/><Relationship Id="rId199" Type="http://schemas.openxmlformats.org/officeDocument/2006/relationships/slide" Target="slides/slide197.xml"/><Relationship Id="rId200" Type="http://schemas.openxmlformats.org/officeDocument/2006/relationships/slide" Target="slides/slide198.xml"/><Relationship Id="rId201" Type="http://schemas.openxmlformats.org/officeDocument/2006/relationships/slide" Target="slides/slide199.xml"/><Relationship Id="rId202" Type="http://schemas.openxmlformats.org/officeDocument/2006/relationships/slide" Target="slides/slide200.xml"/><Relationship Id="rId203" Type="http://schemas.openxmlformats.org/officeDocument/2006/relationships/slide" Target="slides/slide201.xml"/><Relationship Id="rId204" Type="http://schemas.openxmlformats.org/officeDocument/2006/relationships/slide" Target="slides/slide202.xml"/><Relationship Id="rId205" Type="http://schemas.openxmlformats.org/officeDocument/2006/relationships/slide" Target="slides/slide203.xml"/><Relationship Id="rId206" Type="http://schemas.openxmlformats.org/officeDocument/2006/relationships/slide" Target="slides/slide204.xml"/><Relationship Id="rId207" Type="http://schemas.openxmlformats.org/officeDocument/2006/relationships/slide" Target="slides/slide205.xml"/><Relationship Id="rId208" Type="http://schemas.openxmlformats.org/officeDocument/2006/relationships/slide" Target="slides/slide206.xml"/><Relationship Id="rId209" Type="http://schemas.openxmlformats.org/officeDocument/2006/relationships/slide" Target="slides/slide207.xml"/><Relationship Id="rId210" Type="http://schemas.openxmlformats.org/officeDocument/2006/relationships/slide" Target="slides/slide208.xml"/><Relationship Id="rId211" Type="http://schemas.openxmlformats.org/officeDocument/2006/relationships/slide" Target="slides/slide209.xml"/><Relationship Id="rId212" Type="http://schemas.openxmlformats.org/officeDocument/2006/relationships/slide" Target="slides/slide210.xml"/><Relationship Id="rId213" Type="http://schemas.openxmlformats.org/officeDocument/2006/relationships/slide" Target="slides/slide211.xml"/><Relationship Id="rId214" Type="http://schemas.openxmlformats.org/officeDocument/2006/relationships/slide" Target="slides/slide212.xml"/><Relationship Id="rId215" Type="http://schemas.openxmlformats.org/officeDocument/2006/relationships/slide" Target="slides/slide213.xml"/><Relationship Id="rId216" Type="http://schemas.openxmlformats.org/officeDocument/2006/relationships/slide" Target="slides/slide214.xml"/><Relationship Id="rId217" Type="http://schemas.openxmlformats.org/officeDocument/2006/relationships/slide" Target="slides/slide215.xml"/><Relationship Id="rId218" Type="http://schemas.openxmlformats.org/officeDocument/2006/relationships/slide" Target="slides/slide216.xml"/><Relationship Id="rId219" Type="http://schemas.openxmlformats.org/officeDocument/2006/relationships/slide" Target="slides/slide217.xml"/><Relationship Id="rId220" Type="http://schemas.openxmlformats.org/officeDocument/2006/relationships/slide" Target="slides/slide218.xml"/><Relationship Id="rId221" Type="http://schemas.openxmlformats.org/officeDocument/2006/relationships/slide" Target="slides/slide219.xml"/><Relationship Id="rId222" Type="http://schemas.openxmlformats.org/officeDocument/2006/relationships/slide" Target="slides/slide220.xml"/><Relationship Id="rId223" Type="http://schemas.openxmlformats.org/officeDocument/2006/relationships/slide" Target="slides/slide221.xml"/><Relationship Id="rId224" Type="http://schemas.openxmlformats.org/officeDocument/2006/relationships/slide" Target="slides/slide222.xml"/><Relationship Id="rId225" Type="http://schemas.openxmlformats.org/officeDocument/2006/relationships/slide" Target="slides/slide223.xml"/><Relationship Id="rId226" Type="http://schemas.openxmlformats.org/officeDocument/2006/relationships/slide" Target="slides/slide224.xml"/><Relationship Id="rId227" Type="http://schemas.openxmlformats.org/officeDocument/2006/relationships/slide" Target="slides/slide225.xml"/><Relationship Id="rId228" Type="http://schemas.openxmlformats.org/officeDocument/2006/relationships/slide" Target="slides/slide226.xml"/><Relationship Id="rId229" Type="http://schemas.openxmlformats.org/officeDocument/2006/relationships/slide" Target="slides/slide227.xml"/><Relationship Id="rId230" Type="http://schemas.openxmlformats.org/officeDocument/2006/relationships/slide" Target="slides/slide228.xml"/><Relationship Id="rId231" Type="http://schemas.openxmlformats.org/officeDocument/2006/relationships/slide" Target="slides/slide229.xml"/><Relationship Id="rId232" Type="http://schemas.openxmlformats.org/officeDocument/2006/relationships/slide" Target="slides/slide230.xml"/><Relationship Id="rId233" Type="http://schemas.openxmlformats.org/officeDocument/2006/relationships/slide" Target="slides/slide231.xml"/><Relationship Id="rId234" Type="http://schemas.openxmlformats.org/officeDocument/2006/relationships/slide" Target="slides/slide232.xml"/><Relationship Id="rId235" Type="http://schemas.openxmlformats.org/officeDocument/2006/relationships/slide" Target="slides/slide233.xml"/><Relationship Id="rId236" Type="http://schemas.openxmlformats.org/officeDocument/2006/relationships/slide" Target="slides/slide234.xml"/><Relationship Id="rId237" Type="http://schemas.openxmlformats.org/officeDocument/2006/relationships/slide" Target="slides/slide235.xml"/><Relationship Id="rId238" Type="http://schemas.openxmlformats.org/officeDocument/2006/relationships/slide" Target="slides/slide236.xml"/><Relationship Id="rId239" Type="http://schemas.openxmlformats.org/officeDocument/2006/relationships/slide" Target="slides/slide237.xml"/><Relationship Id="rId240" Type="http://schemas.openxmlformats.org/officeDocument/2006/relationships/slide" Target="slides/slide238.xml"/><Relationship Id="rId241" Type="http://schemas.openxmlformats.org/officeDocument/2006/relationships/slide" Target="slides/slide239.xml"/><Relationship Id="rId242" Type="http://schemas.openxmlformats.org/officeDocument/2006/relationships/slide" Target="slides/slide240.xml"/><Relationship Id="rId243" Type="http://schemas.openxmlformats.org/officeDocument/2006/relationships/slide" Target="slides/slide241.xml"/><Relationship Id="rId244" Type="http://schemas.openxmlformats.org/officeDocument/2006/relationships/slide" Target="slides/slide242.xml"/><Relationship Id="rId245" Type="http://schemas.openxmlformats.org/officeDocument/2006/relationships/slide" Target="slides/slide243.xml"/><Relationship Id="rId246" Type="http://schemas.openxmlformats.org/officeDocument/2006/relationships/slide" Target="slides/slide244.xml"/><Relationship Id="rId247" Type="http://schemas.openxmlformats.org/officeDocument/2006/relationships/slide" Target="slides/slide245.xml"/><Relationship Id="rId248" Type="http://schemas.openxmlformats.org/officeDocument/2006/relationships/slide" Target="slides/slide246.xml"/><Relationship Id="rId249" Type="http://schemas.openxmlformats.org/officeDocument/2006/relationships/slide" Target="slides/slide247.xml"/><Relationship Id="rId250" Type="http://schemas.openxmlformats.org/officeDocument/2006/relationships/slide" Target="slides/slide248.xml"/><Relationship Id="rId251" Type="http://schemas.openxmlformats.org/officeDocument/2006/relationships/slide" Target="slides/slide249.xml"/><Relationship Id="rId252" Type="http://schemas.openxmlformats.org/officeDocument/2006/relationships/slide" Target="slides/slide250.xml"/><Relationship Id="rId253" Type="http://schemas.openxmlformats.org/officeDocument/2006/relationships/slide" Target="slides/slide251.xml"/><Relationship Id="rId254" Type="http://schemas.openxmlformats.org/officeDocument/2006/relationships/slide" Target="slides/slide252.xml"/><Relationship Id="rId255" Type="http://schemas.openxmlformats.org/officeDocument/2006/relationships/slide" Target="slides/slide253.xml"/><Relationship Id="rId256" Type="http://schemas.openxmlformats.org/officeDocument/2006/relationships/slide" Target="slides/slide254.xml"/><Relationship Id="rId257" Type="http://schemas.openxmlformats.org/officeDocument/2006/relationships/slide" Target="slides/slide255.xml"/><Relationship Id="rId258" Type="http://schemas.openxmlformats.org/officeDocument/2006/relationships/slide" Target="slides/slide256.xml"/><Relationship Id="rId259" Type="http://schemas.openxmlformats.org/officeDocument/2006/relationships/slide" Target="slides/slide257.xml"/><Relationship Id="rId260" Type="http://schemas.openxmlformats.org/officeDocument/2006/relationships/slide" Target="slides/slide258.xml"/><Relationship Id="rId261" Type="http://schemas.openxmlformats.org/officeDocument/2006/relationships/slide" Target="slides/slide259.xml"/><Relationship Id="rId262" Type="http://schemas.openxmlformats.org/officeDocument/2006/relationships/slide" Target="slides/slide260.xml"/><Relationship Id="rId263" Type="http://schemas.openxmlformats.org/officeDocument/2006/relationships/slide" Target="slides/slide261.xml"/><Relationship Id="rId264" Type="http://schemas.openxmlformats.org/officeDocument/2006/relationships/slide" Target="slides/slide262.xml"/><Relationship Id="rId265" Type="http://schemas.openxmlformats.org/officeDocument/2006/relationships/slide" Target="slides/slide263.xml"/><Relationship Id="rId266" Type="http://schemas.openxmlformats.org/officeDocument/2006/relationships/slide" Target="slides/slide264.xml"/><Relationship Id="rId267" Type="http://schemas.openxmlformats.org/officeDocument/2006/relationships/slide" Target="slides/slide265.xml"/><Relationship Id="rId268" Type="http://schemas.openxmlformats.org/officeDocument/2006/relationships/slide" Target="slides/slide266.xml"/><Relationship Id="rId269" Type="http://schemas.openxmlformats.org/officeDocument/2006/relationships/slide" Target="slides/slide267.xml"/><Relationship Id="rId270" Type="http://schemas.openxmlformats.org/officeDocument/2006/relationships/slide" Target="slides/slide268.xml"/><Relationship Id="rId271" Type="http://schemas.openxmlformats.org/officeDocument/2006/relationships/slide" Target="slides/slide269.xml"/><Relationship Id="rId272" Type="http://schemas.openxmlformats.org/officeDocument/2006/relationships/slide" Target="slides/slide270.xml"/><Relationship Id="rId273" Type="http://schemas.openxmlformats.org/officeDocument/2006/relationships/slide" Target="slides/slide271.xml"/><Relationship Id="rId274" Type="http://schemas.openxmlformats.org/officeDocument/2006/relationships/slide" Target="slides/slide272.xml"/><Relationship Id="rId275" Type="http://schemas.openxmlformats.org/officeDocument/2006/relationships/slide" Target="slides/slide273.xml"/><Relationship Id="rId276" Type="http://schemas.openxmlformats.org/officeDocument/2006/relationships/slide" Target="slides/slide274.xml"/><Relationship Id="rId277" Type="http://schemas.openxmlformats.org/officeDocument/2006/relationships/slide" Target="slides/slide275.xml"/><Relationship Id="rId278" Type="http://schemas.openxmlformats.org/officeDocument/2006/relationships/slide" Target="slides/slide276.xml"/><Relationship Id="rId279" Type="http://schemas.openxmlformats.org/officeDocument/2006/relationships/slide" Target="slides/slide277.xml"/><Relationship Id="rId280" Type="http://schemas.openxmlformats.org/officeDocument/2006/relationships/slide" Target="slides/slide278.xml"/><Relationship Id="rId281" Type="http://schemas.openxmlformats.org/officeDocument/2006/relationships/slide" Target="slides/slide279.xml"/><Relationship Id="rId282" Type="http://schemas.openxmlformats.org/officeDocument/2006/relationships/slide" Target="slides/slide280.xml"/><Relationship Id="rId283" Type="http://schemas.openxmlformats.org/officeDocument/2006/relationships/slide" Target="slides/slide281.xml"/><Relationship Id="rId284" Type="http://schemas.openxmlformats.org/officeDocument/2006/relationships/slide" Target="slides/slide282.xml"/><Relationship Id="rId285" Type="http://schemas.openxmlformats.org/officeDocument/2006/relationships/slide" Target="slides/slide283.xml"/><Relationship Id="rId286" Type="http://schemas.openxmlformats.org/officeDocument/2006/relationships/slide" Target="slides/slide284.xml"/><Relationship Id="rId287" Type="http://schemas.openxmlformats.org/officeDocument/2006/relationships/slide" Target="slides/slide285.xml"/><Relationship Id="rId288" Type="http://schemas.openxmlformats.org/officeDocument/2006/relationships/slide" Target="slides/slide286.xml"/><Relationship Id="rId289" Type="http://schemas.openxmlformats.org/officeDocument/2006/relationships/slide" Target="slides/slide287.xml"/><Relationship Id="rId290" Type="http://schemas.openxmlformats.org/officeDocument/2006/relationships/slide" Target="slides/slide288.xml"/><Relationship Id="rId291" Type="http://schemas.openxmlformats.org/officeDocument/2006/relationships/slide" Target="slides/slide289.xml"/><Relationship Id="rId292" Type="http://schemas.openxmlformats.org/officeDocument/2006/relationships/slide" Target="slides/slide290.xml"/><Relationship Id="rId293" Type="http://schemas.openxmlformats.org/officeDocument/2006/relationships/slide" Target="slides/slide291.xml"/><Relationship Id="rId294" Type="http://schemas.openxmlformats.org/officeDocument/2006/relationships/slide" Target="slides/slide292.xml"/><Relationship Id="rId295" Type="http://schemas.openxmlformats.org/officeDocument/2006/relationships/slide" Target="slides/slide293.xml"/><Relationship Id="rId296" Type="http://schemas.openxmlformats.org/officeDocument/2006/relationships/slide" Target="slides/slide294.xml"/><Relationship Id="rId297" Type="http://schemas.openxmlformats.org/officeDocument/2006/relationships/slide" Target="slides/slide295.xml"/><Relationship Id="rId298" Type="http://schemas.openxmlformats.org/officeDocument/2006/relationships/slide" Target="slides/slide296.xml"/><Relationship Id="rId299" Type="http://schemas.openxmlformats.org/officeDocument/2006/relationships/slide" Target="slides/slide297.xml"/><Relationship Id="rId300" Type="http://schemas.openxmlformats.org/officeDocument/2006/relationships/slide" Target="slides/slide298.xml"/><Relationship Id="rId301" Type="http://schemas.openxmlformats.org/officeDocument/2006/relationships/slide" Target="slides/slide299.xml"/><Relationship Id="rId302" Type="http://schemas.openxmlformats.org/officeDocument/2006/relationships/slide" Target="slides/slide300.xml"/><Relationship Id="rId303" Type="http://schemas.openxmlformats.org/officeDocument/2006/relationships/slide" Target="slides/slide301.xml"/><Relationship Id="rId304" Type="http://schemas.openxmlformats.org/officeDocument/2006/relationships/slide" Target="slides/slide302.xml"/><Relationship Id="rId305" Type="http://schemas.openxmlformats.org/officeDocument/2006/relationships/slide" Target="slides/slide303.xml"/><Relationship Id="rId306" Type="http://schemas.openxmlformats.org/officeDocument/2006/relationships/slide" Target="slides/slide304.xml"/><Relationship Id="rId307" Type="http://schemas.openxmlformats.org/officeDocument/2006/relationships/slide" Target="slides/slide305.xml"/><Relationship Id="rId308" Type="http://schemas.openxmlformats.org/officeDocument/2006/relationships/slide" Target="slides/slide306.xml"/><Relationship Id="rId309" Type="http://schemas.openxmlformats.org/officeDocument/2006/relationships/slide" Target="slides/slide307.xml"/><Relationship Id="rId310" Type="http://schemas.openxmlformats.org/officeDocument/2006/relationships/slide" Target="slides/slide308.xml"/><Relationship Id="rId311" Type="http://schemas.openxmlformats.org/officeDocument/2006/relationships/slide" Target="slides/slide309.xml"/><Relationship Id="rId312" Type="http://schemas.openxmlformats.org/officeDocument/2006/relationships/slide" Target="slides/slide310.xml"/><Relationship Id="rId313" Type="http://schemas.openxmlformats.org/officeDocument/2006/relationships/slide" Target="slides/slide311.xml"/><Relationship Id="rId314" Type="http://schemas.openxmlformats.org/officeDocument/2006/relationships/slide" Target="slides/slide312.xml"/><Relationship Id="rId315" Type="http://schemas.openxmlformats.org/officeDocument/2006/relationships/slide" Target="slides/slide313.xml"/><Relationship Id="rId316" Type="http://schemas.openxmlformats.org/officeDocument/2006/relationships/slide" Target="slides/slide314.xml"/><Relationship Id="rId317" Type="http://schemas.openxmlformats.org/officeDocument/2006/relationships/slide" Target="slides/slide315.xml"/><Relationship Id="rId318" Type="http://schemas.openxmlformats.org/officeDocument/2006/relationships/slide" Target="slides/slide316.xml"/><Relationship Id="rId319" Type="http://schemas.openxmlformats.org/officeDocument/2006/relationships/slide" Target="slides/slide317.xml"/><Relationship Id="rId320" Type="http://schemas.openxmlformats.org/officeDocument/2006/relationships/slide" Target="slides/slide318.xml"/><Relationship Id="rId321" Type="http://schemas.openxmlformats.org/officeDocument/2006/relationships/slide" Target="slides/slide319.xml"/><Relationship Id="rId322" Type="http://schemas.openxmlformats.org/officeDocument/2006/relationships/slide" Target="slides/slide320.xml"/><Relationship Id="rId323" Type="http://schemas.openxmlformats.org/officeDocument/2006/relationships/slide" Target="slides/slide321.xml"/><Relationship Id="rId324" Type="http://schemas.openxmlformats.org/officeDocument/2006/relationships/slide" Target="slides/slide322.xml"/><Relationship Id="rId325" Type="http://schemas.openxmlformats.org/officeDocument/2006/relationships/slide" Target="slides/slide323.xml"/><Relationship Id="rId326" Type="http://schemas.openxmlformats.org/officeDocument/2006/relationships/slide" Target="slides/slide324.xml"/><Relationship Id="rId327" Type="http://schemas.openxmlformats.org/officeDocument/2006/relationships/slide" Target="slides/slide325.xml"/><Relationship Id="rId328" Type="http://schemas.openxmlformats.org/officeDocument/2006/relationships/slide" Target="slides/slide326.xml"/><Relationship Id="rId329" Type="http://schemas.openxmlformats.org/officeDocument/2006/relationships/slide" Target="slides/slide327.xml"/><Relationship Id="rId330" Type="http://schemas.openxmlformats.org/officeDocument/2006/relationships/slide" Target="slides/slide328.xml"/><Relationship Id="rId331" Type="http://schemas.openxmlformats.org/officeDocument/2006/relationships/slide" Target="slides/slide329.xml"/><Relationship Id="rId332" Type="http://schemas.openxmlformats.org/officeDocument/2006/relationships/slide" Target="slides/slide330.xml"/><Relationship Id="rId333" Type="http://schemas.openxmlformats.org/officeDocument/2006/relationships/slide" Target="slides/slide331.xml"/><Relationship Id="rId334" Type="http://schemas.openxmlformats.org/officeDocument/2006/relationships/slide" Target="slides/slide332.xml"/><Relationship Id="rId335" Type="http://schemas.openxmlformats.org/officeDocument/2006/relationships/slide" Target="slides/slide333.xml"/><Relationship Id="rId336" Type="http://schemas.openxmlformats.org/officeDocument/2006/relationships/slide" Target="slides/slide334.xml"/><Relationship Id="rId337" Type="http://schemas.openxmlformats.org/officeDocument/2006/relationships/slide" Target="slides/slide335.xml"/><Relationship Id="rId338" Type="http://schemas.openxmlformats.org/officeDocument/2006/relationships/slide" Target="slides/slide336.xml"/><Relationship Id="rId339" Type="http://schemas.openxmlformats.org/officeDocument/2006/relationships/slide" Target="slides/slide337.xml"/><Relationship Id="rId340" Type="http://schemas.openxmlformats.org/officeDocument/2006/relationships/slide" Target="slides/slide338.xml"/><Relationship Id="rId341" Type="http://schemas.openxmlformats.org/officeDocument/2006/relationships/slide" Target="slides/slide339.xml"/><Relationship Id="rId342" Type="http://schemas.openxmlformats.org/officeDocument/2006/relationships/slide" Target="slides/slide340.xml"/><Relationship Id="rId343" Type="http://schemas.openxmlformats.org/officeDocument/2006/relationships/slide" Target="slides/slide341.xml"/><Relationship Id="rId344" Type="http://schemas.openxmlformats.org/officeDocument/2006/relationships/slide" Target="slides/slide342.xml"/><Relationship Id="rId345" Type="http://schemas.openxmlformats.org/officeDocument/2006/relationships/slide" Target="slides/slide343.xml"/><Relationship Id="rId346" Type="http://schemas.openxmlformats.org/officeDocument/2006/relationships/slide" Target="slides/slide344.xml"/><Relationship Id="rId347" Type="http://schemas.openxmlformats.org/officeDocument/2006/relationships/slide" Target="slides/slide345.xml"/><Relationship Id="rId348" Type="http://schemas.openxmlformats.org/officeDocument/2006/relationships/slide" Target="slides/slide346.xml"/><Relationship Id="rId349" Type="http://schemas.openxmlformats.org/officeDocument/2006/relationships/slide" Target="slides/slide347.xml"/><Relationship Id="rId350" Type="http://schemas.openxmlformats.org/officeDocument/2006/relationships/slide" Target="slides/slide348.xml"/><Relationship Id="rId351" Type="http://schemas.openxmlformats.org/officeDocument/2006/relationships/slide" Target="slides/slide349.xml"/><Relationship Id="rId352" Type="http://schemas.openxmlformats.org/officeDocument/2006/relationships/slide" Target="slides/slide350.xml"/><Relationship Id="rId353" Type="http://schemas.openxmlformats.org/officeDocument/2006/relationships/slide" Target="slides/slide351.xml"/><Relationship Id="rId354" Type="http://schemas.openxmlformats.org/officeDocument/2006/relationships/slide" Target="slides/slide352.xml"/><Relationship Id="rId355" Type="http://schemas.openxmlformats.org/officeDocument/2006/relationships/slide" Target="slides/slide353.xml"/><Relationship Id="rId356" Type="http://schemas.openxmlformats.org/officeDocument/2006/relationships/slide" Target="slides/slide354.xml"/><Relationship Id="rId357" Type="http://schemas.openxmlformats.org/officeDocument/2006/relationships/slide" Target="slides/slide355.xml"/><Relationship Id="rId358" Type="http://schemas.openxmlformats.org/officeDocument/2006/relationships/slide" Target="slides/slide356.xml"/><Relationship Id="rId359" Type="http://schemas.openxmlformats.org/officeDocument/2006/relationships/slide" Target="slides/slide357.xml"/><Relationship Id="rId360" Type="http://schemas.openxmlformats.org/officeDocument/2006/relationships/slide" Target="slides/slide358.xml"/><Relationship Id="rId361" Type="http://schemas.openxmlformats.org/officeDocument/2006/relationships/slide" Target="slides/slide359.xml"/><Relationship Id="rId362" Type="http://schemas.openxmlformats.org/officeDocument/2006/relationships/slide" Target="slides/slide360.xml"/><Relationship Id="rId363" Type="http://schemas.openxmlformats.org/officeDocument/2006/relationships/slide" Target="slides/slide361.xml"/><Relationship Id="rId364" Type="http://schemas.openxmlformats.org/officeDocument/2006/relationships/slide" Target="slides/slide362.xml"/><Relationship Id="rId365" Type="http://schemas.openxmlformats.org/officeDocument/2006/relationships/slide" Target="slides/slide363.xml"/><Relationship Id="rId366" Type="http://schemas.openxmlformats.org/officeDocument/2006/relationships/slide" Target="slides/slide364.xml"/><Relationship Id="rId367" Type="http://schemas.openxmlformats.org/officeDocument/2006/relationships/slide" Target="slides/slide365.xml"/><Relationship Id="rId368" Type="http://schemas.openxmlformats.org/officeDocument/2006/relationships/slide" Target="slides/slide366.xml"/><Relationship Id="rId369" Type="http://schemas.openxmlformats.org/officeDocument/2006/relationships/slide" Target="slides/slide367.xml"/><Relationship Id="rId370" Type="http://schemas.openxmlformats.org/officeDocument/2006/relationships/slide" Target="slides/slide368.xml"/><Relationship Id="rId371" Type="http://schemas.openxmlformats.org/officeDocument/2006/relationships/slide" Target="slides/slide369.xml"/><Relationship Id="rId372" Type="http://schemas.openxmlformats.org/officeDocument/2006/relationships/slide" Target="slides/slide370.xml"/><Relationship Id="rId373" Type="http://schemas.openxmlformats.org/officeDocument/2006/relationships/slide" Target="slides/slide371.xml"/><Relationship Id="rId374" Type="http://schemas.openxmlformats.org/officeDocument/2006/relationships/slide" Target="slides/slide372.xml"/><Relationship Id="rId375" Type="http://schemas.openxmlformats.org/officeDocument/2006/relationships/slide" Target="slides/slide373.xml"/><Relationship Id="rId376" Type="http://schemas.openxmlformats.org/officeDocument/2006/relationships/slide" Target="slides/slide374.xml"/><Relationship Id="rId377" Type="http://schemas.openxmlformats.org/officeDocument/2006/relationships/slide" Target="slides/slide375.xml"/><Relationship Id="rId378" Type="http://schemas.openxmlformats.org/officeDocument/2006/relationships/slide" Target="slides/slide376.xml"/><Relationship Id="rId379" Type="http://schemas.openxmlformats.org/officeDocument/2006/relationships/slide" Target="slides/slide377.xml"/><Relationship Id="rId380" Type="http://schemas.openxmlformats.org/officeDocument/2006/relationships/slide" Target="slides/slide378.xml"/><Relationship Id="rId381" Type="http://schemas.openxmlformats.org/officeDocument/2006/relationships/slide" Target="slides/slide379.xml"/><Relationship Id="rId382" Type="http://schemas.openxmlformats.org/officeDocument/2006/relationships/slide" Target="slides/slide380.xml"/><Relationship Id="rId383" Type="http://schemas.openxmlformats.org/officeDocument/2006/relationships/slide" Target="slides/slide381.xml"/><Relationship Id="rId384" Type="http://schemas.openxmlformats.org/officeDocument/2006/relationships/slide" Target="slides/slide382.xml"/><Relationship Id="rId385" Type="http://schemas.openxmlformats.org/officeDocument/2006/relationships/slide" Target="slides/slide383.xml"/><Relationship Id="rId386" Type="http://schemas.openxmlformats.org/officeDocument/2006/relationships/slide" Target="slides/slide384.xml"/><Relationship Id="rId387" Type="http://schemas.openxmlformats.org/officeDocument/2006/relationships/slide" Target="slides/slide385.xml"/><Relationship Id="rId388" Type="http://schemas.openxmlformats.org/officeDocument/2006/relationships/slide" Target="slides/slide386.xml"/><Relationship Id="rId389" Type="http://schemas.openxmlformats.org/officeDocument/2006/relationships/slide" Target="slides/slide387.xml"/><Relationship Id="rId390" Type="http://schemas.openxmlformats.org/officeDocument/2006/relationships/slide" Target="slides/slide388.xml"/><Relationship Id="rId391" Type="http://schemas.openxmlformats.org/officeDocument/2006/relationships/slide" Target="slides/slide389.xml"/><Relationship Id="rId392" Type="http://schemas.openxmlformats.org/officeDocument/2006/relationships/slide" Target="slides/slide390.xml"/><Relationship Id="rId393" Type="http://schemas.openxmlformats.org/officeDocument/2006/relationships/slide" Target="slides/slide391.xml"/><Relationship Id="rId394" Type="http://schemas.openxmlformats.org/officeDocument/2006/relationships/slide" Target="slides/slide392.xml"/><Relationship Id="rId395" Type="http://schemas.openxmlformats.org/officeDocument/2006/relationships/slide" Target="slides/slide393.xml"/><Relationship Id="rId396" Type="http://schemas.openxmlformats.org/officeDocument/2006/relationships/slide" Target="slides/slide394.xml"/><Relationship Id="rId397" Type="http://schemas.openxmlformats.org/officeDocument/2006/relationships/slide" Target="slides/slide395.xml"/><Relationship Id="rId398" Type="http://schemas.openxmlformats.org/officeDocument/2006/relationships/slide" Target="slides/slide396.xml"/><Relationship Id="rId399" Type="http://schemas.openxmlformats.org/officeDocument/2006/relationships/slide" Target="slides/slide397.xml"/><Relationship Id="rId400" Type="http://schemas.openxmlformats.org/officeDocument/2006/relationships/slide" Target="slides/slide398.xml"/><Relationship Id="rId40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218F1F-C2A9-40BD-AFBC-5D7E017096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098579-B3F1-4EEA-8516-027277A3D1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839875-6D1C-4D4B-9A98-0F686A47E2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524A32-C552-4327-866D-4D73FE2581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238A7E-BC7A-4430-95C9-F6EC9D11EF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98D053-C5B1-4D05-96E5-60C24E778B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A7F493-54F3-4CB7-8A71-0CAFFA8FBC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349F6F-CC54-4A40-8856-A75194F1B4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89E64C-EDA0-497E-AAB8-DC6F4303C1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90AB22-3968-482B-88A7-5449D954A0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F35449-684F-4850-A6F2-36A25459F2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2286000"/>
            <a:ext cx="10362600" cy="20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From Blueprint to Production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3840480"/>
            <a:ext cx="10362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4572000"/>
            <a:ext cx="10362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Course Title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"React Native: From Blueprint to Production"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Subtitle: "Build Production-Ready Cross-Platform Mobile Applications"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Course level: Intermediate to Advanced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Instructor introduction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Course Philosophy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"Learn by building" approach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Why this course is different from other React Native courses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Real-world focus vs. theoretical knowledge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Production-ready code from day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What You Will Build - TaskFlow Application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Complete task management application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Authentication system with JWT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Offline-first architecture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Real-time collaboration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Push notifications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Camera and location integration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Full CI/CD pipeline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Real-World Examples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Facebook: 3+ billion users on React 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Instagram: Mobile app built with React 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Discord: Cross-platform messaging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UberEats: Restaurant ordering platform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Shopify: E-commerce platform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Microsoft Office: Productivity suite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Walmart: Retail giant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Course Structure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 major parts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13 comprehensive 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25+ hands-on labs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 complete capstone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600+ slides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Learning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Build production-ready cross-platform mobile apps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offline-first architecture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Access device capabilities (camera, location, notifications)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Optimize app performance for 60fps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Deploy to Apple App Store and Google Play Store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Prerequisites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Basic JavaScript/TypeScript knowledge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Understanding of React fundamentals (components, props, state)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HTML/CSS fundamentals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Command line proficiency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Git basics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Course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Lecture-style presentations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Live coding demonstrations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Hands-on labs after each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Group discussions and peer review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Capstone project with milestones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Grading Breakdown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Labs &amp; Assignments: 40%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Quizzes &amp; Tests: 20%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Final Project: 30%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Participation: 10%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Extra Credit: 5%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Student Success Tips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Code along, don't just watch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Complete every lab before moving 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 study groups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the office hours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Build something extra on the side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0.2: The Web vs. Mobile Divide (8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Why Mobile is Fundamentally Different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browser vs. native environment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 "browser" on mobile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Different UI paradigms (touch vs. click)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constraints (battery, CPU)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Limited resources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Architecture Comparison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Web: Browser → DOM → Paint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Native: JS → Bridge → Native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fundamental difference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Single-Threaded Web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JavaScript runs on one thread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Everything blocks until complete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16.67ms frame budget applies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Browser handles painting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Web workers for parallel processing (limited)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Multi-Threaded Mobile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JavaScript thread (your code)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UI thread (rendering native components)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 thread (layout calculations)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Native modules (device APIs)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Animation thread (optional)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Touch vs. Click Interfaces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 hover states (iOS/Android don't have hover)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Larger touch targets (44x44pt minimum)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 support (swipe, pinch, tap, long press)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Physical feedback (haptics, vibration)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Different interaction patterns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Mobile Mindset Shift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Design for thumbs (one-handed use)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Consider screen sizes (multiple devices)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interruptions (calls, notifications)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Battery and performance awareness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Offline-first thinking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What You Need to Unlearn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Web patterns that don't work on mobile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CSS tricks that don't translate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"everything is a page" mentality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Full-page refreshes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Click-based interactions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Mobile Opportunity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6.8 billion smartphone users worldwide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Mobile-first development is the future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High demand for mobile developers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Lucrative career opportunities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Build apps that people carry in their pockets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0.3: What React Native Actually Is (7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 is NOT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❌ A webview (like Cordova/Ionic)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❌ An interpreter (like JavaScriptCore)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❌ A cross-platform compiler (like Flutter)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❌ A replacement for Swift/Kotlin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❌ A browser inside your phone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 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A bridge between React and native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A translation layer for UI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A framework for building native apps with JavaScript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A way to write once, run on iOS and Android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A native app development framework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 vs Native Development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Native: JavaScript, cross-platform, one codebase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Native Swift: iOS only, Swift, platform-specific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Native Kotlin: Android only, Kotlin, platform-specific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comparison: Near-native (RN) vs 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 vs Other Cross-Platform Solutions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Framework | Language | Performance | Code Reuse | Ecosystem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React Native | JavaScript | Near-native | 90%+ | Largest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Flutter | Dart | Native | 95%+ | Growing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Xamarin | C# | Near-native | 90%+ | Established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Cordova | JS/HTML | Poor | 100% | Large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Ionic | JS/HTML | Moderate | 90%+ | Large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"Write Once, Run Anywhere" Promise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One codebase for iOS and Android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Platform-specific code when needed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90%+ code reuse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Faster development than 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Lower maintenance costs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Real Story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You can share 90%+ of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Platform-specific code for native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UI differences may require platform-specific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Testing on both platforms is essential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 Insight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You write JavaScript/TypeScript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You get REAL native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is near-native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Code reuse is high (90%+)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0.4: The Architecture Overview (10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Three Threads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Thread | Purpose | What Runs Here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JavaScript Thread | React code, business logic | Your code, API calls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UI Thread (Native) | Rendering, user input | Views, gestures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Shadow Thread (Native) | Layout calculations | Yoga engine, Flexbox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JavaScript Thread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Runs your React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Handles component rendering (Virtual DOM)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Processes business logic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Makes API calls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Single-threaded event loop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UI Thread (Native)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Handles all rendering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Responds to user input (taps, swipes)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Runs animations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Manages the screen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Called the "main thread" on iOS/Android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 Thread (Native)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Calculates layouts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Processes flexbox and positioning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Measures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Runs the Yoga layout engine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Asynchronous to UI thread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Bridge Explained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Communication channel between JS and 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Serializes data to JSON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Asynchronous messaging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Batched 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bottleneck for performance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How the Bridge 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JS Thread: "I want a blue button with text 'Submit'"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↓ (Serializes to JSON)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Bridge: { "type": "button", "title": "Submit", "color": "blue" 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↓ (Deserializes)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Native Thread: Creates UIButton with text "Submit" and blue background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JSI (JavaScript Interface)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Modern React Native 0.70+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Direct communication between JS and 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 serialization overhead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Synchronous 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2-3x faster than bridge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How Components Become Native UI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Component → Virtual DOM → Diff → Bridge → Native UI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&lt;View&gt; → JS Object → JSON → Bridge → UIView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&lt;Text&gt; → JS Object → JSON → Bridge → UILabel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Full Architecture Diagram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REACT NATIVE ARCHITECTURE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            JavaScript Thread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┌───────────────────────────────────────────────────┐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React Components │  Business Logic │  API Calls │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└───────────────────────────────────────────────────┘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│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┌─────┴─────┐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│  Bridge   │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│  (JSI)    │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└─────┬─────┘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│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┌───────────────────────────┼───────────────────────────────┐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                    ▼              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┌──────────────────────────────────────────────────────┐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            Native Threads                         │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┌────────────────────────────────────────────────┐ │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│  UI Thread (Rendering, Gestures)               │ │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├────────────────────────────────────────────────┤ │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│  Shadow Thread (Layout, Yoga)                 │ │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└────────────────────────────────────────────────┘ │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└──────────────────────────────────────────────────────┘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└───────────────────────────────────────────────────────────┘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Why This Architecture Matters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Understanding threads = better performance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Bridge optimization = smoother 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Layout calculations = faster scrolling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JSI = modern React 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0.5: The React Native Mindset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Think in Components, Not Pages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Every screen is composed of reusable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Components should be small, focused, and testable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"Atomic design" methodology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 reusability across screens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Design systems and component libraries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Think Native-First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Design for mobile gestures, not web clicks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Consider touch targets (44x44pt minimum)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Think about navigation patterns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Respect platform conventions (iOS vs Android)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native components when possible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3. Think Performance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Every render costs something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Every bridge call costs something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Every layout recalculation costs something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Optimize early, optimize often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Profile before optimizing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4. Think Offline-First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Your app should work without internet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Sync should be seamless and automatic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Users should never see "No internet" errors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Local-first architecture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Optimistic UI updates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5. Think Accessibility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All users should be able to use your 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Screen reader support is non-negotiable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Color contrast, touch targets, focus order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WCAG 2.1 AA compliance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VoiceOver and TalkBack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60 FPS Target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60 frames per second = 16.67ms per frame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 is your budget for ALL 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Frame drops = jank = poor 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Native animations = 60 FPS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JS animations = risk of jank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0.6: Course Roadmap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Part 1 - Foundations &amp; Environment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Weeks 1-4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Setup &amp; Project Creation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Core Components &amp; Styling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Flexbox Layout Mastery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 &amp; Screen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Part 2 - State Management &amp; Persistence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Weeks 5-7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Local State &amp; Component Lifecycle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Global State Management with Zustand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 Persistence &amp; Offline-First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Part 3 - Device Capabilities &amp; Native Features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Weeks 8-10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Device APIs (Camera, Location, Notifications)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Gestures &amp; Animations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Forms &amp;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Part 4 - Testing, Performance &amp; Deployment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Weeks 11-13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Testing Strategies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CI/CD &amp; App Store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PART 1: FOUNDATIONS &amp; ENVIRONMENT ARCHITECTURE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1: Environment Setup &amp; Project Creation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1.1: Development Environment Overview (8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Understanding Expo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Development platform built on React 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Created by Expo (expo.dev)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Managed workflow for beginners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Built-in APIs for common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Over-the-air updates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 Pros and Cons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Pros | Cons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No native dev tools needed | Limited to Expo-supported APIs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Instant app preview with Expo Go | App size is slightly larger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Built-in APIs for common features | Some native libraries require ejecting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Over-the-air updates | Limited to Expo SDK version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Easier builds with EAS | Not ideal for complex native integrations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Bare React Native CLI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Direct React Native development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 abstraction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Full control over native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Can use any native library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More like real-world production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Bare React Native Pros and Cons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Pros | Cons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Full control over native code | Must manually open Xcode/Android Studio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Can use any native library | More complex setup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Smaller app size possible | Need to manage native dependencies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More like real-world production | Build process is more complex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Better for large teams | Longer initial setup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When to Use Expo vs Bare CLI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Expo: Getting started, MVPs, learning, simple apps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Bare CLI: Production, complex apps, custom native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Expo: Small teams, rapid prototyping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Bare CLI: Enterprise, custom native 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 SDK Versioning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 SDK 49: Latest (React Native 0.72)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 SDK 48: Previous (React Native 0.71)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 SDK 47: Older (React Native 0.70)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 Go supports most SDK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Build for production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 vs Bare CLI - Decision Matrix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Factor | Expo | Bare CLI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Experience Level | Beginner | Advanced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Project Complexity | Simple | Complex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Native Modules | Limited | Full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App Size | Larger | Smaller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Setup Time | 5 minutes | 1-2 hours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Learning Curve | Low | Steep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Summary: Choose Expo If...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You're new to React 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You want to build an MVP quickly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You don't need custom native 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You want easier builds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You're building a simple 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1.2: Setup Process (Platform-Specific) (10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Prerequisites Checklist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Node.js 18+ installed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npm or yarn package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Git for version control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Code editor (VSCode recommended)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Platform-specific tools (Xcode/Android Studio)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Expo CLI installed (optional)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Node.js Installation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Platform | Method | Command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macOS | Homebrew | `brew install node`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Windows | Installer | Download from nodejs.org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Linux (Ubuntu) | Package Manager | `sudo apt install nodejs`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Linux (Other) | Package Manager | Use distribution package manager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Package Managers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npm: Node Package Manager (comes with Node.js)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yarn: Facebook's alternative package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pnpm: Fast, disk-efficient package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Choosing the right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macOS: Xcode Setup (iOS Development)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Install Xcode from App Store (~12GB)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Install Command Line Tools: `xcode-select --install`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3. Accept License: `sudo xcodebuild -license accept`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4. Configure Simulators: Xcode → Preferences → Platforms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5. Install iOS Simulator (latest version)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macOS: Xcode Troubleshooting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Issue | Solution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Xcode won't install | Free up disk space (12GB needed)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Command Line Tools fail | Try: `xcode-select --reset`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License agreement prompt | Accept via: `sudo xcodebuild -license`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Simulator not showing | Check Xcode → Preferences → Platforms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Android Studio Setup (All Platforms)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Download Android Studio from developer.android.com/studio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Install with recommended options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3. Choose components: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Android SDK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Android SDK Platform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Android Virtual Device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Android Emulator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Performance (Intel HAXM or Apple Hypervisor)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Android Environment Variables (macOS/Linux)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Add to ~/.zshrc or ~/.bashprofile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ANDROIDHOME=$HOME/Library/Android/sdk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PATH=$PATH:$ANDROIDHOME/emulator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PATH=$PATH:$ANDROIDHOME/platform-tools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PATH=$PATH:$ANDROIDHOME/tools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PATH=$PATH:$ANDROIDHOME/tools/bin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Then reload: `source ~/.zshrc`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Android Environment Variables (Windows)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Open System Properties → Advanced → Environment Variables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Create `ANDROIDHOME`: `C:\Users\YourUser\AppData\Local\Android\Sdk`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3. Add to Path: `%ANDROIDHOME%\emulator`, `%ANDROIDHOME%\platform-tools`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Install Android SDK Platforms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sdkmanager "platforms;android-33"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sdkmanager "build-tools;33.0.0"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 Android Virtual Device (AVD)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Create new AVD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List available devices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avdmanager list device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Start emulator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emulator -avd Pixel5API33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1.3: Creating Your First Project (7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 Expo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Basic creation with template selection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npx create-expo-app TaskFlow --template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Select "blank (TypeScript)" from the menu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Project created successfully!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Project Structure Deep Dive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TaskFlow/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└── ...             # Various Expo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Understanding package.json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Dependencies: Runtime dependencies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DevDependencies: Development dependencies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Scripts: npm/yarn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Version: App version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Main: Entry 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Expo: Expo-specific configuration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Running on iOS Simulator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Start development server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start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Press 'i' in terminal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run 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 start --ios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Wait for simulator to launch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Fast Refresh will update on changes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Running on Android Emulator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Ensure emulator is running first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emulator -avd Pixel5API33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Start development server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start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Press 'a' in terminal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run android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 start --android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Running on Physical Device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Install Expo Go app on device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iOS: App Store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Android: Google Play Store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Scan QR code from terminal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3. App loads on device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4. Changes reflect instantly (Fast Refresh)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Troubleshooting Common Issues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Issue | Solution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"Command not found: expo" | `npm install -g expo-cli`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iOS simulator won't start | Open Xcode → Preferences → Components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Android emulator won't start | `emulator -list-avds` to check available devices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Port 8081 already in use | `killall node` or `expo start --port 8082`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SDK version mismatch | `expo doctor` to fix compatibility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Metro bundler stuck | `expo start --clear`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1.4: Metro Bundler &amp; Dev Tools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What is Metro?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Native's JavaScript bundler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Similar to webpack but optimized for mobile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Handles dependency resolution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Transforms code (Babel, TypeScript)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Bundles into single 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Supports Fast Refresh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Metro Features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Fast Refresh (Hot Module Replacement)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Dependency resolution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 maps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Bundle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Dev server with logging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Cache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Fast Refresh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Instantly updates app on save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Preserves component 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Visual indicator (green/red) shows 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Supports functional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Modern React Native default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DevTools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Components Tab: View component hierarchy, props, 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Profiler Tab: Measure render performance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 Tab: Native component inspection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Installation: Chrome extension or standalone 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 DevTools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QR code for physical device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Device selection (iOS/Android)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monitoring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Debugging options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Reload/Restart buttons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Log viewer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1.5: Hands-On Lab: "Hello, TaskFlow!"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 a new Expo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Understand the project structure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Modify App.tsx to create a welcome screen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 on simulators and physical devices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Explore the development workflow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Step-by-Step Instructions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Create project: `npx create-expo-app TaskFlow --template`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Select "blank (TypeScript)"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3. Navigate to project: `cd TaskFlow`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4. Start dev server: `npm start`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5. Open in simulator: `i` or `a`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6. Modify App.tsx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7. See changes live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Code Modification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Add welcome screen with styling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See App.tsx in workbook for complete 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Testing Your Changes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Save file → Auto-reload (Fast Refresh)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Verify changes appear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on different simulators/devices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Explore DevTools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Development Workflow Exploration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Make changes and see them update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Experience Fast Refresh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Open DevTools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Explore the Expo DevTools interface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2: Core Components &amp; Styling Fundamentals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2.1: The Component Hierarchy (8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Component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&lt;App&gt;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View - Universal Container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Purpose: Container component (like div)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Props: style, accessible, accessibilityLabel, onLayout, testID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Most commonly used component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Serves as wrapper for other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Supports Flexbox layout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View Usage Examples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Basic container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style={styles.container}&gt;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&lt;Text&gt;Hello&lt;/Text&gt;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With accessibility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accessible={true} accessibilityLabel="Main content"&gt;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{children}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With event handler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onLayout={handleLayout}&gt;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{content}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 - Displaying Content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Purpose: Display text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Props: numberOfLines, ellipsizeMode, selectable, onPress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Only component for text rendering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Supports nested text with styling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Auto-wraps by default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 Usage Examples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Basic 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style={styles.title}&gt;Hello World&lt;/Text&gt;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Truncated 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numberOfLines={1} ellipsizeMode="tail"&gt;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 is a very long text that will be truncated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Nested text with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 is &lt;Text style={styles.bold}&gt;bold&lt;/Text&gt;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SafeAreaView - Handling Notches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Purpose: Handle safe area insets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Content with safe area insets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iOS: Handles notches, status bar, home indicator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Android: Handles status bar, system bars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Always use at top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SafeAreaView Usage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SafeAreaView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App()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&lt;SafeAreaView style={styles.container}&gt;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{/ Content with safe area insets /}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&lt;/SafeAreaView&gt;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ScrollView - Scrollable Content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Purpose: Scrollable content container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Props: contentContainerStyle, refreshControl, horizontal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Renders all children at once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Good for small lists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Not for large lists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2.2: StyleSheet System (7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StyleSheet.create Pattern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StyleSheet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styles = StyleSheet.create({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container: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flex: 1,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backgroundColor: '#fff',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alignItems: 'center',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justifyContent: 'center',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fontSize: 16,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color: '#333',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fontWeight: 'bold',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Benefits of StyleSheet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Type checking in TypeScript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Code organization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Autocomplete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Validation of style properties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Consistent styling patterns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Inline Styling vs StyleSheet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Inline | StyleSheet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`&lt;Text style={{color: 'red'}}&gt;` | `style={styles.text}`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✅ Quick for simple styles | ✅ Better performance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❌ Hard to reuse | ✅ Reusable across components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❌ Poor performance | ✅ Optimized by React Native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❌ No type checking | ✅ Type checking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Platform-Specific Styling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Platform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styles = StyleSheet.create({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container: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paddingTop: Platform.OS === 'ios' ? 44 : 24,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...Platform.select({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ios: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shadowColor: '#000',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shadowOffset: { width: 0, height: 2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shadowOpacity: 0.1,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shadowRadius: 4,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android: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elevation: 4,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fontSize: Platform.OS === 'ios' ? 16 : 18,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 Inheritance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❌ Bad: No inheritance in React 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Styling doesn't cascade to children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Each component needs its own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Composition patterns for reuse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Common Style Properties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Property | Values | Example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backgroundColor | Color | `#fff`, `red`, `rgba(0,0,0,0.5)`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padding | Number/string | `16`, `10%`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margin | Number/string | `8`, `auto`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borderRadius | Number | `8`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borderWidth | Number | `1`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borderColor | Color | `#ddd`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shadowColor | Color | `#000`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shadowOpacity | Number | `0.1`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shadowRadius | Number | `4`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elevation | Number (Android) | `4`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 Composition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Combining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style={[styles.base, styles.active, { marginTop: 10 }]}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Conditional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style={[styles.base, isActive &amp;&amp; styles.active]}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Style arrays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buttonStyle = [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styles.button,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variant === 'primary' &amp;&amp; styles.primary,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variant === 'secondary' &amp;&amp; styles.secondary,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Image Component - Remote Images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resizeMode="cover"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onError={() =&gt; console.log('Error loading')}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resizeMode Options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Option | Effect | When to Use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contain | Scales to fit, may have whitespace | Icons, logos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stretch | Stretches to fill, may distort | Backgrounds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Icons with Expo Vector Icons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npx expo install @expo/vector-icons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MaterialIcons } from '@expo/vector-icons';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&lt;MaterialIcons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name="home"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size={24}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color="#3498db"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onPress={() =&gt; {}}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Popular Icon Sets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Icon Set | Prefix | Example | Use Case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MaterialIcons | None | `&lt;MaterialIcons name="home" /&gt;` | General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Ionicons | `ios-`/`md-` | `&lt;Ionicons name="ios-home" /&gt;` | iOS/Android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FontAwesome | None | `&lt;FontAwesome name="home" /&gt;` | Social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Feather | None | `&lt;Feather name="home" /&gt;` | Minimal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Octicons | None | `&lt;Octicons name="home" /&gt;` | GitHub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Icon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Consistent sizing: `const ICONSIZE = 24`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Color from theme: `const iconColor = isDark ? '#fff' : '#333'`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Touchable wrapper for 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Accessibility labels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with static imports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2.4: User Input Components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TextInput - Form Input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style={styles.input}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value={text}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onChangeText={setText}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placeholder="Enter text..."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placeholderTextColor="#999"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secureTextEntry={true}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keyboardType="email-address"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autoCapitalize="none"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autoCorrect={false}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returnKeyType="done"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onSubmitEditing={handleSubmit}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TextInput Props Reference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Prop | Purpose | Example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value | Current value | `value={text}`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onChangeText | Text changes | `onChangeText={setText}`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placeholder | Placeholder text | `placeholder="Enter..."`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secureTextEntry | Password input | `secureTextEntry={true}`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keyboardType | Keyboard type | `keyboardType="email-address"`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autoCapitalize | Auto capitalization | `autoCapitalize="none"`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autoCorrect | Auto correction | `autoCorrect={false}`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returnKeyType | Keyboard return key | `returnKeyType="done"`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onSubmitEditing | Submit action | `onSubmitEditing={handleSubmit}`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multiline | Multi-line input | `multiline={true}`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TouchableOpacity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&lt;TouchableOpacity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style={styles.button}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onPress={handlePress}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activeOpacity={0.7}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disabled={isLoading}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style={styles.buttonText}&gt;Press Me&lt;/Text&gt;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&lt;/TouchableOpacity&gt;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Pressable (Newer Alternative)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&lt;Pressable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style={({ pressed }) =&gt; [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styles.button,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pressed &amp;&amp; styles.buttonPressed,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]}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onPress={handlePress}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disabled={isLoading}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{({ pressed }) =&gt;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style={styles.buttonText}&gt;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{pressed ? 'Pressed!' : 'Press Me'}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&lt;/Pressable&gt;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Switch - Toggle Control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&lt;Switch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trackColor={{ false: '#767577', true: '#3498db' 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thumbColor={isEnabled ? '#f5dd4b' : '#f4f3f4'}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onValueChange={setIsEnabled}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value={isEnabled}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disabled={false}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Event Handling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Event handlers with parameters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handleTextChange = (text: string)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setText(text);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With event object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handlePress = (event: GestureResponderEvent)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console.log('Press location:', event.nativeEvent.locationX);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Debounced input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handleSearch = debounce((text: string)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searchTasks(text);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300);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2.5: Hands-On Lab: TaskForm Component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 a reusable TaskForm component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all input types (text, date, priority selector)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form state locally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 for both iOS and Android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 Structure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src/components/TaskForm.tsx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React, { useState } from 'react';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View, Text, TextInput, TouchableOpacity,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Switch, StyleSheet, Platform,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from 'react-native';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Component definition with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Form fields: title, description, priority, reminder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Submit handler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Styling for both platforms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 Concepts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useState for form 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Controlled inputs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Platform-specific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Conditional styling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 validation (basic)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Testing Your Component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Render in App.tsx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all inputs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submit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Verify styles on both platforms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3: Layout &amp; Flexbox Mastery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3.1: Flexbox Mental Model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Yoga Layout Engine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Native's layout engine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Based on CSS Flexbox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Cross-platform consistent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Optimized for mobile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Supports flexbox, absolute positioning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Flexbox Axes Diagram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flexDirection: 'row'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┌───────┐  ┌───────┐  ┌───────┐  ┌───────┐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│  │       │  │       │  │       │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└───────┘  └───────┘  └───────┘  └───────┘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←───────────────── Main Axis ─────────────────────────→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flexDirection: 'column'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┌───────┐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│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└───────┘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┌───────┐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│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└───────┘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┌───────┐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│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└───────┘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↓ Main Axis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 Differences from Web CSS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Aspect | Web CSS | React Native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Default flexDirection | row | column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Auto-sizing | Content-based | Content-based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Percentage widths | Relative to container | Same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Flex basis | auto | 0 by default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Box model | Content-box | Border-box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flexDirection: row vs column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Row layout (horizontal)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flexDirection: 'row' }}&gt;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flex: 1 }}&gt;Left&lt;/View&gt;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flex: 1 }}&gt;Right&lt;/View&gt;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Column layout (vertical, default)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flexDirection: 'column' }}&gt;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flex: 1 }}&gt;Top&lt;/View&gt;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flex: 1 }}&gt;Bottom&lt;/View&gt;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Main Axis vs Cross Axis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Main Axis: Direction of flex items (flexDirection)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Cross Axis: Perpendicular to main axis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justifyContent: Aligns along MAIN axis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alignItems: Aligns along CROSS axis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3.2: Flexbox Properties Deep Dive (8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flex: Grow, Shrink, Basis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Combined property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flex: 1;    // grow, shrink, basis: auto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flex: 2;    // twice as much 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flex: 0;    // don't grow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Individual properties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flexGrow: 1;      // Allow to grow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flexShrink: 1;    // Allow to shrink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flexBasis: 100;   // Initial size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 Values Explained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flex: 0 → Don't grow, don't shrink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flex: 1 → Grow and shrink evenly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flex: 2 → Grow twice as much as flex: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flexGrow: 1 → Grow to fill 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flexShrink: 1 → Shrink if needed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justifyContent Values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Value | Effect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flex-start | Items at start (default)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flex-end | Items at end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center | Items centered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space-between | Even space between items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space-around | Even space around items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space-evenly | Even space between and around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justifyContent Examples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Center items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justifyContent: 'center'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Space between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justifyContent: 'space-between'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[1]────[2]────[3]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Space around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justifyContent: 'space-around'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[1]──[2]──[3]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Space evenly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justifyContent: 'space-evenly'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[1]──[2]──[3]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alignItems Values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Value | Effect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stretch | Stretch to container height (default)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flex-start | Items at start of cross axis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flex-end | Items at end of cross axis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center | Items centered on cross axis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flexWrap: Multi-line Layouts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flexDirection: 'row',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flexWrap: 'wrap'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width: '30%' }}&gt;Item 1&lt;/View&gt;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width: '30%' }}&gt;Item 2&lt;/View&gt;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width: '30%' }}&gt;Item 3&lt;/View&gt;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alignSelf: Individual Alignment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alignSelf: 'flex-start' }}&gt;Left&lt;/View&gt;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alignSelf: 'center' }}&gt;Center&lt;/View&gt;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alignSelf: 'flex-end' }}&gt;Right&lt;/View&gt;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Common Layout Patterns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Pattern | Code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Centering | `flex: 1, justifyContent: 'center', alignItems: 'center'`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Two columns | `flexDirection: 'row', left: { flex: 1 }, right: { flex: 1 }`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Full screen | `flex: 1, width: '100%', height: '100%'`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Card | `borderRadius: 12, padding: 16, backgroundColor: '#fff', shadowColor: '#000', elevation: 3`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3.3: Responsive Design Strategies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Dimensions API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Dimensions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width: SCREENWIDTH, height: SCREENHEIGHT } = Dimensions.get('window');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Scaling utilities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scale = SCREENWIDTH / 375; // Based on iPhone 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responsiveSize = (size: number) =&gt; size  scale;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Percentage-Based Sizing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Full width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width: '100%'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Half width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width: '50%'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Full height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height: '100%'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Dynamic sizing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width: SCREENWIDTH  0.8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height: SCREENHEIGHT  0.6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Platform-Specific Design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Platform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Using Platform.select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styles = StyleSheet.create({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container: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paddingTop: Platform.select({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ios: 44,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android: 24,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fontSize: Platform.select({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ios: 16,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android: 18,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default: 16,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Conditional rendering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isIOS = Platform.OS === 'ios';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isAndroid = Platform.OS === 'android';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Tablet vs Phone Detection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isTablet =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width, height } = Dimensions.get('window');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Math.min(width, height) &gt;= 768;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(isTablet())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Tablet layout (2 columns, larger fonts)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else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Phone layout (1 column, standard fonts)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useWindowDimensions Hook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useWindowDimensions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ResponsiveComponent()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width, height } = useWindowDimensions();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Reacts to window size changes (orientation)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width: width &gt; 600 ? '50%' : '100%',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{/ Content /}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Responsive Font Sizes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getResponsiveFontSize = (size: number)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width } = Dimensions.get('window');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scale = Math.min(width / 375, 1.5);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Math.round(size  scale);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fontSize: getResponsiveFontSize(16)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3.4: The Flexbox Cheat Sheet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Complete Flexbox Reference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FLEXBOX CHEAT SHEET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flexDirection: 'row'                  flexDirection: 'column'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┌─────────────────────────────┐      ┌─────────────────────┐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[1] [2] [3] [4] [5]        │      │  [1]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└─────────────────────────────┘      │  [2]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│  [3]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│  [4]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│  [5]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└─────────────────────┘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justifyContent: 'center'             justifyContent: 'space-between'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┌─────────────────────────────┐      ┌─────────────────────────────┐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  [1] [2] [3]        │      │ [1]          [2]          [3]│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└─────────────────────────────┘      └─────────────────────────────┘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Common Layout Mistakes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Mistake | Solution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Item not showing | Set flex: 1 or explicit height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Items overflowing | Add flexWrap: 'wrap'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Not centered | Check justifyContent/alignItems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Item too large | Add flexShrink: 1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Fixed sizes | Use percentages or flex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Debugging Flexbox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 DevTools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Flipper Layout Inspector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Visible borders: `borderWidth: 1, borderColor: 'red'`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Background colors for debugging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`flex: 1` for debugging containers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Flexbox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`flex: 1` for full-screen containers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Avoid fixed sizes when possible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percentage for responsive width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`margin: 'auto'` for centering (limited)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on multiple screen sizes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3.5: Hands-On Lab: Responsive Task List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Build a responsive task list with Flexbox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card layout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Adapt to different screen sizes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Platform-specific styling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 Structure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TaskCard.tsx - Individual card with Flexbox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ResponsiveTaskList.tsx - Grid/List switching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Screen adapters for phone/tablet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 Concepts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Flexbox for card layout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`numColumns` for responsive grid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Platform-specific styling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Dynamic sizing with Dimensions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Testing Responsive Behavior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 on iPhone SE (375pt)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 on iPhone 14 Pro (430pt)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 on iPad (1024pt)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Verify layout adapts correctly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4: Navigation &amp; Screen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4.1: React Navigation Architecture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Why Navigation Matters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Apps are screen-based, not page-based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 flow is hierarchical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 is primary UX pattern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Deep linking enables external access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Good navigation = good 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Four Navigator Types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Stack: Drill-down navigation (Home → Detail → Edit)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Tab: Primary sections (Home, Tasks, Profile)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Drawer: Secondary features (Settings, Help)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Switch: Authentication flow (Login ↔ Main)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Installation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Core navigation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install @react-navigation/native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install react-native-screens react-native-safe-area-context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Stack navigation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install @react-navigation/stack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install react-native-gesture-handler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Tab navigation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install @react-navigation/bottom-tabs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Drawer navigation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install @react-navigation/drawer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142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 Container 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NavigationContainer } from '@react-navigation/native';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App()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&lt;NavigationContainer&gt;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{/ Navigators go here /}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&lt;/NavigationContainer&gt;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 Hierarchy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NavigationContainer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Login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└── Register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Home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└── Detail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└── TaskDetail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4.2: Stack Navigator (7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Stack Navigator 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Initial State: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Home Screen (Stack Top)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Navigate to Detail: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Detail Screen (Stack Top)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├─────────────────────────────────────────────────────────┤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Home Screen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Navigate to Edit: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Edit Screen (Stack Top)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├─────────────────────────────────────────────────────────┤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Detail Screen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├─────────────────────────────────────────────────────────┤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Home Screen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Stack Navigator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createNativeStackNavigator } from '@react-navigation/native-stack';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type RootStackParamList =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Home: undefined;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Detail: { id: string; title: string 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Settings: undefined;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Stack = createNativeStackNavigator&lt;RootStackParamList&gt;();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App()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&lt;NavigationContainer&gt;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&lt;Stack.Navigator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screenOptions={{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headerStyle: { backgroundColor: '#3498db'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headerTintColor: '#ffffff',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headerTitleStyle: { fontWeight: 'bold'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headerBackTitle: 'Back',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&lt;Stack.Screen name="Home" component={HomeScreen}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&lt;Stack.Screen name="Detail" component={DetailScreen}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&lt;Stack.Screen name="Settings" component={SettingsScreen}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&lt;/Stack.Navigator&gt;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&lt;/NavigationContainer&gt;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 Functions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useNavigation } from '@react-navigation/native';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MyComponent()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navigation = useNavigation();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Navigate to a screen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navigation.navigate('Detail', { id: '123', title: 'Task'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Push a new screen (always creates new instance)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navigation.push('Detail', { id: '456'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Go back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navigation.goBack();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Replace current screen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navigation.replace('Home');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Pop to top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navigation.popToTop();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Reset navigation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navigation.reset({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index: 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routes: [{ name: 'Home' }],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navigate vs push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Function | Behavior | When to Use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navigate | Goes to existing screen or creates new | Normal navigation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push | Always creates new screen instance | Duplicate screens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goBack | Returns to previous screen | User wants to go back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replace | Replaces current screen | Login → Main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148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Passing Parameters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Navigate with params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navigation.navigate('Detail', { id: '123', title: 'Task'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Type-safe params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type RootStackParamList =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Detail: { id: string; title: string 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Getting params in screen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route = useRoute&lt;RouteProp&lt;RootStackParamList, 'Detail'&gt;&gt;();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id, title } = route.params;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149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 Headers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&lt;Stack.Screen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name="Detail"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component={DetailScreen}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options={{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title: 'Task Details',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headerRight: () =&gt;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&lt;TouchableOpacity onPress={handleEdit}&gt;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style={{ color: '#fff' }}&gt;Edit&lt;/Text&gt;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&lt;/TouchableOpacity&gt;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Screen Options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Static options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&lt;Stack.Screen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name="Home"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component={HomeScreen}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options={{ title: 'Home' 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Dynamic options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&lt;Stack.Screen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name="Detail"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component={DetailScreen}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options={({ route })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title: route.params.title,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Navigation options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navigation.setOptions({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title: 'New Title',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headerRight: () =&gt; &lt;Button title="Save" /&gt;,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4.3: Tab Navigator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 Navigation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Bottom tabs for primary sections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Easy switching between screens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Persistent navigation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Badge indicators for notifications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 icon and label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 Navigator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createBottomTabNavigator } from '@react-navigation/bottom-tabs';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MaterialIcons } from '@expo/vector-icons';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type TabParamList =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Home: undefined;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Tasks: undefined;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Profile: undefined;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Tab = createBottomTabNavigator&lt;TabParamList&gt;();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MainTabs()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&lt;Tab.Navigator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screenOptions={({ route })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tabBarIcon: ({ focused, color, size })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let iconName: keyof typeof MaterialIcons.glyphMap;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switch (route.name)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case 'Home': iconName = focused ? 'home' : 'home-outlined'; break;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case 'Tasks': iconName = focused ? 'assignment' : 'assignment-outlined'; break;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case 'Profile': iconName = focused ? 'person' : 'person-outline'; break;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default: iconName = 'help';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&lt;MaterialIcons name={iconName} size={size} color={color} /&gt;;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tabBarActiveTintColor: '#3498db',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tabBarInactiveTintColor: '#95a5a6',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tabBarStyle: { paddingBottom: 8, paddingTop: 8, height: 64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headerShown: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&lt;Tab.Screen name="Home" component={HomeScreen}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&lt;Tab.Screen name="Tasks" component={TasksScreen}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&lt;Tab.Screen name="Profile" component={ProfileScreen}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&lt;/Tab.Navigator&gt;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 Badge Indicators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&lt;Tab.Screen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name="Tasks"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component={TasksScreen}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options={{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tabBarBadge: 3, // Static badge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OR dynamic badge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tabBarBadge: unreadCount &gt; 0 ? unreadCount : undefined,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 Tab Bar Styling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&lt;Tab.Navigator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screenOptions={{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tabBarStyle: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position: 'absolute',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bottom: 20,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left: 20,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right: 20,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borderRadius: 20,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height: 70,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shadowColor: '#000',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shadowOffset: { width: 0, height: 10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shadowOpacity: 0.1,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shadowRadius: 10,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elevation: 10,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backgroundColor: '#ffffff',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tabBarShowLabel: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{/ Tabs /}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&lt;/Tab.Navigator&gt;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Floating Action Button in Tabs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&lt;Tab.Screen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name="Add"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component={DummyScreen}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options={{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tabBarButton: (props) =&gt;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&lt;TouchableOpacity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top: -20,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width: 60,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height: 60,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borderRadius: 30,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backgroundColor: '#3498db',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alignItems: 'center',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justifyContent: 'center',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shadowColor: '#3498db',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shadowOffset: { width: 0, height: 4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shadowOpacity: 0.3,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shadowRadius: 8,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elevation: 8,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onPress={() =&gt; console.log('Add pressed')}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style={{ fontSize: 30, color: '#fff' }}&gt;+&lt;/Text&gt;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&lt;/TouchableOpacity&gt;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Tab Navigator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 tabs maximum (more = poor UX)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Clear icons and labels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Active state distinction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Badge for notifications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Customizable styling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4.4: Drawer Navigator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 Navigation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Side menu for secondary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Swipe to open/close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 drawer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 profile integration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Settings, help, logout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 Navigator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createDrawerNavigator } from '@react-navigation/drawer';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Drawer = createDrawerNavigator();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App()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&lt;NavigationContainer&gt;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&lt;Drawer.Navigator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screenOptions={{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drawerStyle: { width: 280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drawerActiveTintColor: '#3498db',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drawerInactiveTintColor: '#2c3e50',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drawerLabelStyle: { fontSize: 16, fontWeight: '500'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headerShown: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drawerContent={(props) =&gt; &lt;CustomDrawerContent {...props} /&gt;}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&lt;Drawer.Screen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name="Home"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component={MainTabs}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options={{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drawerLabel: 'Home',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drawerIcon: ({ color }) =&gt;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&lt;MaterialIcons name="home" size={24} color={color}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&lt;Drawer.Screen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name="Settings"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component={SettingsScreen}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options={{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drawerLabel: 'Settings',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drawerIcon: ({ color }) =&gt;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&lt;MaterialIcons name="settings" size={24} color={color}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&lt;/Drawer.Navigator&gt;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&lt;/NavigationContainer&gt;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 Drawer Content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CustomDrawerContent({ navigation })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user, logout } = useAuthStore();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flex: 1, paddingTop: 40 }}&gt;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style={styles.userProfile}&gt;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style={styles.userName}&gt;{user?.name || 'Guest'}&lt;/Text&gt;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style={styles.userEmail}&gt;{user?.email}&lt;/Text&gt;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style={styles.menuItems}&gt;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&lt;DrawerItem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icon={({ color }) =&gt; &lt;MaterialIcons name="home" size={24} color={color} /&gt;}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label="Home"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onPress={() =&gt; navigation.navigate('Home')}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&lt;DrawerItem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icon={({ color }) =&gt; &lt;MaterialIcons name="settings" size={24} color={color} /&gt;}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label="Settings"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onPress={() =&gt; navigation.navigate('Settings')}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&lt;DrawerItem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icon={({ color }) =&gt; &lt;MaterialIcons name="logout" size={24} color={color} /&gt;}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label="Logout"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onPress={logout}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style={styles.footer}&gt;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style={styles.version}&gt;Version 1.0.0&lt;/Text&gt;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160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 Navigation Functions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Open drawer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navigation.openDrawer();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Close drawer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navigation.closeDrawer();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Toggle drawer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navigation.toggleDrawer();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161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Drawer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Keep menu items limited (5-8)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Include user profile at 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Group related items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icons for visual recognition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Consistent with platform conventions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4.5: Advanced Navigation Patterns (7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162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Deep Linking 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app.json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"expo":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"scheme": "taskflow"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Linking configuration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linking =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prefixes: ['taskflow://', 'https://taskflow.app'],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config: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screens: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Home: 'home',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Detail: 'tasks/:id',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Settings: 'settings',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App()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&lt;NavigationContainer linking={linking}&gt;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{/ Navigators /}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&lt;/NavigationContainer&gt;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163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Deep Linking URL Formats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App scheme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taskflow://tasks/123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taskflow://settings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Web URL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https://taskflow.app/tasks/123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https://taskflow.app/settings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Query parameters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https://taskflow.app/tasks/123?mode=edit&amp;source=notification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164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 State Persistence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AsyncStorage from '@react-native-async-storage/async-storage';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NAVIGATIONSTATEKEY = '@navigation-state';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 function saveNavigationState(state)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AsyncStorage.setItem(NAVIGATIONSTATEKEY, JSON.stringify(state));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console.error('Error saving navigation state:', error);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 function loadNavigationState()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state = await AsyncStorage.getItem(NAVIGATIONSTATEKEY);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state ? JSON.parse(state) : undefined;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console.error('Error loading navigation state:', error);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undefined;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App()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[initialState, setInitialState] = useState();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loadNavigationState().then(setInitialState);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&lt;NavigationContainer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initialState={initialState}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onStateChange={saveNavigationState}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{/ Navigators /}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&lt;/NavigationContainer&gt;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165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Authentication Flow Guards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AuthGuard.tsx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AuthGuard({ children })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isAuthenticated, isLoading } = useAuthStore();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navigation = useNavigation();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(!isLoading &amp;&amp; !isAuthenticated)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navigation.navigate('Login');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[isAuthenticated, isLoading]);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(isLoading)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&lt;LoadingScreen /&gt;;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isAuthenticated ? &lt;&gt;{children}&lt;/&gt; :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&lt;AuthGuard&gt;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&lt;MainNavigator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&lt;/AuthGuard&gt;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166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 Service for External Calls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NavigationService.ts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NavigationContainerRef } from '@react-navigation/native';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class NavigationService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private navigatorRef: NavigationContainerRef | null =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setTopLevelNavigator = (ref: NavigationContainerRef | null)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this.navigatorRef = ref;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navigate = (routeName: string, params?: any)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(this.navigatorRef?.isReady())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this.navigatorRef.navigate(routeName, params);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goBack =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(this.navigatorRef?.canGoBack())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this.navigatorRef.goBack();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const navigationService = new NavigationService();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167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Handling Android Back Button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BackHandler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backHandler = BackHandler.addEventListener('hardwareBackPress',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(navigation.canGoBack())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navigation.goBack();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true;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false;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() =&gt; backHandler.remove();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[navigation]);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168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Keep navigation tree shallow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TypeScript for type safety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deep linking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Persist navigation 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navigation guards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navigation flows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4.6: Hands-On Lab: Complete TaskFlow Navigation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169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Stack for task detail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Tab for main sections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Drawer for settings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Authentication navigation 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Add deep linking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170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Step-by-Step Instructions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Create AuthStack with Login, Register, ForgotPassword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Create MainTabs with Home, Tasks, Profile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3. Create MainStack with MainTabs and Detail screens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4. Create DrawerNavigator with settings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5. Create RootNavigator with authentication 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6. Implement deep linking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171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 Flow Diagram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NAVIGATION FLOW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Not Authenticated: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┌─────────────┐    ┌─────────────┐    ┌─────────────────┐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Login     │───▶│  Register   │───▶│  ForgotPassword │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└─────────────┘    └─────────────┘    └─────────────────┘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Authenticated: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             MainTabs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┌────────────┐  ┌────────────┐  ┌──────────────────┐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Home      │  │  Tasks     │  │  Profile         │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└────────────┘  └────────────┘  └──────────────────┘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│              │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▼              ▼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┌────────────┐  ┌────────────┐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Detail    │  │  TaskDetail│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└────────────┘  └────────────┘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│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▼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             Drawer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┌────────────┐  ┌────────────┐  ┌──────────────────┐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Settings  │  │   Help     │  │  Logout          │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└────────────┘  └────────────┘  └──────────────────┘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172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Testing Navigation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all navigation flows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Verify deep linking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authentication 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back button behavior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PART 2: STATE MANAGEMENT &amp; LOCAL PERSISTENCE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5: Local State &amp; Component Lifecycle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5.1: The Three Types of State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173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Local State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Lives in a single component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useState, useReducer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Example: "Is this modal open?"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Example: "What's the current text input value?"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Duration: Component lifecycle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Scope: Single component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174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Global State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Lives across the entire 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Zustand, Redux, Context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Example: "Who is the current user?"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Example: "What tasks exist?"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Duration: App lifecycle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Scope: Entire 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175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Persisted State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Lives between app sessions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AsyncStorage, MMKV, SQLite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Example: "User preferences"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Example: "Tasks created offline"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Duration: Device storage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Scope: Long-term storage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176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Choosing the Right State Type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Scenario | Best Practice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Form input | useState (local)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Theme preference | Zustand + persist (global + persisted)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Current user | Zustand + persist (global + persisted)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Modal visibility | useState or Zustand (local/global)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Task list | Zustand + persist (global + persisted)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API response | useState (local)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177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State Flow in TaskFlow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STATE FLOW IN TASKFLOW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1. User interacts with UI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Tap "Create Task" button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│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▼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2. Local state updates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formData changes, validation runs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│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▼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3. Action dispatched to global store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useTaskStore.getState().addTask(newTask)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│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▼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4. Optimistic update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Task appears in list immediately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│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▼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5. Persist locally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Task saved to SQLite for offline access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│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▼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6. Sync to server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Task sent to API in background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178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State Anti-Patterns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❌ Using global state for everything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❌ Not persisting important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❌ Mutating state directly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❌ Overusing useState in complex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❌ Not cleaning up effects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5.2: useState Deep Dive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179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useState Basics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useState } from 'react';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Simple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[count, setCount] = useState(0);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Update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setCount(count + 1);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setCount(prev =&gt; prev + 1); // Functional update (safer)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Initial value from prop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[value, setValue] = useState(props.initialValue);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Lazy initialization (expensive computation)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[data, setData] = useState(() =&gt; expensiveComputation());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180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State with Objects and Arrays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Object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[user, setUser] = useState({ name: '', age: 0 });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Updating object (immutable)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setUser(prev =&gt; ({ ...prev, name: 'John' 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Array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[items, setItems] = useState&lt;string[]&gt;([]);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Adding to array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setItems(prev =&gt; [...prev, 'new item']);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Removing from array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setItems(prev =&gt; prev.filter(item =&gt; item !== 'remove'));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Updating array item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setItems(prev =&gt; prev.map(item =&gt;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item.id === targetId ? { ...item, updated: true } : item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181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 State Updates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❌ Bad: Multiple state updates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handleSubmit =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setLoading(true);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setError(null);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setData(null);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fetchData().then(data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setLoading(false);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setData(data);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✅ Good: Single state object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[state, setState] = useState({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loading: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handleSubmit =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setState({ loading: true, error: null, data: null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fetchData().then(data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setState({ loading: false, error: null, data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182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State Updates are Asynchronous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❌ Bad: Expecting immediate update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setCount(count + 1);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console.log(count); // Still old value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✅ Good: Using functional update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setCount(prev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console.log('New count:', prev + 1);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prev + 1;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183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Common useState Pitfalls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Pitfall | Solution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Stale closures | Use functional updates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Setting after unmount | Use isMounted flag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Mutating state | Use immutable updates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Too many useState calls | Group into object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Unnecessary state | Use computed values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184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When to Use useReducer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initialState = { count: 0 };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reducer(state, action)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switch (action.type)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case 'increment':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{ count: state.count + 1 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case 'decrement':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{ count: state.count - 1 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default: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state;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[state, dispatch] = useReducer(reducer, initialState);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dispatch({ type: 'increment'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5.3: useEffect Fundamentals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185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Effect Lifecycle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useEffect LIFECYCLE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1. Mount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Component renders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useEffect runs after render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Optional: cleanup function returned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│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▼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2. Update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Component re-renders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Dependencies changed?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├─ Yes: Run effect (cleanup first)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└─ No: Skip effect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│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▼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3. Unmount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Component unmounts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│  Run cleanup function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186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Dependency Arrays Explained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Runs once on mount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fetchData();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Runs whenever count changes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console.log('Count changed:', count);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[count]);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Runs on every render (avoid!)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console.log('Rendered');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Runs on mount and when multiple deps change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fetchUserData(userId);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[userId, isAuthenticated]);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187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Cleanup Functions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Timer cleanup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interval = setInterval(()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setTime(Date.now());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1000);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() =&gt; clearInterval(interval);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Subscription cleanup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subscription = eventEmitter.addListener('event', handler);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() =&gt; subscription.remove();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Abort controller cleanup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controller = new AbortController();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fetch(url, { signal: controller.signal 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.then(res =&gt; res.json())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.then(setData)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.catch(err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(err.name !== 'AbortError')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setError(err);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() =&gt; controller.abort();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188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Common Effect Patterns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Fetching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fetchData = async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setLoading(true);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result = await api.getData();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setData(result);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setError(error);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finally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setLoading(false);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fetchData();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Debounced search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timeoutId = setTimeout(()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handleSearch(searchTerm);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300);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() =&gt; clearTimeout(timeoutId);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[searchTerm]);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Event listeners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handleResize =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setDimensions({ width: window.innerWidth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window.addEventListener('resize', handleResize);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() =&gt; window.removeEventListener('resize', handleResize);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189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 Dependencies Rules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Include all values used inside the effect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Don't include setState functions (stable)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3. Don't include dispatch functions (stable)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4. Include props and 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5. Include context values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6. Include refs (use useRef for mutable values)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190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Extract complex logic into custom hooks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Clean up all subscriptions and listeners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`useCallback` for event handlers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`useMemo` for computed values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Keep effects focused and simple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5.4: useMemo &amp; useCallback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191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useMemo - Memoizing Values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❌ Bad: Recomputes on every render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expensiveValue = expensiveComputation(data);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✅ Good: Only recomputes when data changes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expensiveValue = useMemo(()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expensiveComputation(data);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[data]);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With dependencies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filteredTasks = useMemo(()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tasks.filter(task =&gt;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task.title.toLowerCase().includes(searchTerm.toLowerCase())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[tasks, searchTerm]);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192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Complex Computation with useMemo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statistics = useMemo(()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total = tasks.length;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completed = tasks.filter(t =&gt; t.status === 'done').length;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highPriority = tasks.filter(t =&gt; t.priority === 'high').length;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total,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completed,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highPriority,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completionRate: total &gt; 0 ? completed / total : 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[tasks]);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193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useCallback - Memoizing Functions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❌ Bad: New function on every render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handlePress =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doSomething(id);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✅ Good: Same function if dependencies unchanged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handlePress = useCallback(()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doSomething(id);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[id]);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With dependencies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handleSearch = useCallback((query: string)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setSearchTerm(query);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setFilteredItems(filterItems(items, query));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[items]);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194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When to Use Each Hook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Hook | Use Case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useMemo | Expensive calculations, derived data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useCallback | Functions passed to child components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React.memo | Components with expensive renders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useRef | Mutable values that don't cause re-renders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195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Common Pitfalls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Pitfall 1: Unnecessary memoization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value = useMemo(() =&gt; 42, []); // ✅ Unnecessary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Pitfall 2: Missing dependencies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handlePress = useCallback(()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setCount(count + 1); // ❌ count is stale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 // ✅ Fix: add count to deps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Pitfall 3: Creating new objects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handlePress = useCallback(()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doSomething({ data: 'value' }); // ❌ New object each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 // ✅ Fix: memoize the object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options = useMemo(() =&gt; ({ data: 'value' }), []);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5.5: Custom Hooks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196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 Hooks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Extract reusable logic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Share stateful logic across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Build abstractions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Clean up component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hooks independently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197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useDebounce - Input Delay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useDebounce&lt;T&gt;(value: T, delay: number = 500): T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[debouncedValue, setDebouncedValue] = useState&lt;T&gt;(value);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timer = setTimeout(()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setDebouncedValue(value);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delay);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() =&gt; clearTimeout(timer);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[value, delay]);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debouncedValue;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[searchTerm, setSearchTerm] = useState('');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debouncedSearch = useDebounce(searchTerm, 300);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(debouncedSearch)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searchTasks(debouncedSearch);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[debouncedSearch]);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198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useApi - API Call Management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useApi&lt;T, P = void&gt;(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apiFunction: (params: P) =&gt; Promise&lt;T&gt;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[data, setData] = useState&lt;T | null&gt;(null);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[loading, setLoading] = useState(false);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[error, setError] = useState&lt;Error | null&gt;(null);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execute = useCallback(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 (params: P)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setLoading(true);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setError(null);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result = await apiFunction(params);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setData(result);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result;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err = error instanceof Error ? error : new Error('Unknown error');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setError(err);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throw err;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finally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setLoading(false);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[apiFunction]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{ data, loading, error, execute 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data, loading, error, execute } = useApi(api.getTasks);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execute();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199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useKeyboard - Keyboard Handling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useKeyboard()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[keyboardVisible, setKeyboardVisible] = useState(false);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[keyboardHeight, setKeyboardHeight] = useState(0);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showListener = Keyboard.addListener(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Platform.OS === 'ios' ? 'keyboardWillShow' : 'keyboardDidShow',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(e: KeyboardEvent)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setKeyboardVisible(true);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setKeyboardHeight(e.endCoordinates.height);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hideListener = Keyboard.addListener(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Platform.OS === 'ios' ? 'keyboardWillHide' : 'keyboardDidHide',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setKeyboardVisible(false);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setKeyboardHeight(0);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showListener.remove();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hideListener.remove();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{ keyboardVisible, keyboardHeight 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useAsyncStorage - Storage Management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useAsyncStorage&lt;T&gt;(key: string, initialValue: T)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[value, setValue] = useState&lt;T&gt;(initialValue);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[loading, setLoading] = useState(true);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load = async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stored = await AsyncStorage.getItem(key);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(stored !== null)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setValue(JSON.parse(stored));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console.error('Error loading:', error);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finally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setLoading(false);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load();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[key]);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setStoredValue = async (newValue: T)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AsyncStorage.setItem(key, JSON.stringify(newValue));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setValue(newValue);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console.error('Error saving:', error);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{ value, setValue: setStoredValue, loading 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6: Global State Management with Zustand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6.1: Why Zustand Over Redux?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Comparison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Feature | Zustand | Redux | Context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Boilerplate | Minimal | Heavy | Moderate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Learning Curve | Low | Steep | Low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Performance | Excellent | Good | Good (with memo)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DevTools | Yes | Excellent | Limited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Middleware | Yes | Extensive | Limited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TypeScript | Excellent | Good | Good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Bundle Size | ~3KB | ~15KB | ~2KB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Provider Required | No | Yes | Yes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Redux Example (40+ lines)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Redux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initialState = { count: 0 };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reducer = (state = initialState, action)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switch (action.type)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case 'INCREMENT':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{ count: state.count + 1 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default: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state;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store = createStore(reducer);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Provider = ({ children }) =&gt; 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&lt;ReduxProvider store={store}&gt;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{children}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&lt;/ReduxProvider&gt;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mapState = (state) =&gt; ({ count: state.count });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mapDispatch = { increment: () =&gt; ({ type: 'INCREMENT' }) };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default connect(mapState, mapDispatch)(Component);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Zustand Example (5 lines)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Zustand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useStore = create((set)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count: 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increment: () =&gt; set((state) =&gt; ({ count: state.count + 1 })),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count, increment } = useStore();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Benefits of Zustand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Minimal boilerplate - 80% less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No providers - Just import and 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Excellent TypeScript - Full type inference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Small bundle size - ~3KB minified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Simple API - Easy to learn and 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✅ Flexible - Works with any state shape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When to Use Zustand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New projects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Simple to complex state needs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TypeScript projects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Performance-critical apps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When you want minimal boilerplate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6.2: Creating Zustand Stores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206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Core Store Pattern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create } from 'zustand';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Define interface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interface CounterState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count: number;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increment: ()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decrement: ()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reset: ()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incrementBy: (value: number)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Create store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useCounterStore = create&lt;CounterState&gt;((set, get)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Initial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count: 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Actions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increment: () =&gt; set((state) =&gt; ({ count: state.count + 1 })),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decrement: () =&gt; set((state) =&gt; ({ count: state.count - 1 })),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reset: () =&gt; set({ count: 0 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incrementBy: (value: number) =&gt;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set((state) =&gt; ({ count: state.count + value })),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Usage in Component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Counter()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count, increment, decrement } = useCounterStore();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&lt;Text&gt;{count}&lt;/Text&gt;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&lt;Button title="+" onPress={increment}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&lt;Button title="-" onPress={decrement}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Store with Persistence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persist, createJSONStorage } from 'zustand/middleware';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AsyncStorage from '@react-native-async-storage/async-storage';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useAuthStore = create&lt;AuthState&gt;()(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persist(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(set)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token: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isAuthenticated: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login: async (email, password)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user, token } = await api.login(email, password);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user, token, isAuthenticated: true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logout: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user: null, token: null, isAuthenticated: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name: 'auth-storage',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storage: createJSONStorage(() =&gt; AsyncStorage),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partialize: (state)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user: state.user,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token: state.token,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isAuthenticated: state.isAuthenticated,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 Actions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useTaskStore = create&lt;TaskState&gt;((set, get)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tasks: [],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fetchTasks: async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isLoading: true, error: null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tasks = await api.getTasks();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tasks, isLoading: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error instanceof Error ? error.message : 'Failed to fetch tasks',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false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addTask: async (taskData)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newTask = await api.createTask(taskData);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set((state) =&gt; ({ tasks: [newTask, ...state.tasks] 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error: error.message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throw error;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 and set Functions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useStore = create((set, get)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count: 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Using set to update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increment: () =&gt; set((state) =&gt; ({ count: state.count + 1 })),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Using get to read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getCount: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state = get();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state.count;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Using both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doubleAndLog: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state = get();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newCount = state.count  2;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count: newCount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console.log('New count:', newCount);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Type-Safe Store Creation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interface TodoState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todos: string[];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addTodo: (todo: string)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removeTodo: (index: number)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Full type safety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useTodoStore = create&lt;TodoState&gt;()((set)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todos: [],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addTodo: (todo) =&gt; set((state) =&gt; ({ todos: [...state.todos, todo] })),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removeTodo: (index) =&gt; set((state)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todos: state.todos.filter((, i) =&gt; i !== index)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Usage with type safety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todos = useTodoStore((state) =&gt; state.todos);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addTodo = useTodoStore((state) =&gt; state.addTodo);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6.3: Store Patterns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Auth Store Pattern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interface AuthState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user: User |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token: string |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isAuthenticated: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string |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login: (email: string, password: string)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register: (name: string, email: string, password: string)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logout: ()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checkAuth: ()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clearError: ()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useAuthStore = create&lt;AuthState&gt;()(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persist(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(set, get)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token: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isAuthenticated: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login: async (email, password)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isLoading: true, error: null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user, token } = await api.login(email, password);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user, token, isAuthenticated: true, isLoading: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error: error.message, isLoading: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throw error;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logout: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user: null, token: null, isAuthenticated: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checkAuth: async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token } = get();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(!token)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isAuthenticated: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user = await api.validateToken(token);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user, isAuthenticated: true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user: null, token: null, isAuthenticated: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name: 'auth-storage',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storage: createJSONStorage(() =&gt; AsyncStorage),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 Store Pattern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interface TaskState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tasks: Task[];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selectedTask: Task |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filters: TaskFilters;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string |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fetchTasks: ()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createTask: (data: CreateTaskData)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updateTask: (id: string, data: UpdateTaskData)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deleteTask: (id: string)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selectTask: (task: Task | null)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setFilters: (filters: Partial&lt;TaskFilters&gt;)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getFilteredTasks: () =&gt; Task[];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useTaskStore = create&lt;TaskState&gt;((set, get)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tasks: [],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selectedTask: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filters: { search: '', status: undefined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fetchTasks: async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isLoading: true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tasks = await api.getTasks();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tasks, isLoading: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error: error.message, isLoading: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getFilteredTasks: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tasks, filters } = get();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let filtered = [...tasks];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(filters.search)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search = filters.search.toLowerCase();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filtered = filtered.filter(t =&gt;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t.title.toLowerCase().includes(search)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(filters.status)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filtered = filtered.filter(t =&gt; t.status === filters.status);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filtered;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UI Store Pattern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interface UIState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theme: 'light' | 'dark' | 'system';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modal: { visible: boolean; type: string; data: any 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toasts: Toast[];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isOnline: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setTheme: (theme: 'light' | 'dark' | 'system')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showModal: (type: string, data?: any)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hideModal: ()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showToast: (message: string, type: 'success' | 'error' | 'info')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hideToast: (id: string)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setLoading: (loading: boolean)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setOnlineStatus: (online: boolean)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useUIStore = create&lt;UIState&gt;((set)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theme: 'system',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modal: { visible: false, type: '', data: null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toasts: [],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isOnline: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showToast: (message, type)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id = `toast-${Date.now()}`;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set((state)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toasts: [...state.toasts, { id, message, type }]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setTimeout(()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set((state)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toasts: state.toasts.filter(t =&gt; t.id !== id)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3000);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Settings Store Pattern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interface SettingsState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notifications: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soundEnabled: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vibrationEnabled: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defaultView: 'list' | 'grid';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sorting: 'dueDate' | 'priority' | 'createdAt';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fontSize: 'small' | 'medium' | 'large';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updateSettings: (settings: Partial&lt;SettingsState&gt;)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resetSettings: ()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useSettingsStore = create&lt;SettingsState&gt;()(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persist(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(set)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notifications: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soundEnabled: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vibrationEnabled: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defaultView: 'list',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sorting: 'dueDate',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fontSize: 'medium',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updateSettings: (settings)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set((state) =&gt; ({ ...state, ...settings 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resetSettings: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notifications: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soundEnabled: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vibrationEnabled: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defaultView: 'list',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sorting: 'dueDate',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fontSize: 'medium',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name: 'settings-storage',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storage: createJSONStorage(() =&gt; AsyncStorage),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6.4: Store Best Practices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Keep Stores Focused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❌ Bad - One giant store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useAppStore = create((set)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tasks: [],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settings: {},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notifications: [],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... everything else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✅ Good - Separate stores by domain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useAuthStore = create((set) =&gt; ({ user: null, token: null }));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useTaskStore = create((set) =&gt; ({ tasks: [] }));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useSettingsStore = create((set) =&gt; ({ settings: {} }));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useNotificationStore = create((set) =&gt; ({ notifications: [] }));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Selectors for Performance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❌ Bad - Re-renders on any state change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user, tasks, settings } = useAppStore();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✅ Good - Only re-renders when selected state changes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user = useAuthStore(state =&gt; state.user);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tasks = useTaskStore(state =&gt; state.tasks);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settings = useSettingsStore(state =&gt; state.settings);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Derived selectors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completedTasks = useTaskStore(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state =&gt; state.tasks.filter(t =&gt; t.status === 'done')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taskCount = useTaskStore(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state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total: state.tasks.length,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completed: state.tasks.filter(t =&gt; t.status === 'done').length,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Prefer Multiple Small Actions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❌ Bad - One large action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updateEverything: (updates)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set((state)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user: updates.user || state.user,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tasks: updates.tasks || state.tasks,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settings: updates.settings || state.settings,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✅ Good - Specific, focused actions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updateUser: (user) =&gt; set({ user 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updateTasks: (tasks) =&gt; set({ tasks 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updateSettings: (settings) =&gt; set({ settings 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Errors Gracefully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useStore = create((set)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fetchData: async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isLoading: true, error: null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data = await api.fetchData();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data, isLoading: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error instanceof Error ? error.message : 'Unknown error',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false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Reset State on Logout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useRootStore = create((set)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resetAll: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useAuthStore.setState({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token: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isAuthenticated: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useTaskStore.setState({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tasks: [],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selectedTask: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useUIStore.setState({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modal: { visible: false, type: '', data: null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toasts: [],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6.5: Hands-On Lab: TaskFlow Stores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 authStore with login/logout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 taskStore with CRUD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 uiStore for modals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Integrate stores in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persistence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Auth Store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src/stores/authStore.ts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create } from 'zustand';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persist, createJSONStorage } from 'zustand/middleware';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AsyncStorage from '@react-native-async-storage/async-storage';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interface AuthState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user: User |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token: string |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isAuthenticated: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string |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login: (email: string, password: string)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register: (name: string, email: string, password: string)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logout: ()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checkAuth: ()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const useAuthStore = create&lt;AuthState&gt;()(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persist(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(set)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token: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isAuthenticated: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login: async (email, password)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isLoading: true, error: null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Mock API call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response = await mockLogin(email, password);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user: response.user,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token: response.token,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isAuthenticated: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error: error.message, isLoading: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logout: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user: null, token: null, isAuthenticated: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checkAuth: async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token } = useAuthStore.getState();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(token)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isAuthenticated: true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else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isAuthenticated: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name: 'auth-storage',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storage: createJSONStorage(() =&gt; AsyncStorage),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 Store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src/stores/taskStore.ts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create } from 'zustand';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persist, createJSONStorage } from 'zustand/middleware';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AsyncStorage from '@react-native-async-storage/async-storage';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interface TaskState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tasks: Task[];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selectedTask: Task |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filters: TaskFilters;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string |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fetchTasks: ()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createTask: (data: CreateTaskData) =&gt; Promise&lt;Task&gt;;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updateTask: (id: string, data: UpdateTaskData) =&gt; Promise&lt;Task&gt;;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deleteTask: (id: string)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selectTask: (task: Task | null)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setFilters: (filters: Partial&lt;TaskFilters&gt;)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getFilteredTasks: () =&gt; Task[];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const useTaskStore = create&lt;TaskState&gt;()(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persist(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(set, get)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tasks: [],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selectedTask: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filters: { search: '', status: undefined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fetchTasks: async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isLoading: true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tasks = await api.getTasks();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tasks, isLoading: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error: error.message, isLoading: false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createTask: async (data)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 = await api.createTask(data);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set((state) =&gt; ({ tasks: [task, ...state.tasks] 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task;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set({ error: error.message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throw error;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getFilteredTasks: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tasks, filters } = get();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let filtered = [...tasks];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(filters.search)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search = filters.search.toLowerCase();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filtered = filtered.filter(t =&gt;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t.title.toLowerCase().includes(search)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(filters.status)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filtered = filtered.filter(t =&gt; t.status === filters.status);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filtered;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name: 'task-storage',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storage: createJSONStorage(() =&gt; AsyncStorage),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UI Store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src/stores/uiStore.ts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create } from 'zustand';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persist, createJSONStorage } from 'zustand/middleware';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AsyncStorage from '@react-native-async-storage/async-storage';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interface UIState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theme: 'light' | 'dark' | 'system';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modal: { visible: boolean; type: string; data: any 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toasts: Toast[];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isOnline: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setTheme: (theme: 'light' | 'dark' | 'system')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showModal: (type: string, data?: any)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hideModal: ()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showToast: (message: string, type: 'success' | 'error' | 'info')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hideToast: (id: string)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setLoading: (loading: boolean)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setOnlineStatus: (online: boolean) =&gt; void;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const useUIStore = create&lt;UIState&gt;((set)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theme: 'system',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modal: { visible: false, type: '', data: null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toasts: [],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isLoading: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isOnline: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showToast: (message, type)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id = `toast-${Date.now()}`;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set((state)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toasts: [...state.toasts, { id, message, type }]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setTimeout(()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set((state)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toasts: state.toasts.filter(t =&gt; t.id !== id)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3000);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7: Data Persistence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7.1: Persistence Options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 Solutions Comparison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Storage | Type | Speed | Size | Use Case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AsyncStorage | Key-Value | Slow | ~6MB | Settings, simple data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MMKV | Key-Value | Very Fast | ~2GB | Caching, performance-critical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SQLite | Relational | Moderate | ~2GB | Complex data, queries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SecureStore | Encrypted | Slow | ~2GB | Tokens, sensitive data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Installation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AsyncStorage (built-in with Expo)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npx expo install @react-native-async-storage/async-storage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MMKV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npx expo install react-native-mmkv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SQLite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npx expo install expo-sqlite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SecureStore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npx expo install expo-secure-store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Choosing the Right Storage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Data Type | Recommended Storage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App settings | AsyncStorage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Auth tokens | SecureStore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Large dataset cache | MMKV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Complex relational data | SQLite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Offline task data | SQLite + MMKV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 Decision Matrix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Factor | AsyncStorage | MMKV | SQLite | SecureStore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Ease of Use | Very Easy | Easy | Moderate | Easy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Performance | Moderate | Excellent | Good | Moderate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Query Support | None | None | Full SQL | None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Encryption | None | Optional | None | Built-in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Size Limit | ~6MB | ~2GB | ~2GB | ~2GB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Persistence 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PERSISTENCE ARCHITECTURE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             Application Layer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┌───────────────────────────────────────────────────┐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Zustand Stores │  Components  │  Services       │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└───────────────────────────────────────────────────┘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│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▼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             Storage Layer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┌────────────┐  ┌────────────┐  ┌──────────────────┐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AsyncStorage│  │   MMKV     │  │     SQLite       │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(Settings)│  │  (Cache)   │  │   (Data)         │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└────────────┘  └────────────┘  └──────────────────┘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│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▼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             Device Storage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┌───────────────────────────────────────────────────┐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File System │  Keychain │  Shared Preferences    │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└───────────────────────────────────────────────────┘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7.2: AsyncStorage Implementation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Basic Operations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AsyncStorage from '@react-native-async-storage/async-storage';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Save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AsyncStorage.setItem('@key', JSON.stringify(value));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Load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value = await AsyncStorage.getItem('@key');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parsed = value ? JSON.parse(value) : null;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Remove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AsyncStorage.removeItem('@key');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Clear allawait AsyncStorage.clear();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Advanced Operations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Multiple items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AsyncStorage.multiSet([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['@key1', 'value1'],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['@key2', 'value2'],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results = await AsyncStorage.multiGet(['@key1', '@key2']);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Get all keys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keys = await AsyncStorage.getAllKeys();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Remove multiple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AsyncStorage.multiRemove(['@key1', '@key2']);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Merge objects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AsyncStorage.mergeItem('@user', JSON.stringify({ name: 'John' 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Utility Service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class StorageService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static async setItem&lt;T&gt;(key: string, value: T): Promise&lt;void&gt;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AsyncStorage.setItem(key, JSON.stringify(value));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console.error('Error saving:', error);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throw new Error(`Failed to save ${key}`);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static async getItem&lt;T&gt;(key: string): Promise&lt;T | null&gt;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value = await AsyncStorage.getItem(key);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value ? JSON.parse(value) :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console.error('Error loading:', error);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static async removeItem(key: string): Promise&lt;void&gt;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AsyncStorage.removeItem(key);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console.error('Error removing:', error);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 Handling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AsyncStorage.setItem('@key', JSON.stringify(value));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(error instanceof QuotaExceededError)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console.error('Storage quota exceeded!');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else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console.error('Storage error:', error);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7.3: MMKV for Performance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MMKV } from 'react-native-mmkv';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Create storage instance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storage = new MMKV({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id: 'app-storage',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encryptionKey: process.env.ENCRYPTIONKEY, // Optional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Create multiple instances for different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cacheStorage = new MMKV({ id: 'cache-storage' });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userStorage = new MMKV({ id: 'user-storage' });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Basic Operations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Set values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storage.set('string', 'value');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storage.set('number', 42);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storage.set('boolean', true);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storage.set('object', JSON.stringify({ foo: 'bar' 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Get values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stringValue = storage.getString('string');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numberValue = storage.getNumber('number');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booleanValue = storage.getBoolean('boolean');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objectValue = JSON.parse(storage.getString('object') || '{}');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Delete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storage.delete('key');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Clear all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storage.clearAll();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Comparison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MMKV (100x faster)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start = performance.now();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 (let i = 0; i &lt; 1000; i++)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storage.set(`key${i}`, i);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storage.getString(`key${i}`);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console.log('MMKV:', performance.now() - start, 'ms');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AsyncStorage (baseline)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start = performance.now();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 (let i = 0; i &lt; 1000; i++)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AsyncStorage.setItem(`key${i}`, String(i));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AsyncStorage.getItem(`key${i}`);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console.log('AsyncStorage:', performance.now() - start, 'ms');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Typed MMKV Service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class MMKVService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private storage: MMKV;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constructor(id: string)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this.storage = new MMKV({ id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set&lt;T&gt;(key: string, value: T): void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(typeof value === 'string')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this.storage.set(key, value);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else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this.storage.set(key, JSON.stringify(value));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get&lt;T&gt;(key: string): T | null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value = this.storage.getString(key);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(value)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JSON.parse(value) as 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this.storage.getString(key) as unknown as T |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delete(key: string): void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this.storage.delete(key);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clear(): void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this.storage.clearAll();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7.4: SQLite for Complex Data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Setup and Schema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 as SQLite from 'expo-sqlite';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db = SQLite.openDatabaseSync('taskflow.db');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Create tables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db.execAsync(`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 TABLE IF NOT EXISTS users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id TEXT PRIMARY KEY,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 TEXT NOT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email TEXT UNIQUE NOT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createdat TEXT NOT NULL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 TABLE IF NOT EXISTS tasks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id TEXT PRIMARY KEY,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 TEXT NOT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description TEXT,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priority TEXT NOT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status TEXT NOT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duedate TEXT,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assignedto TEXT,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createdat TEXT NOT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updatedat TEXT NOT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FOREIGN KEY (assignedto) REFERENCES users(id)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 INDEX idxtasksstatus ON tasks(status);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 INDEX idxtasksassignedto ON tasks(assignedto);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`);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CRUD Operations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Insert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db.execAsync(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'INSERT INTO tasks (id, title, description, priority, status, createdat, updatedat) VALUES (?, ?, ?, ?, ?, ?, ?)',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[id, title, description, priority, status, createdat, updatedat]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Select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tasks = await db.execAsync('SELECT  FROM tasks ORDER BY createdat DESC');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Select with filter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tasks = await db.execAsync(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'SELECT  FROM tasks WHERE status = ? ORDER BY duedate ASC',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['todo']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Update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db.execAsync(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'UPDATE tasks SET status = ?, updatedat = ? WHERE id = ?',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['done', new Date().toISOString(), id]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Delete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db.execAsync('DELETE FROM tasks WHERE id = ?', [id]);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Complex Queries with Joins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Get tasks with assignee information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tasksWithAssignees = await db.execAsync(`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SELECT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t.,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u.name as assignedtoname,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u.email as assignedtoemail,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COUNT(s.id) as subtaskcount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FROM tasks 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LEFT JOIN users u ON t.assignedto = u.id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LEFT JOIN subtasks s ON t.id = s.taskid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GROUP BY t.id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ORDER BY t.createdat DESC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`);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Get task statistics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stats = await db.execAsync(`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SELECT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COUNT() as total,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SUM(CASE WHEN status = 'todo' THEN 1 ELSE 0 END) as todo,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SUM(CASE WHEN status = 'in-progress' THEN 1 ELSE 0 END) as inprogress,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SUM(CASE WHEN status = 'done' THEN 1 ELSE 0 END) as done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FROM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`);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Migration Handling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class MigrationManager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private db: SQLite.SQLiteDatabase;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private version: number = 1;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 migrate()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currentVersion = await this.getVersion();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(currentVersion &lt; 1)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this.createInitialSchema();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(currentVersion &lt; 2)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this.migrateToV2();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(currentVersion &lt; 3)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this.migrateToV3();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 createInitialSchema()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this.db.execAsync(`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 TABLE IF NOT EXISTS tasks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id TEXT PRIMARY KEY,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 TEXT NOT NULL,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createdat TEXT NOT NULL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`);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this.setVersion(1);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 migrateToV2()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this.db.execAsync(`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ALTER TABLE tasks ADD COLUMN description TEXT;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ALTER TABLE tasks ADD COLUMN priority TEXT DEFAULT 'medium';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`);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this.setVersion(2);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242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SQLite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transactions for multiple 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Index frequently queried columns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prepared statements for 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database version migration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Close connections when not needed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7.5: Offline-First Architecture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Offline-First Principles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Local First: Always read from and write to local storage first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Sync Later: Sync with server when connectivity is available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Optimistic UI: Update UI immediately, rollback on failure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Conflict Resolution: Handle conflicts when data diverges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Sync Engine 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SYNC ENGINE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┌─────────────┐  ┌─────────────┐  ┌──────────────────────┐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Operation  │  │  Conflict   │  │  Retry with Backoff  │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Queue      │──▶  Resolution │──▶  and Exponential     │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(Priority) │  │  (LWW/CRDT) │  │  Delay               │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└─────────────┘  └─────────────┘  └──────────────────────┘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Sync Engine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class SyncEngine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private queue: SyncOperation[] = [];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private isOnline: boolean = true;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private isSyncing: boolean = false;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constructor()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this.setupNetworkListener();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this.loadQueue();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 enqueue(operation: SyncOperation)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this.queue.push(operation);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this.saveQueue();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(this.isOnline)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this.sync();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 sync()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(this.isSyncing || !this.isOnline || this.queue.length === 0)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this.isSyncing = true;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operations = this.queue.filter(op =&gt; op.status === 'pending');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 (const operation of operations)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this.processOperation(operation);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operation.status = 'completed';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operation.status = 'failed';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operation.retries++;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(operation.retries &lt; 5)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setTimeout(()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operation.status = 'pending';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this.sync();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1000  Math.pow(2, operation.retries));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this.isSyncing = false;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this.saveQueue();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Optimistic UI Pattern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addTask = async (taskData: CreateTaskData)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1. Optimistic update - show immediately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tempId = `temp-${Date.now()}`;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optimisticTask = { id: tempId, ...taskData, status: 'todo' };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useTaskStore.getState().addTask(optimisticTask);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2. Try to create on server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try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 = await api.createTask(taskData);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Replace temp task with real 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useTaskStore.getState().updateTask(tempId, task);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catch (error)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3. Rollback on failure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useTaskStore.getState().removeTask(tempId);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showError('Failed to create task');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Conflict Resolution Strategies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Strategy | Description | When to Use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Last Write Wins | Most recent timestamp wins | Simple data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Merge | Combine conflicting values | Complex data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Manual | Let user resolve | High-value data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CRDT | Conflict-free replication | Collaborative apps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248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Offline-First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Always write to local storage first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Queue operations when offline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optimistic UI for responsiveness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conflict resolution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network state changes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Background sync with retry logic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PART 3: DEVICE CAPABILITIES &amp; NATIVE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8: Device APIs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8.1: Camera &amp; Photo Library (8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249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Camera 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npx expo install expo-camera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Camera Permissions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Camera } from 'expo-camera';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requestCameraPermission = async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status } = await Camera.requestCameraPermissionsAsync();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(status !== 'granted')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Alert.alert('Permission Required', 'Camera access is needed.');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false;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true;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Camera Component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Camera } from 'expo-camera';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useState, useRef } from 'react';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CameraScreen()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[hasPermission, setHasPermission] = useState(false);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[type, setType] = useState(Camera.Constants.Type.back);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cameraRef = useRef&lt;Camera&gt;(null);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(async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status } = await Camera.requestCameraPermissionsAsync();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setHasPermission(status === 'granted');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takePicture = async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(cameraRef.current)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photo = await cameraRef.current.takePictureAsync({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quality: 0.8,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base64: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Use photo.uri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(!hasPermission)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&lt;Text&gt;No camera access&lt;/Text&gt;;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&lt;Camera ref={cameraRef} style={{ flex: 1 }} type={type}&gt;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style={styles.buttonContainer}&gt;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&lt;TouchableOpacity onPress={takePicture}&gt;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&lt;Text&gt;Take Photo&lt;/Text&gt;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&lt;/TouchableOpacity&gt;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&lt;/Camera&gt;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253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Image Picker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Request permission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(status !== 'granted')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Alert.alert('Permission Required');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allowsEditing: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aspect: [4, 3],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quality: 0.8,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base64: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(!result.canceled)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asset = result.assets[0];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Use asset.uri, asset.base64,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255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Image Optimization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uri,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resize: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width: 1200,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height: 1200,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compress: 0.7,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result.uri;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256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Camera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Always request permissions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permission denial gracefully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Optimize images before storage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appropriate quality settings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 camera preview overlay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orientation changes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8.2: Geolocation Services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257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Geolocation 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npx expo install expo-location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258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 Current Location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 as Location from 'expo-location';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getLocation = async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status } = await Location.requestForegroundPermissionsAsync();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(status !== 'granted')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Alert.alert('Permission Required');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location = await Location.getCurrentPositionAsync({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accuracy: Location.Accuracy.Balanced,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timeout: 10000,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latitude: location.coords.latitude,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longitude: location.coords.longitude,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altitude: location.coords.altitude,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accuracy: location.coords.accuracy,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259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Reverse Geocoding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getAddress = async (latitude: number, longitude: number)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results = await Location.reverseGeocodeAsync({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latitude,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longitude,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(results.length &gt; 0)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result = results[0];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street: result.street,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city: result.city,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region: result.region,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country: result.country,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postalCode: result.postalCode,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260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Location Tracking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watchLocation =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subscription = await Location.watchPositionAsync(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accuracy: Location.Accuracy.Balanced,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timeInterval: 5000,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distanceInterval: 10,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(location)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Handle location update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console.log('Location update:', location.coords);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subscription;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261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Location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Request permissions explicitly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permission denial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appropriate accuracy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Stop tracking when not needed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 location indicators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Respect user privacy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8.3: Push Notifications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262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Notification 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npx expo install expo-notifications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263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Request Permissions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 as Notifications from 'expo-notifications';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 as Device from 'expo-device';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requestPermissions = async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status } = await Notifications.requestPermissionsAsync();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(status !== 'granted')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Alert.alert('Permission Required');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false;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true;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264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 Push Token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getPushToken = async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(!Device.isDevice)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Alert.alert('Must use physical device');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token = await Notifications.getExpoPushTokenAsync({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projectId: process.env.EXPOPUBLICPROJECTID,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token.data;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265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Send Notification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sendNotification = async (title: string, body: string, data?: any)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Notifications.scheduleNotificationAsync({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content: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body,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data: data || {},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sound: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badge: 1,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trigger: null, // Send immediately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266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Schedule Notification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scheduleNotification = async 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title: string,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body: string,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date: Date,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data?: any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trigger =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Notifications.scheduleNotificationAsync({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content: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body,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data: data || {},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trigger,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267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Notification Taps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Handle notification response (user taps)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subscription = Notifications.addNotificationResponseReceivedListener(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(response)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data = response.notification.request.content.data;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Navigate based on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navigation.navigate('TaskDetail', { id: data.taskId 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() =&gt; subscription.remove();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8.4: Hands-On Lab: Task Attachments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268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Add camera to task creation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Add photo library selection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Store and display images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Optimize images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Location tagging for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269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Camera Service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src/services/cameraService.ts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 as Camera from 'expo-camera';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class CameraService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static async takePhoto(): Promise&lt;string | null&gt;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permission = await Camera.requestCameraPermissionsAsync();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(!permission.granted) return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quality: 0.8,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allowsEditing: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(!result.canceled)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(!permission.granted) return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quality: 0.8,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allowsEditing: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(!result.canceled)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uri,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[{ resize: { width: 800 } }],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 compress: 0.8 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result.uri;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270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Location Service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src/services/locationService.ts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 as Location from 'expo-location';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class LocationService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static async getCurrentLocation()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permission = await Location.requestForegroundPermissionsAsync();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(!permission.granted) return null;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location = await Location.getCurrentPositionAsync({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accuracy: Location.Accuracy.Balanced,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location.coords;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static async getAddress(latitude: number, longitude: number)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results = await Location.reverseGeocodeAsync({ latitude, longitude });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results[0];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271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 Form Integration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src/components/TaskFormWithAttachments.tsx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React, { useState } from 'react';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CameraService } from '../services/cameraService';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LocationService } from '../services/locationService';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function TaskFormWithAttachments()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[location, setLocation] = useState&lt;any&gt;(null);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handleTakePhoto = async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uri = await CameraService.takePhoto();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handleGetLocation = async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coords = await LocationService.getCurrentLocation();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(coords)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address = await LocationService.getAddress(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coords.latitude,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coords.longitude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setLocation(address);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style={styles.container}&gt;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style={styles.buttonRow}&gt;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&lt;TouchableOpacity onPress={handleTakePhoto} style={styles.button}&gt;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&lt;Text&gt;📷 Take Photo&lt;/Text&gt;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&lt;/TouchableOpacity&gt;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&lt;/TouchableOpacity&gt;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&lt;TouchableOpacity onPress={handleGetLocation} style={styles.button}&gt;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&lt;Text&gt;📍 Get Location&lt;/Text&gt;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&lt;/TouchableOpacity&gt;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{location &amp;&amp;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style={styles.location}&gt;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{location.street}, {location.city}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9: Gestures &amp; Animations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9.1: Gesture Handler Overview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272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Installation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npx expo install react-native-gesture-handler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273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 Types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GESTURE TYPES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Tap (Tap)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┌─────────────────────────────────────────────────┐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Single tap, double tap, long press            │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└─────────────────────────────────────────────────┘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Pan      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┌─────────────────────────────────────────────────┐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Dragging, swiping, scrolling                  │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└─────────────────────────────────────────────────┘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Pinch    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┌─────────────────────────────────────────────────┐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Zoom, scale                                    │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└─────────────────────────────────────────────────┘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274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 Handlers vs Touchable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Feature | Touchable | Gesture Handler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Simple presses | ✅ | ✅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Complex gestures | ❌ | ✅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Custom interactions | Limited | Full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Performance | Good | Better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Learning curve | Low | Moderate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275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 Detector Pattern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GestureDetector, Gesture } from 'react-native-gesture-handler';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Animated, { useSharedValue, useAnimatedStyle } from 'react-native-reanimated';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DraggableComponent()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translateX = useSharedValue(0);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translateY = useSharedValue(0);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gesture = Gesture.Pan()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.onUpdate((event)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translateX.value = event.translationX;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translateY.value = event.translationY;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.onEnd(()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translateX.value = withSpring(0);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translateY.value = withSpring(0);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animatedStyle = useAnimatedStyle(()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transform: [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 translateX: translateX.value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 translateY: translateY.value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&lt;GestureDetector gesture={gesture}&gt;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&lt;Animated.View style={[styles.box, animatedStyle]}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&lt;/GestureDetector&gt;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276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 Composition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Simultaneous gestures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combinedGesture = Gesture.Simultaneous(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Gesture.Pan(),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Gesture.Rotation()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Race between gestures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raceGesture = Gesture.Race(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Gesture.Tap(),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Gesture.LongPress()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Exclusive gestures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exclusiveGesture = Gesture.Exclusive(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Gesture.Tap(),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Gesture.Pan()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Sequential gestures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sequentialGesture = Gesture.Sequence(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Gesture.LongPress(),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Gesture.Pan()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277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Gesture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Gesture Detector pattern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gesture conflicts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Provide visual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haptic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on physical devices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Consider accessibility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9.2: Reanimated 2 Basics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278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Installation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npx expo install react-native-reanimated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279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Shared Values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Animated, { useSharedValue, useAnimatedStyle } from 'react-native-reanimated';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AnimatedComponent()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Shared values - cross-thread communication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scale = useSharedValue(1);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rotation = useSharedValue(0);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opacity = useSharedValue(1);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Animated style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animatedStyle = useAnimatedStyle(()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transform: [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 scale: scale.value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 rotate: `${rotation.value}rad`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opacity: opacity.value,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Animate with spring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animateWithSpring =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scale.value = withSpring(1.5,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damping: 15,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stiffness: 150,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rotation.value = withSpring(Math.PI / 4);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opacity.value = withSpring(0.5);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&lt;Animated.View style={[styles.box, animatedStyle]}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280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Animation Functions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With Timing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value = useSharedValue(0);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value.value = withTiming(100,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duration: 500,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easing: Easing.inOut(Easing.ease),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With Spring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value.value = withSpring(100,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damping: 10,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stiffness: 100,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mass: 1,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With Sequence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value.value = withSequence(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withTiming(50, { duration: 200 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withSpring(100),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withTiming(0, { duration: 200 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With Delay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value.value = withDelay(500, withSpring(100));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With Repeat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value.value = withRepeat(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withTiming(100, { duration: 500 }),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true // Reverse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281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Worklets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Worklets run on the UI thread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someWorklet =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'worklet';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This code runs on the UI thread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42;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Using worklets in gestures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gesture = Gesture.Pan()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.onStart(()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'worklet';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Runs on UI thread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scale.value = 1.2;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.onUpdate((event)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'worklet';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Runs on UI thread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translateX.value = event.translationX;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282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Interpolation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animatedStyle = useAnimatedStyle(()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rotate = interpolate(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progress.value,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[0, 1],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[0, 360],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Extrapolate.CLAMP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scale = interpolate(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progress.value,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[0, 0.5, 1],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[0.5, 1, 1.2],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Extrapolate.CLAMP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transform: [{ rotate: `${rotate}deg` }, { scale }],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283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Reanimated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Shared Values for cross-thread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Keep animations on UI thread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worklets for UI-thread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Interpolate values for complex animations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on physical devices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Optimize for 60fps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9.3: Swipe-to-Delete Pattern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284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Complete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React from 'react';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View, Text, StyleSheet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GestureDetector, Gesture } from 'react-native-gesture-handler';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Animated,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useSharedValue,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useAnimatedStyle,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withSpring,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withTiming,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runOnJS,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from 'react-native-reanimated';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 as Haptics from 'expo-haptics';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SwipeableItem({ children, onDelete })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translateX = useSharedValue(0);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THRESHOLD = -80;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gesture = Gesture.Pan()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.onUpdate((event)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translateX.value = Math.min(0, event.translationX);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.onEnd(()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(translateX.value &lt; THRESHOLD)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Delete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translateX.value = withTiming(-300);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Haptics.impactAsync(Haptics.ImpactFeedbackStyle.Medium);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runOnJS(onDelete)();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else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Spring back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translateX.value = withSpring(0);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animatedStyle = useAnimatedStyle(()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transform: [{ translateX: translateX.value }],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style={styles.wrapper}&gt;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style={styles.deleteAction}&gt;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style={styles.deleteText}&gt;Delete&lt;/Text&gt;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&lt;GestureDetector gesture={gesture}&gt;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&lt;Animated.View style={[styles.container, animatedStyle]}&gt;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{children}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&lt;/Animated.View&gt;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&lt;/GestureDetector&gt;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styles = StyleSheet.create({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wrapper: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borderRadius: 12,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overflow: 'hidden',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container: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backgroundColor: '#ffffff',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padding: 16,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borderRadius: 12,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deleteAction: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position: 'absolute',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right: 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top: 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bottom: 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width: 80,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backgroundColor: '#e74c3c',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justifyContent: 'center',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alignItems: 'center',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deleteText: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color: '#ffffff',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fontWeight: 'bold',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285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 Concepts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Pan gesture for horizontal dragging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Threshold to trigger delete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Spring back if threshold not met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Haptic feedback on delete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Animation for smooth 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286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Cases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 list deletion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Email/chat deletion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Shopping cart removal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Photo gallery deletion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Contact removal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287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Swipe-to-Delete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Clear visual indicator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Confirm destructive 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Provide undo option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haptic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Smooth animations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9.4: Drag-to-Reorder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288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React, { useState } from 'react';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View, Text, FlatList, StyleSheet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GestureDetector, Gesture } from 'react-native-gesture-handler';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Animated,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useSharedValue,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useAnimatedStyle,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withSpring,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from 'react-native-reanimated';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DragReorderList({ data: initialData, onReorder })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[data, setData] = useState(initialData);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[draggingIndex, setDraggingIndex] = useState(null);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renderItem = ({ item, index })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translateY = useSharedValue(0);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scale = useSharedValue(1);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gesture = Gesture.Pan()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.onStart(()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setDraggingIndex(index);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scale.value = withSpring(1.05);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.onUpdate((event)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translateY.value = event.translationY;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newIndex = Math.round(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index + event.translationY / 80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(newIndex &gt;= 0 &amp;&amp; newIndex &lt; data.length &amp;&amp; newIndex !== index)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newData = [...data];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[moved] = newData.splice(index, 1);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newData.splice(newIndex, 0, moved);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setData(newData);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onReorder(newData);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setDraggingIndex(newIndex);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.onEnd(()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translateY.value = withSpring(0);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scale.value = withSpring(1);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setDraggingIndex(null);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animatedStyle = useAnimatedStyle(()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transform: [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 translateY: translateY.value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 scale: scale.value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zIndex: draggingIndex === index ? 100 : 1,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&lt;GestureDetector gesture={gesture}&gt;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&lt;Animated.View style={[styles.item, animatedStyle]}&gt;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&lt;Text&gt;{item.title}&lt;/Text&gt;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&lt;/Animated.View&gt;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&lt;/GestureDetector&gt;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&lt;FlatList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data={data}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renderItem={renderItem}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keyExtractor={(item) =&gt; item.id}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289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 Concepts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Pan gesture for vertical dragging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Calculate new position from drag distance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Animate items during drag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Update data on position change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Spring back on release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290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Cases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 priority ordering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Playlist ordering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Shopping list ordering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Image gallery ordering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Contact ordering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291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Drag-to-Reorder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Visual drag indicator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Smooth animations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Haptic feedback on drag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Clear drop target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Accessibility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9.5: Pull-to-Refresh Custom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292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React from 'react';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View, Text, StyleSheet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GestureDetector, Gesture } from 'react-native-gesture-handler';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Animated,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useSharedValue,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useAnimatedStyle,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withSpring,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interpolate,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Extrapolate,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from 'react-native-reanimated';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CustomPullToRefresh({ onRefresh, children })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translateY = useSharedValue(0);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isRefreshing = useSharedValue(false);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THRESHOLD = 80;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MAXPULL = 150;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gesture = Gesture.Pan()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.onUpdate((event)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(!isRefreshing.value &amp;&amp; event.translationY &gt; 0)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translateY.value = Math.min(event.translationY, MAXPULL);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.onEnd(async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(translateY.value &gt; THRESHOLD)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isRefreshing.value = true;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onRefresh();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isRefreshing.value = false;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translateY.value = withSpring(0);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containerStyle = useAnimatedStyle(()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transform: [{ translateY: translateY.value }],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indicatorStyle = useAnimatedStyle(()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progress = Math.min(translateY.value / THRESHOLD, 1);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rotate = interpolate(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progress,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[0, 1],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[0, 360],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Extrapolate.CLAMP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scale = interpolate(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progress,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[0, 0.5, 1],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[0.5, 1, 1.2],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Extrapolate.CLAMP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transform: [{ rotate: `${rotate}deg` }, { scale }],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opacity: progress,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&lt;GestureDetector gesture={gesture}&gt;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&lt;Animated.View style={[styles.container, containerStyle]}&gt;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style={styles.indicatorContainer}&gt;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&lt;Animated.View style={[styles.indicator, indicatorStyle]}&gt;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&lt;Text&gt;⟳&lt;/Text&gt;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&lt;/Animated.View&gt;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style={styles.indicatorText}&gt;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{isRefreshing.value ? 'Refreshing...' : 'Pull to refresh'}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{children}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&lt;/Animated.View&gt;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&lt;/GestureDetector&gt;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293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 Concepts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Pan gesture for downward pull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Threshold to trigger refresh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Progress indicator animation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Spring back on release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Loading 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294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Cases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 list refresh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Feed refresh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 sync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Content reload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Dashboard refresh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295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Pull-to-Refresh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Clear visual indicator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Smooth animations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Loading state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Haptic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Accessibility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9.6: Hands-On Lab: Interactive Task List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296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swipe-to-delete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drag-to-reorder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pull-to-refresh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Add haptic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297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 Structure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src/components/InteractiveTaskList.tsx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React, { useState } from 'react';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View, Text, FlatList, StyleSheet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SwipeableItem } from './SwipeableItem';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DragReorderList } from './DragReorderList';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CustomPullToRefresh } from './CustomPullToRefresh';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function InteractiveTaskList()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[tasks, setTasks] = useState([]);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[refreshing, setRefreshing] = useState(false);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handleDelete = (id)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setTasks(tasks.filter(task =&gt; task.id !== id));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handleReorder = (newTasks)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setTasks(newTasks);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handleRefresh = async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setRefreshing(true);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fetchTasks();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setRefreshing(false);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renderTask = ({ item }) =&gt; 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&lt;SwipeableItem onDelete={() =&gt; handleDelete(item.id)}&gt;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style={styles.taskContainer}&gt;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style={styles.taskTitle}&gt;{item.title}&lt;/Text&gt;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style={styles.taskStatus}&gt;{item.status}&lt;/Text&gt;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&lt;/SwipeableItem&gt;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&lt;CustomPullToRefresh onRefresh={handleRefresh}&gt;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&lt;DragReorderList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data={tasks}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onReorder={handleReorder}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renderItem={renderTask}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&lt;/CustomPullToRefresh&gt;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298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 Concepts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Combined gesture interactions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State management for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Optimistic updates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Smooth animations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Haptic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299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swipe-to-delete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drag-to-reorder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pull-to-refresh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Verify haptic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on both platforms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10: Forms &amp;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10.1: React Hook Form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Installation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install react-hook-form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Basic 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useForm, Controller } from 'react-hook-form';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View, Text, TextInput, TouchableOpacity, StyleSheet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TaskForm()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control,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handleSubmit,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formState: { errors, isSubmitting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= useForm({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defaultValues: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title: '',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description: '',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priority: 'medium',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onSubmit = (data)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console.log('Form data:', data);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style={styles.container}&gt;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&lt;Controller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control={control}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rules={{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required: 'Title is required',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minLength: { value: 3, message: 'Minimum 3 characters'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render={({ field: { onChange, onBlur, value } }) =&gt;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style={styles.input}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placeholder="Task title"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onBlur={onBlur}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onChangeText={onChange}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value={value}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name="title"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{errors.title &amp;&amp; &lt;Text style={styles.error}&gt;{errors.title.message}&lt;/Text&gt;}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&lt;TouchableOpacity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style={[styles.button, isSubmitting &amp;&amp; styles.buttonDisabled]}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onPress={handleSubmit(onSubmit)}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disabled={isSubmitting}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style={styles.buttonText}&gt;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{isSubmitting ? 'Creating...' : 'Create Task'}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&lt;/TouchableOpacity&gt;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Controller vs Register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Feature | Controller | Register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Usage | Controlled components | Uncontrolled components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Performance | Good | Better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Integration | Form libraries | Direct inputs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TypeScript | Excellent | Good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 State Management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control,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handleSubmit,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formState: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isSubmitting,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isSubmitSuccessful,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isSubmitFailed,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touchedFields,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dirtyFields,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watch,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setValue,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reset,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= useForm();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Validation Rules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&lt;Controller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control={control}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rules={{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required: 'Title is required',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minLength: { value: 3, message: 'Minimum 3 characters'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maxLength: { value: 100, message: 'Maximum 100 characters'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pattern: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value: /^[a-zA-Z0-9 ]$/,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message: 'Only letters, numbers, and spaces',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validate: (value)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(value.includes('badword'))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'Invalid text';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true;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render={({ field: { onChange, onBlur, value } }) =&gt;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style={styles.input}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placeholder="Task title"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onBlur={onBlur}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onChangeText={onChange}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value={value}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name="title"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Hook Form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Controller for complex inputs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register for simple inputs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Leverage built-in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form state efficiently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Reset form after submission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Type-safe forms with TypeScript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10.2: Zod Validation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306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Installation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install zod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Define Schema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z } from 'zod';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taskSchema = z.object({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.string()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.min(3, 'Title must be at least 3 characters')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.max(100, 'Title cannot exceed 100 characters'),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description: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.string()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.max(500, 'Description cannot exceed 500 characters')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.optional(),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priority: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.enum(['low', 'medium', 'high'])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.default('medium'),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dueDate: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.string()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.refine((date) =&gt; !isNaN(Date.parse(date)),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message: 'Invalid date format',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.optional(),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category: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.string()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.min(2, 'Category must be at least 2 characters')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.optional(),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type TaskFormData = z.infer&lt;typeof taskSchema&gt;;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Integration with React Hook Form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useForm } from 'react-hook-form';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zodResolver } from '@hookform/resolvers/zod';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TaskForm()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register,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handleSubmit,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formState: { errors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= useForm&lt;TaskFormData&gt;({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resolver: zodResolver(taskSchema),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onSubmit = (data: TaskFormData)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console.log('Validated data:', data);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... render form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 Validations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taskSchema = z.object({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dueDate: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.string()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.refine((date) =&gt; new Date(date) &gt;= new Date(),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message: 'Due date cannot be in the past',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.optional(),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Cross-field validation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category: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.string()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.optional()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.refine((value)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(value &amp;&amp; value.length &lt; 2)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false;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true;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'Category must be at least 2 characters'),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Zod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Define schemas in separate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inferred types for TypeScript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refine for complex validations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Provide clear error messages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schemas with unit tests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10.3: Form Error Handling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 Display Patterns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Individual field errors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{errors.title &amp;&amp;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style={styles.error}&gt;{errors.title.message}&lt;/Text&gt;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Global error display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{formState.isSubmitFailed &amp;&amp;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style={styles.error}&gt;Please fix all errors&lt;/Text&gt;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Custom error messages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{error &amp;&amp;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style={styles.errorContainer}&gt;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style={styles.errorText}&gt;{error}&lt;/Text&gt;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 State Styling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getInputStyle = (field: keyof FormData)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[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styles.input,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errors[field] &amp;&amp; styles.inputError,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touchedFields[field] &amp;&amp; styles.inputTouched,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style={getInputStyle('title')}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...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 Submission States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handleSubmit,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formState: { isSubmitting, isSubmitSuccessful, isSubmitFailed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= useForm();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Show loading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{isSubmitting &amp;&amp; &lt;ActivityIndicator /&gt;}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Show success message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{isSubmitSuccessful &amp;&amp;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style={styles.success}&gt;Task created successfully!&lt;/Text&gt;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Prevent double submission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&lt;Button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title="Submit"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onPress={handleSubmit(onSubmit)}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disabled={isSubmitting}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Complete Error Handling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src/components/ValidatedTaskForm.tsx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React from 'react';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View, Text, TextInput, TouchableOpacity, StyleSheet, ActivityIndicator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useForm, Controller } from 'react-hook-form';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zodResolver } from '@hookform/resolvers/zod';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z } from 'zod';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taskSchema = z.object({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title: z.string().min(3, 'Title is required'),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description: z.string().optional(),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priority: z.enum(['low', 'medium', 'high']),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type TaskFormData = z.infer&lt;typeof taskSchema&gt;;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function ValidatedTaskForm({ onSubmit, isLoading })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control,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handleSubmit,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formState: { errors, isSubmitting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= useForm&lt;TaskFormData&gt;({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resolver: zodResolver(taskSchema),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defaultValues: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priority: 'medium',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style={styles.container}&gt;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&lt;Controller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control={control}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name="title"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render={({ field: { onChange, onBlur, value } }) =&gt;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style={styles.label}&gt;Title 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style={[styles.input, errors.title &amp;&amp; styles.inputError]}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placeholder="Enter task title"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onBlur={onBlur}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onChangeText={onChange}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value={value}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{errors.title &amp;&amp;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style={styles.error}&gt;{errors.title.message}&lt;/Text&gt;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&lt;TouchableOpacity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style={[styles.submitButton, (isSubmitting || isLoading) &amp;&amp; styles.buttonDisabled]}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onPress={handleSubmit(onSubmit)}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disabled={isSubmitting || isLoading}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{isSubmitting || isLoading ?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&lt;ActivityIndicator color="#fff"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 :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 style={styles.submitText}&gt;Create Task&lt;/Text&gt;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&lt;/TouchableOpacity&gt;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 Handling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Display errors near fields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clear error messages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 loading states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Prevent duplicate submissions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Provide success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network errors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10.4: Hands-On Lab: TaskForm Validation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Build complete validated 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Title, description, date, priority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Real-time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Accessibility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Schema Definition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src/schemas/taskSchema.ts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z } from 'zod';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const taskSchema = z.object({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.string()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.min(3, 'Title must be at least 3 characters')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.max(100, 'Title cannot exceed 100 characters'),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description: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.string()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.max(500, 'Description cannot exceed 500 characters')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.optional(),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priority: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.enum(['low', 'medium', 'high'])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.default('medium'),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dueDate: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.string()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.refine((date) =&gt; new Date(date) &gt;= new Date(),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message: 'Due date cannot be in the past',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.optional(),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category: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.string()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.min(2, 'Category must be at least 2 characters')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.max(50, 'Category cannot exceed 50 characters')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.optional(),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hasReminder: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.boolean()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.default(false),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type TaskFormData = z.infer&lt;typeof taskSchema&gt;;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src/components/TaskForm.tsx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React from 'react';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View, Text, TextInput, TouchableOpacity, Switch, StyleSheet, ScrollView, ActivityIndicator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useForm, Controller } from 'react-hook-form';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zodResolver } from '@hookform/resolvers/zod';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taskSchema, TaskFormData } from '../schemas/taskSchema';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DateTimePicker from '@react-native-community/datetimepicker';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Platform } from 'react-native';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interface TaskFormProps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onSubmit: (data: TaskFormData) =&gt; Promise&lt;void&gt;;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initialData?: Partial&lt;TaskFormData&gt;;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isLoading?: boolean;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function TaskForm({ onSubmit, initialData, isLoading }: TaskFormProps)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[showDatePicker, setShowDatePicker] = React.useState(false);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control,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handleSubmit,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formState: { errors, isSubmitting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watch,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setValue,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 = useForm&lt;TaskFormData&gt;({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resolver: zodResolver(taskSchema),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defaultValues: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title: initialData?.title || '',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description: initialData?.description || '',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priority: initialData?.priority || 'medium',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dueDate: initialData?.dueDate || '',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category: initialData?.category || '',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hasReminder: initialData?.hasReminder || false,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dueDate = watch('dueDate');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handleDateChange = (event: any, selectedDate?: Date)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setShowDatePicker(Platform.OS === 'ios');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(selectedDate)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setValue('dueDate', selectedDate.toISOString().split('T')[0]);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&lt;ScrollView style={styles.container}&gt;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{/ Form fields with validation /}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{/ See full implementation in workbook /}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&lt;/ScrollView&gt;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Testing Form Validation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required fields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invalid inputs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valid inputs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error messages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accessibility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PART 4: TESTING, PERFORMANCE &amp;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11: Performance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11.1: Performance Profiling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DevTools Profiler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Wrap components with Profiler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Profiler } from 'react';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App()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onRender = (id, phase, actualDuration)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(actualDuration &gt; 16)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console.warn(`Slow render: ${id} took ${actualDuration}ms`);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&lt;Profiler id="App" onRender={onRender}&gt;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&lt;MainNavigator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&lt;/Profiler&gt;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Monitoring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class PerformanceMonitor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private static instance: PerformanceMonitor;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private frameTimings: number[] = [];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measureFrames()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let lastFrameTime = performance.now();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measure =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now = performance.now();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delta = now - lastFrameTime;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this.frameTimings.push(delta);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(delta &gt; 16.67)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console.warn(`⚠️ Frame drop: ${delta.toFixed(2)}ms`);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lastFrameTime = now;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requestAnimationFrame(measure);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measure();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getAverageFPS(): number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avg = this.frameTimings.reduce((a, b) =&gt; a + b, 0) / this.frameTimings.length;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1000 / avg;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Identifying Bottlenecks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Symptom | Likely Cause | Solution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Janky scrolling | Heavy list rendering | Use FlatList optimizations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Slow navigation | Large bundle | Lazy load screens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UI freezes | Heavy JS | Move to native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Battery drain | Background processes | Clean up subscriptions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16.67ms Frame Budget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60 frames per second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1000ms / 60 = 16.67ms per frame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 is your budget for ALL 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Frame drops = jank = poor 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Profiling Tools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DevTools Profiler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Flipper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Xcode Instruments (iOS)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Android Profiler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 Performance Monitor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Metrics to Track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FPS (target: 60)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Startup time (target: &lt; 2s)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Memory usage (target: &lt; 50MB)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Bundle size (target: &lt; 15MB)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Network latency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Crash rate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11.2: Rendering Optimization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React.memo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✅ Good: Memoized component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ExpensiveComponent = memo(({ data })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{data.map(item =&gt; &lt;Text key={item.id}&gt;{item.title}&lt;/Text&gt;)}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❌ Bad: Always re-renders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ExpensiveComponent = ({ data })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...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useMemo &amp; useCallback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✅ Good: Memoized values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filteredData = useMemo(()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data.filter(item =&gt; item.active);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[data]);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✅ Good: Stable function reference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handlePress = useCallback(()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doSomething(id);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[id]);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 Splitting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❌ Bad: Everything in one component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BigComponent()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&lt;Header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&lt;Content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✅ Good: Split into smaller components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BigComponent()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&lt;MemoizedHeader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&lt;MemoizedContent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&lt;MemoizedFooter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&lt;/View&gt;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Avoiding Inline Objects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❌ Bad: New object on every render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style={{ padding: 16, margin: 8 }}&gt;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✅ Good: Static style reference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styles = StyleSheet.create({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container: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padding: 16,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margin: 8,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&lt;View style={styles.container}&gt;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Virtual List Optimization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&lt;FlatList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data={data}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renderItem={renderItem}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keyExtractor={keyExtractor}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Optimizations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removeClippedSubviews={true}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maxToRenderPerBatch={10}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windowSize={10}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initialNumToRender={20}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getItemLayout={(data, index)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length: 80,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offset: 80  index,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index,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Rendering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React.memo for expensive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useMemo and useCallback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Split large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Avoid inline objects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Optimize list rendering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Profile before optimizing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11.3: FlatList Optimization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FlatList Props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Prop | Purpose | Recommendation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removeClippedSubviews | Remove off-screen items | ✅ Enable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maxToRenderPerBatch | Items per batch | 10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windowSize | Visible window size | 10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initialNumToRender | Initial items | 20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getItemLayout | Fixed heights | ✅ Use if possible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updateCellsBatchingPeriod | Update frequency | 50ms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getItemLayout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ITEMHEIGHT = 80;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getItemLayout = (data, index) =&gt; 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length: ITEMHEIGHT,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offset: ITEMHEIGHT  index,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index,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Usage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&lt;FlatList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data={data}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renderItem={renderItem}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keyExtractor={keyExtractor}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getItemLayout={getItemLayout}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Virtualization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FlatList for large lists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Provide fixed item heights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key extractor for stable keys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Limit initial render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Remove off-screen items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Batch render updates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Common FlatList Mistakes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Mistake | Solution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No key extractor | Add keyExtractor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Variable heights | Use getItemLayout if possible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Too many initial items | Reduce initialNumToRender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Off-screen items rendered | Enable removeClippedSubviews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No memoization | Use React.memo for items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FlatList Performance Monitoring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&lt;FlatList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data={data}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renderItem={renderItem}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keyExtractor={keyExtractor}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onScroll={(event)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offset = event.nativeEvent.contentOffset.y;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Track scroll performance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performanceMonitor.trackScroll(offset);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onEndReached={()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Track pagination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performanceMonitor.trackPagination();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11.4: Memory Management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Memory Leak Causes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Cause | Example | Solution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Event listeners | `window.addEventListener` | Remove on unmount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Timers | `setInterval`, `setTimeout` | Clear on unmount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Subscriptions | `subscribe()` | Unsubscribe on unmount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Animations | `Animated.loop` | Stop on unmount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 Cleanup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Timer cleanup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interval = setInterval(()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setTime(Date.now());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1000);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() =&gt; clearInterval(interval);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Subscription cleanup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subscription = eventEmitter.addListener('event', handler);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() =&gt; subscription.remove();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Abort controller cleanup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useEffect(()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controller = new AbortController();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fetch(url, { signal: controller.signal })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.then(res =&gt; res.json())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.then(setData);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() =&gt; controller.abort();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 []);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Image Memory Management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uri,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[{ resize: { width: 800 } }],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 compress: 0.7 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source={{ uri: thumbnailUri 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style={styles.thumbnail}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Memory Monitoring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class MemoryManager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checkMemory()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@ts-ignore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(global.performance?.memory)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@ts-ignore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usedJSHeapSize, totalJSHeapSize } = global.performance.memory;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usedMB = usedJSHeapSize / (1024  1024);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totalMB = totalJSHeapSize / (1024  1024);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(usedMB / totalMB &gt; 0.8)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console.warn(`⚠️ High memory usage: ${usedMB.toFixed(1)}MB / ${totalMB.toFixed(1)}MB`);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Memory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Clean up subscriptions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Clear timers on unmount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Cancel animations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Optimize images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virtualization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Monitor memory usage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11.5: Bundle Optimization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342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Bundle Analysis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Analyze bundle size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run bundle:analyze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Check bundle size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run bundle:size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Lazy Loading Screens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React, { lazy, Suspense } from 'react';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Lazy load screens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TaskDetailScreen = lazy(() =&gt; import('./screens/TaskDetailScreen'));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TaskCreateScreen = lazy(() =&gt; import('./screens/TaskCreateScreen'));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function App()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&lt;Suspense fallback={&lt;LoadingScreen /&gt;}&gt;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&lt;TaskDetailScreen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&lt;/Suspense&gt;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Tree Shaking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metro.config.js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module.exports =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transformer: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minifierConfig: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compress: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dropconsole: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dropdebugger: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Bundle Optimization Checklist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Enable minification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Enable tree shaking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Lazy load screens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Optimize images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Remove unused dependencies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Use bundle analysis 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12: Testing Strategies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12.1: Unit Testing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Jest 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jest.config.js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module.exports =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preset: 'jest-expo',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setupFilesAfterEnv: ['&lt;rootDir&gt;/jest.setup.js'],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transformIgnorePatterns: [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'nodemodules/(?!(jest-)?react-native|@react-native|expo)',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Utility Testing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Validate email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describe('validateEmail',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it('returns true for valid emails',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expect(validateEmail('test@example.com')).toBe(true);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it('returns false for invalid emails',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expect(validateEmail('invalid')).toBe(false);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348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Hook Testing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renderHook, act } from '@testing-library/react-hooks';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describe('useCounter',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it('increments count',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result } = renderHook(() =&gt; useCounter());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result.current.increment();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expect(result.current.count).toBe(1);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349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Async Testing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it('fetches data correctly', async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result, waitForNextUpdate } = renderHook(() =&gt; useApi(api.getData));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act(()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result.current.execute();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waitForNextUpdate();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expect(result.current.data).toEqual(mockData);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expect(result.current.loading).toBe(false);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Mocking Dependencies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jest.mock('@react-native-async-storage/async-storage', ()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setItem: jest.fn(),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getItem: jest.fn(),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jest.mock('axios', () =&gt; 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get: jest.fn(),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post: jest.fn(),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Unit Testing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one thing at a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descriptive test names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Mock external dependencies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edge cases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Keep tests fast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Aim for high coverage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12.2: Component Testing (6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352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Native Testing Library 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install --save-dev @testing-library/react-native @testing-library/jest-native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353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Basic Component Test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{ render, fireEvent } from '@testing-library/react-native';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describe('TaskCard',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it('renders task title',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getByText } = render(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&lt;TaskCard title="Test Task" onPress={jest.fn()}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expect(getByText('Test Task')).toBeTruthy();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it('calls onPress when tapped',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onPress = jest.fn();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getByTestId } = render(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&lt;TaskCard title="Test" onPress={onPress}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fireEvent.press(getByTestId('task-card'));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expect(onPress).toHaveBeenCalled();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354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 Interaction Testing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it('handles text input correctly',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onChangeText = jest.fn();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getByPlaceholderText } = render(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&lt;TaskForm onChangeText={onChangeText}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input = getByPlaceholderText('Enter task title');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fireEvent.changeText(input, 'New Task');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expect(onChangeText).toHaveBeenCalledWith('New Task');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355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Accessibility Testing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it('has accessibility labels',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getByAccessibilityLabel } = render(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&lt;TaskCard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title="Test"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accessibilityLabel="Task card"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onPress={jest.fn()}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expect(getByAccessibilityLabel('Task card')).toBeTruthy();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356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Snapshot Testing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it('matches snapshot',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tree = render(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&lt;TaskCard title="Test Task" onPress={jest.fn()} 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).toJSON();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expect(tree).toMatchSnapshot();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357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 Testing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behavior, not implementation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getByText, getByTestId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user interactions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accessibility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snapshot tests wisely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Keep tests independent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12.3: E2E Testing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358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Detox 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package.json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"detox":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"configurations":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"ios.sim.debug":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"binaryPath": "ios/build/Build/Products/Debug-iphonesimulator/app.app",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"build": "xcodebuild -workspace ios/app.xcworkspace -scheme app -configuration Debug -sdk iphonesimulator -derivedDataPath ios/build",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"type": "ios.simulator",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"device":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"type": "iPhone 14"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359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E2E Test Example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e2e/taskFlow.e2e.js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describe('TaskFlow',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beforeAll(async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device.launchApp();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it('should login and create a task', async ()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element(by.id('email-input')).typeText('demo@example.com');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element(by.id('password-input')).typeText('password');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element(by.id('login-button')).tap();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expect(element(by.id('home-screen'))).toBeVisible();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element(by.id('add-task-button')).tap();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element(by.id('task-title-input')).typeText('E2E Test');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element(by.id('save-task-button')).tap();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expect(element(by.text('E2E Test'))).toBeVisible();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360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CI/CD Integration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.github/workflows/e2e.yml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name: E2E Tests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push: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branches: [main]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jobs: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e2e: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runs-on: macos-latest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steps: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uses: actions/checkout@v3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uses: actions/setup-node@v3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npm ci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npm run e2e:build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npm run e2e:test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361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E2E Testing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critical user flows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realistic test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Keep tests independent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Handle async 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 in CI/CD pipeline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12.4: Testing Best Practices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362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Testing Pyramid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  E2E TESTS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           (Detox / Cypress)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┌────────────────────────────────────────────────────┐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       INTEGRATION TESTS                     │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       (React Native Testing Library)            │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┌────────────────────────────────────────────┐   │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        UNIT TESTS                       │   │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│        (Jest / Testing Library)           │   │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│  └────────────────────────────────────────────┘   │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└────────────────────────────────────────────────────┘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363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Coverage Goals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Unit Tests: 80%+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 Tests: 70%+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Integration Tests: 60%+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E2E Tests: Critical flows only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364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Avoiding Test Flakiness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async/await consistently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Mock external dependencies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stable test IDs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Avoid time-based tests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 tests in isolation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365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Continuous Testing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 tests on every PR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Block merges on test failures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Monitor test execution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Review test coverage regularly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Module 13: CI/CD &amp; App Store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13.1: EAS Build Configuration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366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Build 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npm install -g eas-cli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login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build:configure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367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eas.json Configuration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"build":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"development":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"developmentClient": true,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"distribution": "internal",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"channel": "development"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"preview":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"distribution": "internal",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"channel": "preview"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"production":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"distribution": "store",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"channel": "production"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368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Build Commands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build --platform ios --profile production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build --platform android --profile production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build --platform all --profile production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369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Environment Variables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"build":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"production":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"env":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"APIURL": "https://api.taskflow.app",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"SENTRYDSN": "https://sentry-dsn"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370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Build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separate profiles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Manage secrets in EAS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Monitor build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builds before production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Automate builds in CI/CD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13.2: Code Signing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371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iOS Code Signing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Apple Developer account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Create App 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3. Create Distribution Certificate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4. Create Provisioning Profile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5. Configure in EAS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372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iOS Code Signing Commands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credentials --platform 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Or use EAS to manage automatically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build --platform ios --auto-submit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373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Android Code Signing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Generate keystore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Create app signing key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3. Upload to Google Play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4. Configure in EAS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374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Android Keystore Generation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keytool -genkey -v -keystore app.keystore -alias app -keyalg RSA -keysize 2048 -validity 10000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375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Code Signing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Store credentials securely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EAS credentials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Automate signing in CI/CD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Renew certificates before expiry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separate certificates per 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13.3: GitHub Actions CI/CD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376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CI/CD Workflow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name: CI/CD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push: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branches: [main]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jobs: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runs-on: ubuntu-latest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steps: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uses: actions/checkout@v3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uses: actions/setup-node@v3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npm ci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npm 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build: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runs-on: ubuntu-latest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needs: 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steps: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uses: actions/checkout@v3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npm ci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eas build --platform all --profile production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deploy: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runs-on: ubuntu-latest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needs: build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steps: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uses: actions/checkout@v3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eas submit --platform 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eas submit --platform android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377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Automated PR Checks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name: PR Checks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pullrequest: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branches: [main]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jobs: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validate: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runs-on: ubuntu-latest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steps: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uses: actions/checkout@v3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uses: actions/setup-node@v3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npm ci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npm run lint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npm run type-check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run: npm 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378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Environment Secrets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env: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EXPOTOKEN: ${{ secrets.EXPOTOKEN 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APPLEID: ${{ secrets.APPLEID 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APPLETEAMID: ${{ secrets.APPLETEAMID 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379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CI/CD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 tests on every PR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Automate builds on main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 environment secrets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Implement rollback strategy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Monitor build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13.4: App Store Submission (5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380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App Store Requirements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Requirement | iOS | Android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App Icon | ✅ | ✅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Splash Screen | ✅ | ✅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App Description | ✅ | ✅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Privacy Policy | ✅ | ✅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Support URL | ✅ | ✅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381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App Store Metadata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"ios":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"name": "TaskFlow",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"subtitle": "Task Manager",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"description": "Description...",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"keywords": "task, productivity",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"supportUrl": "https://taskflow.app/support"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"android":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"title": "TaskFlow",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"shortDescription": "Task Manager",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"fullDescription": "Full description..."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382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Submission Commands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submit --platform 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Android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submit --platform android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 Auto-submit with build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eas build --platform ios --auto-submit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383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Store Listing Checklist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App icon and splash screen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App screenshots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App description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Privacy policy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Support URL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Marketing URL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Content rating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384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App Store Best Practices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 on multiple devices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Prepare metadata early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Follow store guidelines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Monitor review 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Respond to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13.5: Post-Launch Monitoring (4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385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Sentry 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npx expo install @sentry/react-native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386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Sentry Configuration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 as Sentry from '@sentry/react-native';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Sentry.init({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dsn: process.env.EXPOPUBLICSENTRYDSN,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environment: process.env.APPENV,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release: appVersion,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387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Monitoring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Track performance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Sentry.addBreadcrumb({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category: 'performance',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message: 'Screen loaded',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level: 'info',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Track errors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Sentry.captureException(error);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388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 Analytics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Track user events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Analytics.logEvent('taskcreated',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priority: 'high',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category: 'work',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Track screen views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Analytics.logScreenView({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screenname: 'TaskDetail',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screenclass: 'TaskDetailScreen',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APPENDICES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Appendix A: Project Structure Reference (2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389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Complete File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TaskFlow/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└── workflows/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├── ci.yml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├── cd.yml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    └── pr-checks.yml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└── fonts/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tests/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analytics/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components/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config/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database/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hooks/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i18n/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navigation/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offline/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screens/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services/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stores/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styles/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├── types/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│   └── utils/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390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Naming Conventions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Files: PascalCase.tsx for components, camelCase.ts for utilities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Components: PascalCase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Hooks: useCamelCase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Stores: camelCaseStore.ts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Constants: UPPERSNAKECASE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Types: IPascalCase or TPrefix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Appendix B: API Integration Guide (2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391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API Client Setup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axios from 'axios';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apiClient = axios.create({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baseURL: APIURL,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timeout: 30000,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headers: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'Content-Type': 'application/json',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apiClient.interceptors.request.use((config) =&gt;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token = getToken();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if (token)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config.headers.Authorization = `Bearer ${token}`;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config;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392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Authentication 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Login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login = async (email, password)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response = await apiClient.post('/auth/login', { email, password });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token, refreshToken, user } = response.data;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saveTokens(token, refreshToken);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user;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Token refresh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refreshToken = async () =&gt;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refreshToken = await getRefreshToken();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response = await apiClient.post('/auth/refresh', { refreshToken });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{ token } = response.data;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saveToken(token);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 token;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Appendix C: Design System Component Library (2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393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Core Components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Button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&lt;Button variant="primary" size="md" onPress={handlePress}&gt;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&lt;/Button&gt;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Input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label="Email"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placeholder="Enter your email"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error="Invalid email"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leftIcon={&lt;Icon name="email" /&gt;}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/&gt;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Card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&lt;Card variant="elevated" padding="lg"&gt;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&lt;Text&gt;Card content&lt;/Text&gt;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&lt;/Card&gt;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394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Design Tokens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Colors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colors =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primary: '#3498db',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secondary: '#2ecc71',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error: '#e74c3c',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warning: '#f39c12',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neutral: { 50: '#fafafa', 500: '#9e9e9e', 900: '#212121'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Typography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typography =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heading1: { fontSize: 32, fontWeight: 'bold'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body1: { fontSize: 16, fontWeight: 'normal'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Spacing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spacing =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xs: 4, sm: 8, md: 16, lg: 24, xl: 32,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};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Appendix D: Security Best Practices (2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395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Secure Storage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import  as SecureStore from 'expo-secure-store';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Save token securely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SecureStore.setItemAsync('token', token);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Load token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const token = await SecureStore.getItemAsync('token');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ourier New"/>
              </a:rPr>
              <a:t>    // Delete token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await SecureStore.deleteItemAsync('token');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396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3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Security Checklist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4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5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Use SecureStore for tokens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Validate all user inputs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Use HTTPS for all connections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Implement certificate pinning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Use JWT with short expiry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Implement rate limiting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Sanitize API responses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☐ Regular security audits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Appendix E: Deployment Troubleshooting (2 slides)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397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7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Common Build Issues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8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9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Issue | Solution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iOS build fails | Check Xcode version, pod install, certificates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Android build fails | Check Java version, keystore, ANDROIDHOME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EAS build fails | Check credentials, environment variables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App store rejection | Check guidelines, fix issues, re-submit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398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1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Bottlenecks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3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Symptom | Cause | Solution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Slow startup | Large bundle | Lazy load, optimize bundle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Janky scrolling | Heavy list | FlatList optimizations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| Battery drain | Background processes | Clean up subscriptions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 Final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### Final Project: Complete TaskFlow Application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399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Project Requirements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7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Full authentication 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Task management (CRUD)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Offline-first with sync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Push notifications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Camera &amp; location integration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Unit and E2E tests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CI/CD pipeline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Deployed to app stores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TextBox 1"/>
          <p:cNvSpPr/>
          <p:nvPr/>
        </p:nvSpPr>
        <p:spPr>
          <a:xfrm>
            <a:off x="10515600" y="2743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9" name="TextBox 2"/>
          <p:cNvSpPr/>
          <p:nvPr/>
        </p:nvSpPr>
        <p:spPr>
          <a:xfrm>
            <a:off x="731520" y="548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Grading Criteria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0" name="Rectangle 3"/>
          <p:cNvSpPr/>
          <p:nvPr/>
        </p:nvSpPr>
        <p:spPr>
          <a:xfrm>
            <a:off x="731520" y="1280160"/>
            <a:ext cx="10515240" cy="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1" name="TextBox 4"/>
          <p:cNvSpPr/>
          <p:nvPr/>
        </p:nvSpPr>
        <p:spPr>
          <a:xfrm>
            <a:off x="731520" y="155448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Technical implementation (40%)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UI/UX quality (20%)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Code quality &amp; testing (20%)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Performance optimization (10%)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Deployment to stores (10%)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[END OF SLIDE OUTLINE - 400+ SLIDES]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LibreOffice/26.2.4.2$Windows_X86_64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2026-07-29T22:52:42Z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