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800" b="1">
                <a:solidFill>
                  <a:srgbClr val="000000"/>
                </a:solidFill>
                <a:latin typeface="Arial"/>
              </a:rPr>
              <a:t>Python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Arial"/>
              </a:rPr>
              <a:t>From Zero to Functional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A minimalist visual reference for Python fundamentals and the CLI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Series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This deck covers:
• Python setup and syntax
• Collections and control flow
• Functions, files, JSON, and exceptions
• A multi-utility command-line capstone
• Testing, debugging, and reference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Module 1: Environment and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What Python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Python is a general-purpose programming language designed to express instructions clearly and readably.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What Python Is: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print("Hello, Python!")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What Python Is: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Run the example and change the message to your own greeting.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What Python Is: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what python is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the Python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Always confirm which Python interpreter is installed before beginning a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the Python Version: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python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the Python Version: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 whether your computer uses python, python3, or 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the Python Version: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checking the python version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project directory keeps source files, data, tests, and configuration organized.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Directories: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mkdir python-foundations
cd python-foundations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Directories: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directory named python-foundations and enter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Directories: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project directories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Virtual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virtual environment isolates project dependencies from the rest of the computer.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Virtual Environments: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python -m venv .venv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Virtual Environments: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.venv directory inside your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Virtual Environments: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virtual environments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Activating an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Activation tells the terminal to use the project's isolated Python interpreter.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Activating an Environment: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.venv\Scripts\Activate.ps1
source .venv/bin/activate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Activating an Environment: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Activate the environment and verify that the terminal shows (.venv).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Activating an Environment: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activating an environment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Running Python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Python file is executed by passing its path to the Python interpreter.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Running Python Files: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python hello.py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Running Python Files: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hello.py and run it from the terminal.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Running Python Files: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running python files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Interactive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interactive shell is useful for experimenting with small expressions.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Interactive Shell: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python
&gt;&gt;&gt; 2 + 3
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Interactive Shell: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Use the interactive shell to calculate 15 multiplied by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Interactive Shell: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the interactive shell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Comments explain code to human readers and are ignored by the interpreter.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# This explains the next instruction
print('Hello')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a useful comment to one of your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comments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Indentation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Python uses indentation to define blocks of related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Indentation: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True:
    print('Inside the block')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Indentation: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an if statement using four spaces of indentation.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Indentation: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indentation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Variables give meaningful names to values used by a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name = "Ada"
age =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variables for your name, city, and favorite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variables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Strings represent text and can be combined, searched, cleaned, and formatted.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Strings: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first = "Ada"
last = "Lovelace"
full = first + " " + 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Strings: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and print a full name from two string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Strings: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strings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Integers and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Integers represent whole numbers and support arithmetic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Integers and Arithmetic: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items = 4
price = 5
total = items *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Integers and Arithmetic: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Calculate the cost of three items priced at 7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Integers and Arithmetic: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integers and arithmetic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Floating-Point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Floats represent numbers with decimal components and are useful for measurements and prices.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Floating-Point Numbers: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price = 19.99
quantity = 3
total = price * quantity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Floating-Point Numbers: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Calculate and display a total price with two decimal places.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Floating-Point Numbers: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floating-point numbers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Boolean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Booleans represent one of two states: True or False.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Boolean Values: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is_logged_in = True
has_permission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Boolean Values: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Boolean that represents whether your setup is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Boolean Values: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boolean values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type and isinstance functions help inspect the kind of value being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Types: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value = 42
print(type(value))
print(isinstance(value, int))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Types: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Inspect the types of a string, integer, float, and Boolean.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Checking Types: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checking types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Values can be converted between strings, integers, floats, and Booleans when appropriate.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Conversion: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age_text = "36"
age = int(age_text)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Conversion: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Convert a string containing a price into a float.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Conversion: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type conversion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F-Strings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F-strings insert values and expressions directly into readable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F-Strings: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name = "Ada"
age = 36
print(f"{name} is {age}.")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F-Strings: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sentence containing a name, age, and 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F-Strings: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f-strings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input function reads text typed by a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Input: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name = input("Name: ")
print(f"Hello, {name}!")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Input: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Ask the user for a favorite programming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User Input: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user input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Module 2: Structuring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Lists store ordered, changeable sequences of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tasks = ["Learn Python", "Practice loops"]
tasks.append("Build a CLI")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list of five things you want to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lists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List indexes begin at zero, and negative indexes count from the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Indexes: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tasks = ["Learn", "Practice", "Build"]
print(tasks[0])
print(tasks[-1])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Indexes: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Print the first and last values in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Indexes: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list indexes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Slicing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Slicing extracts a range of values without changing the original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Slicing: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numbers = [0, 1, 2, 3, 4]
print(numbers[1:4])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Slicing: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Extract the first three items from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 Slicing: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list slicing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Adding List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append adds one item, insert adds at a position, and extend adds multiple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Adding List Items: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items = ["a"]
items.append("b")
items.extend(["c", "d"])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Adding List Items: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three new values to a list using append and extend.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Adding List Items: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adding list items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List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remove deletes by value, pop deletes by position, and clear removes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List Items: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items = ["a", "b", "c"]
removed = items.pop(1)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List Items: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Remove one item and display the removed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List Items: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removing list items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Sorting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Lists can be sorted in place with sort or copied and sorted with sorted.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Sorting Lists: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scores = [82, 95, 71]
sorted_scores = sorted(scores)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Sorting Lists: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Sort a list of names alphabetically.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Sorting Lists: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sorting lists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Tuples are ordered collections intended to remain unchanged.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coordinates = (51.5074, -0.1278)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tuple representing a screen width and height.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tuples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 Unpacking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Tuple unpacking assigns the values of a tuple to separate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 Unpacking: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coordinates = (10, 20)
x, y =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 Unpacking: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Unpack a tuple containing a first name and 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Tuple Unpacking: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tuple unpacking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Dictionaries store key-value pairs and are useful for labeled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Dictionaries: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 = {"id": 1, "title": "Learn Python", "completed": False}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Dictionaries: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dictionary describing a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Dictionaries: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dictionaries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Dictionary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Dictionary values are accessed by their keys rather than numeric positions.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Dictionary Lookup: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 = {"title": "Learn Python"}
print(task["title"])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Dictionary Lookup: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Read the name and email from a contact dictionary.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Dictionary Lookup: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dictionary lookup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Safe Dictionary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get method provides a safe way to read optional dictionary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Safe Dictionary Lookup: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priority = task.get("priority", "normal")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Safe Dictionary Lookup: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Read an optional priority field with a default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Safe Dictionary Lookup: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safe dictionary lookup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 of 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list of dictionaries is useful for representing multiple structured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 of Dictionaries: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tasks = [{"id": 1, "title": "Learn", "completed": False}]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 of Dictionaries: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list containing three task dictionaries.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Lists of Dictionaries: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lists of dictionaries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Sets store unique values and are useful for membership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tags = {"python", "cli", "python"}
print(tags)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Convert a list containing duplicate words into a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sets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Union, intersection, and difference compare groups of unique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 Operations: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first = {"a", "b"}
second = {"b", "c"}
print(first &amp; second)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 Operations: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Find the topics shared by two topic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Set Operations: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set operations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Module 3: Program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Comparison operators produce Boolean results that can control program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Comparison Operators: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age = 20
print(age &gt;= 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Comparison Operators: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Compare two numbers using every comparison operator.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Comparison Operators: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comparison operators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If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An if statement runs an indented block only when its condition is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If Statements: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age &gt;= 18:
    print("Adult")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If Statements: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condition that checks whether a score passes.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If Statements: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if statements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Else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else block runs when the if condition is false.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Else Statements: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complete:
    print("Done")
else:
    print("Incomplete")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Else Statements: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Display different messages for completed and incomplete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Else Statements: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else statements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Elif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Elif allows a program to choose among multiple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Elif Statements: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score &gt;= 90:
    grade = "A"
elif score &gt;= 80:
    grade = "B"
else:
    grade = "F"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Elif Statements: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four-level grading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Elif Statements: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elif statements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and, or, and not operators combine or reverse Boolean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Logical Operators: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age &gt;= 18 and has_ticket:
    print("Entry allowed")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Logical Operators: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Require both a valid age and a valid ticket.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Logical Operators: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logical operators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Truthiness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Empty strings and collections are falsy; non-empty values are generally truthy.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Truthiness: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name = input("Name: ").strip()
if not name:
    print("Required")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Truthiness: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Reject an empty or whitespace-only task title.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Truthiness: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truthiness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for loop processes each item in an iterable collection.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For Loops: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task in tasks:
    print(task)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For Loops: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Print every task in a task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For Loops: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for loops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Range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range generates a sequence of numbers commonly used for repetition.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Range Function: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number in range(1, 6):
    print(number)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Range Function: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Print the numbers from 1 through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Range Function: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the range function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Enumerate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enumerate provides both an item's position and its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Enumerate: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number, task in enumerate(tasks, start=1):
    print(number, task)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Enumerate: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Display tasks numbered from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Enumerate: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enumerate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while loop repeats while its condition remains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While Loops: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count = 3
while count &gt; 0:
    print(count)
    count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While Loops: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Build a countdown that ends at zero.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While Loops: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while loops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break exits the nearest loop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Break: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while True:
    command = input("&gt; ")
    if command == "quit":
       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Break: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menu that exits when the user selects quit.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Break: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break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continue skips the rest of the current loop iteration.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Continue: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task in tasks:
    if not task:
        continue
    print(task)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Continue: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Skip empty task titles while displaying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Continue: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continue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Validation checks user input before converting or using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Input Validation: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value = input("Number: ").strip()
if not value.isdigit():
    print("Invalid")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Input Validation: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Reject non-numeric input before calling 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Input Validation: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input validation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Module 4: Functions and 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Defining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Functions give names to reusable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Defining Functions: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show_welcome():
    print("Welcome")
show_welcome()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Defining Functions: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Define and call a function that displays a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Defining Functions: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defining functions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Parameters and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Parameters receive values when a function is called with arguments.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Parameters and Arguments: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greet(name):
    print(f"Hello, {name}!")
greet("Ada")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Parameters and Arguments: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function that accepts a task title.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Parameters and Arguments: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parameters and arguments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Return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return sends a result back to the code that called the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Return Values: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add(first, second):
    return first +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Return Values: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function that calculates a task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Return Values: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return values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Default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Default parameters provide values when callers omit optional arguments.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Default Parameters: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create_task(title, priority="normal"):
    return {"title": title, "priority": 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Default Parameters: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task function with a default priority.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Default Parameters: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default parameters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Hints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Type hints document expected parameter and return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Hints: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greet(name: str) -&gt; str:
    return f"Hello, {name}!"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Hints: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type hints to a calculation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Type Hints: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type hints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Local variables exist inside their function; explicit parameters make dependencies 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 Scope: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create_message():
    message = "Hello"
    return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 Scope: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Return a locally created message from a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Variable Scope: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variable scope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Main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main pattern prevents a module from running its application code during import.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Main Pattern: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main():
    print("Running")
if __name__ == "__main__":
    main()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Main Pattern: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the main pattern to a small 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Main Pattern: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the main pattern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module is a Python file containing reusable code that can be imported.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Modules: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from calculations import add
print(add(2, 3))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Modules: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Move one helper function into a separate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Modules: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modules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Writing Text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with open pattern writes text and closes the file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Writing Text Files: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with open("notes.txt", "w", encoding="utf-8") as file:
    file.write("Note\n")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Writing Text Files: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two lines to a text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Writing Text Files: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writing text files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Text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Files can be read as complete strings or processed line by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Text Files: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with open("notes.txt", encoding="utf-8") as file:
    contents = file.read()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Text Files: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Read and display the contents of a notes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Text Files: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reading text files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pathlib provides clear, portable objects for working with file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Pathlib: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from pathlib import Path
file_path = Path("data") / "tasks.json"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Pathlib: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path for a file inside a data directory.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Pathlib: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pathlib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JSON stores structured lists and dictionaries in a portable text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JSON: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json.dump(tasks, file, indent=2)
tasks = json.load(file)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JSON: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list of tasks to JSON and read it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JSON: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json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try and except allow programs to handle expected runtime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Exceptions: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try:
    number = int(value)
except ValueError:
    print("Invalid number")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Exceptions: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Handle an invalid integer entered by a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Exceptions: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exceptions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Capstone: CLI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src layout separates application code from data, tests, and project configuration.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Layout: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src/foundation_cli/
data/
tests/
pyproject.toml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Layout: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the capstone directory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Project Layout: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project layout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Python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An __init__.py file identifies a directory as a Python package.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Python Packages: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"""Foundation CLI application."""
__version__ = "0.1.0"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Python Packages: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the foundation_cli package initializer.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Python Packages: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python packages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Module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__main__.py file allows a package to run with python -m.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Module Entry Point: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from .cli import main
if __name__ == "__main__":
    main()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Module Entry Point: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Run the package with python -m foundation_cli.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The Module Entry Point: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the module entry point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Argparse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argparse parses command-line arguments and generates help messages.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Argparse: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parser = argparse.ArgumentParser()
arguments = parser.parse_args()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Argparse: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a --version option to the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Argparse: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argparse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Subcommands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Subparsers support commands such as add, list, complete, and remove.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Subcommands: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subparsers = parser.add_subparsers(dest="command")
subparsers.add_parser("list")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Subcommands: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a list subcommand to the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Subcommands: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subcommands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Capstone: Task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Application logic should create tasks independently from command-line parsing.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Creation: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 = {"id": 1, "title": title, "completed": False}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Creation: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create_task function that rejects empty titles.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Creation: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task creation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Finding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task lookup function returns a matching task or None.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Finding Tasks: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task in tasks:
    if task["id"] == task_id:
        return task
return 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Finding Tasks: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Find a task by ID in a list of dictionaries.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Finding Tasks: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finding tasks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Completing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Completing a task changes its completed field and should reject missing IDs.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Completing Tasks: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task["completed"] = True
save_tasks(tasks)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Completing Tasks: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Implement the complete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Completing Tasks: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completing tasks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Removing a task updates the list and persists the new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Tasks: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tasks.remove(task)
save_tasks(tasks)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Tasks: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Implement the remove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Removing Tasks: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removing tasks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Custom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Custom exceptions communicate expected application errors clearly.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Custom Exceptions: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class TaskNotFoundError(Exception):
   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Custom Exceptions: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custom exception for an already-completed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Custom Exceptions: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custom exceptions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Statistics can be calculated from task completion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Statistics: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completed = sum(1 for task in tasks if task["completed"])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Statistics: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Display total, completed, and incomplete task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Task Statistics: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task statistics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Capstone: File Organizer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File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Path suffixes can determine which folder should contain a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File Extensions: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folder = file_path.suffix.lower().lstrip(".")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File Extensions: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Map PDF, JPG, and TXT files to extension folders.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File Extensions: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file extensions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Directory Traversal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Path.iterdir lists the direct contents of a directory.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Directory Traversal: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for item in directory.iterdir():
    if item.is_file():
        print(item)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Directory Traversal: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Display every file directly inside a directory.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Directory Traversal: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directory traversal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Dry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dry run previews file operations without changing the file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Dry Runs: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if dry_run:
    print("Would move:", source, destination)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Dry Runs: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a --dry-run option to the organizer.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Dry Runs: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dry runs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Duplicate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 organizer should generate a new name instead of overwriting an existing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Duplicate Names: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candidate = destination.with_name("report_1.pdf")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Duplicate Names: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Create a function that finds a unique destination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Duplicate Names: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duplicate names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Capstone: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Unit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Unit tests verify small pieces of behavior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Unit Tests: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self.assertEqual(add(2, 3),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Unit Tests: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test for task creation.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Unit Tests: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unit tests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Temporary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Temporary directories keep file tests isolated from real project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Temporary Directories: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with tempfile.TemporaryDirectory() as directory:
    path = Path(directory) / "test.txt"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Temporary Directories: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Write a storage test using a temporary JSON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Temporary Directories: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temporary directories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Testing Failure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Reliable programs test invalid input and expected exceptions as well as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Testing Failure Cases: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with self.assertRaises(ValueError):
    create_task(tasks, "")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Testing Failure Cases: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Test a missing task ID and an invalid task title.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Testing Failure Cases: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testing failure cases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Appendices: Reference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Tracebacks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Read a traceback from the bottom upward to find the exception type and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Tracebacks: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NameError: name "age" is not 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Tracebacks: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Find the final error line in a traceback and identify its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Reading Tracebacks: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reading tracebacks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Inspecting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print, repr, and type reveal what a program is actually using.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Inspecting Values: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print(value)
print(repr(value))
print(type(value))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Inspecting Values: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Inspect a user input value that is not behaving as expected.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Inspecting Values: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inspecting values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Minimal Reproductions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minimal reproduction isolates the smallest code sample that still demonstrates 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Minimal Reproductions: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value = input()
print(type(value))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Minimal Reproductions: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Reduce one of your earlier bugs to five lines or fewer.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Minimal Reproductions: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minimal reproductions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Regression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 regression test ensures that a previously fixed bug does not return.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Regression Tests: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def test_empty_title_is_rejected(self):
   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Regression Tests: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Add a test for a bug you encountered during the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Regression Tests: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Checkpoint
Can you explain regression tests in your own words?
Can you write a small example without copying the slide?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Final Command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ourier New"/>
              </a:rPr>
              <a:t>Core command examples:
python -m foundation_cli --help
python -m foundation_cli add "Learn Python"
python -m foundation_cli list
python -m foundation_cli complete 1
python -m foundation_cli remove 1
python -m foundation_cli stats
python -m foundation_cli organize downloads --dry-run
Run tests:
python -m unittest discover -s tests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