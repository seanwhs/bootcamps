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000000"/>
                </a:solidFill>
                <a:latin typeface="Arial"/>
              </a:rPr>
              <a:t>Intermediate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000000"/>
                </a:solidFill>
                <a:latin typeface="Arial"/>
              </a:rPr>
              <a:t>Asynchronous Flow &amp; Code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A 321-slide minimalist technical tutorial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Callbacks • Promises • async/await • Prototypes • Classes • Modules • Browser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Minimalist format: white background, black text, no images, no color decoration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 / 411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Prerequisites and Learning Workflow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Prerequisites and Learning Workflow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series assumes basic JavaScript, HTML, CSS, and DOM knowledge.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grows from a simple script into a modular browser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implementation step includes a target, concept, implementation, and verification.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local HTTP server is required once browser modules are introduced.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 / 411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Prerequisites and Learning Workflow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Prerequisites and Learning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series assumes basic JavaScript, HTML, CSS, and DOM knowledge.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grows from a simple script into a modular browser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 / 411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Prerequisites and Learning Workflow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the series assumes basic javascript, html, css, and dom knowledge.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grows from a simple script into a modular browser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 / 411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Prerequisites and Learning Workflow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python3 -m http.server 8000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http://localhost:8000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 / 411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Prerequisites and Learning Workflow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series assumes basic JavaScript, HTML, CSS, and DOM knowledge.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grows from a simple script into a modular browser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implementation step includes a target, concept, implementation, and verification.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 / 411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Prerequisites and Learning Workflow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series assumes basic JavaScript, HTML, CSS, and DOM knowledge.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grows from a simple script into a modular browser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 / 411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Prerequisites and Learning Workflow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 / 411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Prerequisites and Learning Workflow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prerequisites and learning workflow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 / 411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Prerequisites and Learning Workflow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series assumes basic JavaScript, HTML, CSS, and DOM knowledge.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grows from a simple script into a modular browser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 / 411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Prerequisites and Learning Workflow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series assumes basic JavaScript, HTML, CSS, and DOM knowledge.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grows from a simple script into a modular browser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implementation step includes a target, concept, implementation, and verification.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local HTTP server is required once browser modules are introduced.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Verification should happen before moving to the next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 / 411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HTML, CSS, and JavaScript Foundations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HTML, CSS, and JavaScript Foundations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HTML defines structure and semantic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CSS controls presentation, layout, and visual states.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controls behavior and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DOM is the browser's JavaScript representation of HTML.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 / 411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HTML, CSS, and JavaScript Foundations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HTML, CSS, and JavaScript Foundations.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HTML defines structure and semantic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CSS controls presentation, layout, and visual states.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 / 411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HTML, CSS, and JavaScript Foundations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html defines structure and semantic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CSS controls presentation, layout, and visual states.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 / 411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HTML, CSS, and JavaScript Foundations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button = document.querySelector("#save-button");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button.addEventListener("click", () =&gt;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console.log("Clicked");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 / 411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HTML, CSS, and JavaScript Foundations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HTML defines structure and semantic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CSS controls presentation, layout, and visual states.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controls behavior and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 / 411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HTML, CSS, and JavaScript Foundations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HTML defines structure and semantic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CSS controls presentation, layout, and visual states.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 / 411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HTML, CSS, and JavaScript Foundations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 / 411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HTML, CSS, and JavaScript Foundations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html, css, and javascript foundations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 / 411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HTML, CSS, and JavaScript Foundations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HTML defines structure and semantic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CSS controls presentation, layout, and visual states.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 / 411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HTML, CSS, and JavaScript Foundations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HTML defines structure and semantic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CSS controls presentation, layout, and visual states.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controls behavior and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DOM is the browser's JavaScript representation of HTML.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 content should be rendered with textContent.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 / 411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Developer Tools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Developer Tools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Console runs experiments and displays diagnostics.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Elements reveals the current DOM and applied CSS.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Sources or Debugger provides breakpoints and call stacks.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Network reveals requests, responses, timing, and failures.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 / 411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Developer Tools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Browser Developer Tools.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Console runs experiments and displays diagnostics.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Elements reveals the current DOM and applied CSS.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 / 411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Developer Tools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the console runs experiments and displays diagnostics.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Elements reveals the current DOM and applied CSS.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 / 411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Developer Tools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console.log({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tasks,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currentFilter,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isLoading,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console.table(tasks);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 / 411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Developer Tools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Console runs experiments and displays diagnostics.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Elements reveals the current DOM and applied CSS.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Sources or Debugger provides breakpoints and call stacks.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 / 411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Developer Tools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Console runs experiments and displays diagnostics.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Elements reveals the current DOM and applied CSS.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 / 411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Developer Tools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 / 411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Developer Tools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browser developer tools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 / 411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Developer Tools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Console runs experiments and displays diagnostics.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Elements reveals the current DOM and applied CSS.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 / 411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Developer Tools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Console runs experiments and displays diagnostics.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Elements reveals the current DOM and applied CSS.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Sources or Debugger provides breakpoints and call stacks.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Network reveals requests, responses, timing, and failures.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Application or Storage reveals localStorage and sessionStorage.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 / 411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Terminal, Files, and Local Development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Terminal, Files, and Local Development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terminal always operates from a current directory.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Relative paths are resolved from the importing or referencing file.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local HTTP server avoids file URL restrictions.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server port is part of the development origin.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 / 411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Terminal, Files, and Local Development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Terminal, Files, and Local Development.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terminal always operates from a current directory.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Relative paths are resolved from the importing or referencing file.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 / 411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Terminal, Files, and Local Development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the terminal always operates from a current directory.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Relative paths are resolved from the importing or referencing file.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 / 411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Terminal, Files, and Local Development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cd async-task-manager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python3 -m http.server 8000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open http://localhost:8000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 / 411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Terminal, Files, and Local Development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terminal always operates from a current directory.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Relative paths are resolved from the importing or referencing file.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local HTTP server avoids file URL restrictions.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 / 411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Terminal, Files, and Local Development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terminal always operates from a current directory.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Relative paths are resolved from the importing or referencing file.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 / 411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Terminal, Files, and Local Development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 / 411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Terminal, Files, and Local Development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terminal, files, and local development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 / 411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Terminal, Files, and Local Development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terminal always operates from a current directory.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Relative paths are resolved from the importing or referencing file.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 / 411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Terminal, Files, and Local Development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terminal always operates from a current directory.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Relative paths are resolved from the importing or referencing file.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local HTTP server avoids file URL restrictions.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server port is part of the development origin.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edit, save, serve, refresh, and verify cycle should be repeatable.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41 / 411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Web, HTTP, JSON, and API Fundamentals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Web, HTTP, JSON, and API Fundamentals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browser sends requests and receives responses from servers.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 methods communicate intent such as GET, POST, PATCH, and DELETE.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fetch does not reject automatically for every HTTP error status.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transports structured data as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42 / 411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Web, HTTP, JSON, and API Fundamentals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Web, HTTP, JSON, and API Fundamentals.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browser sends requests and receives responses from servers.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 methods communicate intent such as GET, POST, PATCH, and DELETE.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43 / 411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Web, HTTP, JSON, and API Fundamentals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a browser sends requests and receives responses from servers.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 methods communicate intent such as GET, POST, PATCH, and DELETE.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44 / 411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Web, HTTP, JSON, and API Fundamentals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response = await fetch("/api/tasks");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if (!response.ok)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throw new Error(`HTTP ${response.status}`);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data = await response.json();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45 / 411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Web, HTTP, JSON, and API Fundamentals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browser sends requests and receives responses from servers.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 methods communicate intent such as GET, POST, PATCH, and DELETE.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fetch does not reject automatically for every HTTP error status.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46 / 411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Web, HTTP, JSON, and API Fundamentals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browser sends requests and receives responses from servers.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 methods communicate intent such as GET, POST, PATCH, and DELETE.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47 / 411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Web, HTTP, JSON, and API Fundamentals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48 / 411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Web, HTTP, JSON, and API Fundamentals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web, http, json, and api fundamentals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49 / 411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Web, HTTP, JSON, and API Fundamentals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browser sends requests and receives responses from servers.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 methods communicate intent such as GET, POST, PATCH, and DELETE.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50 / 411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Web, HTTP, JSON, and API Fundamentals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browser sends requests and receives responses from servers.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HTTP methods communicate intent such as GET, POST, PATCH, and DELETE.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fetch does not reject automatically for every HTTP error status.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transports structured data as text.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API responses must be parsed and validated before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51 / 411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Git and Version Control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Git and Version Control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Git records project history as commits.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working directory, staging area, and repository are separate areas.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Branches isolate feature work.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Diffs show exactly what 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52 / 411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Git and Version Control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Git and Version Control.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Git records project history as commits.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working directory, staging area, and repository are separate areas.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53 / 411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Git and Version Control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git records project history as commits.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working directory, staging area, and repository are separate areas.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54 / 411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Git and Version Control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git status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git add .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git commit -m "Add task persistence"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git log --oneline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55 / 411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Git and Version Control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Git records project history as commits.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working directory, staging area, and repository are separate areas.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Branches isolate feature work.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56 / 411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Git and Version Control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Git records project history as commits.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working directory, staging area, and repository are separate areas.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57 / 411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Git and Version Control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58 / 411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Git and Version Control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git and version control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59 / 411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Git and Version Control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Git records project history as commits.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working directory, staging area, and repository are separate areas.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60 / 411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Git and Version Control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Git records project history as commits.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working directory, staging area, and repository are separate areas.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Branches isolate feature work.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Diffs show exactly what changed.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Secrets must never be committed to a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61 / 411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Language Essentials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Language Essentials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const by default and let when reassignment is required.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Functions package reusable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Arrays represent collections and objects represent structured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Destructuring and spread syntax reduce repetitive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62 / 411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Language Essentials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JavaScript Language Essentials.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const by default and let when reassignment is required.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Functions package reusable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63 / 411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Language Essentials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use const by default and let when reassignment is required.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Functions package reusable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64 / 411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Language Essentials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visibleTasks = tasks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.filter((task) =&gt; !task.completed)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.map((task) =&gt; task.title);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65 / 411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Language Essentials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const by default and let when reassignment is required.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Functions package reusable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Arrays represent collections and objects represent structured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66 / 411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Language Essentials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const by default and let when reassignment is required.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Functions package reusable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67 / 411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Language Essentials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68 / 411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Language Essentials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javascript language essentials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69 / 411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Language Essentials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const by default and let when reassignment is required.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Functions package reusable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70 / 411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PRIMER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Language Essentials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const by default and let when reassignment is required.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Functions package reusable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Arrays represent collections and objects represent structured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Destructuring and spread syntax reduce repetitive code.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Classes provide a readable syntax for prototype-based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71 / 411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Introduction and Final Architecture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Introduction and Final Architecture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project is an asynchronous task manager.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separates models, services, API code,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Tasks persist in localStorage.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selected filter persists in sessionStorage.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72 / 411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Introduction and Final Architecture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Introduction and Final Architecture.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project is an asynchronous task manager.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separates models, services, API code,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73 / 411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Introduction and Final Architecture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the final project is an asynchronous task manager.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separates models, services, API code,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74 / 411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Introduction and Final Architecture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main.js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-&gt; app.js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  -&gt; models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  -&gt; services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  -&gt; api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  -&gt; ui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  -&gt; 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75 / 411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Introduction and Final Architecture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project is an asynchronous task manager.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separates models, services, API code,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Tasks persist in localStorage.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76 / 411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Introduction and Final Architecture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project is an asynchronous task manager.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separates models, services, API code,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77 / 411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Introduction and Final Architecture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78 / 411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Introduction and Final Architecture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introduction and final architecture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79 / 411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Introduction and Final Architecture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project is an asynchronous task manager.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separates models, services, API code,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80 / 411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Introduction and Final Architecture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project is an asynchronous task manager.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separates models, services, API code,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Tasks persist in localStorage.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selected filter persists in sessionStorage.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architecture is intentionally framework-free.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81 / 411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Synchronous JavaScript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Synchronous JavaScript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Synchronous code runs one operation at a time.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current function must finish before the next statement proceeds.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Long-running synchronous work blocks the main JavaScript thread.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Blocking work prevents prompt interaction and rendering.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82 / 411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Synchronous JavaScript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Synchronous JavaScript.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Synchronous code runs one operation at a time.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current function must finish before the next statement proceeds.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83 / 411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Synchronous JavaScript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synchronous code runs one operation at a time.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current function must finish before the next statement proceeds.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84 / 411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Synchronous JavaScript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console.log("First");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console.log("Second");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console.log("Third");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85 / 411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Synchronous JavaScript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Synchronous code runs one operation at a time.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current function must finish before the next statement proceeds.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Long-running synchronous work blocks the main JavaScript thread.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86 / 411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Synchronous JavaScript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Synchronous code runs one operation at a time.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current function must finish before the next statement proceeds.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87 / 411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Synchronous JavaScript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88 / 411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Synchronous JavaScript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synchronous javascript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89 / 411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Synchronous JavaScript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Synchronous code runs one operation at a time.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current function must finish before the next statement proceeds.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90 / 411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Synchronous JavaScript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Synchronous code runs one operation at a time.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current function must finish before the next statement proceeds.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Long-running synchronous work blocks the main JavaScript thread.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Blocking work prevents prompt interaction and rendering.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call stack tracks currently executing functions.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91 / 411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Blocking and Non-Blocking Work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Blocking and Non-Blocking Work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Blocking work monopolizes the JavaScript thread.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Non-blocking work delegates waiting to browser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Timers do not interrupt currently executing JavaScript.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zero-millisecond timer is still asynchronous.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92 / 411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Blocking and Non-Blocking Work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Blocking and Non-Blocking Work.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Blocking work monopolizes the JavaScript thread.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Non-blocking work delegates waiting to browser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93 / 411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Blocking and Non-Blocking Work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blocking work monopolizes the javascript thread.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Non-blocking work delegates waiting to browser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94 / 411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Blocking and Non-Blocking Work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setTimeout(() =&gt;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console.log("Later");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}, 0);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console.log("Now");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95 / 411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Blocking and Non-Blocking Work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Blocking work monopolizes the JavaScript thread.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Non-blocking work delegates waiting to browser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Timers do not interrupt currently executing JavaScript.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96 / 411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Blocking and Non-Blocking Work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Blocking work monopolizes the JavaScript thread.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Non-blocking work delegates waiting to browser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97 / 411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Blocking and Non-Blocking Work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98 / 411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Blocking and Non-Blocking Work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blocking and non-blocking work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99 / 411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Blocking and Non-Blocking Work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Blocking work monopolizes the JavaScript thread.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Non-blocking work delegates waiting to browser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100 / 411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Blocking and Non-Blocking Work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Blocking work monopolizes the JavaScript thread.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Non-blocking work delegates waiting to browser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Timers do not interrupt currently executing JavaScript.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zero-millisecond timer is still asynchronous.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Delayed callbacks run only after the current stack is 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101 / 411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 Stack and Event Loop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Call Stack and Event Loop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call stack behaves like a last-in, first-out structure.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Web APIs handle timers and other delayed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Completed callbacks wait in queues.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event loop coordinates queues and the call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102 / 411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 Stack and Event Loop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Call Stack and Event Loop.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call stack behaves like a last-in, first-out structure.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Web APIs handle timers and other delayed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103 / 411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 Stack and Event Loop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the call stack behaves like a last-in, first-out structure.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Web APIs handle timers and other delayed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104 / 411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 Stack and Event Loop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console.log("A");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setTimeout(() =&gt;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console.log("B");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}, 0);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console.log("C");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105 / 411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 Stack and Event Loop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call stack behaves like a last-in, first-out structure.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Web APIs handle timers and other delayed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Completed callbacks wait in queues.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106 / 411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 Stack and Event Loop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call stack behaves like a last-in, first-out structure.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Web APIs handle timers and other delayed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107 / 411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 Stack and Event Loop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108 / 411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 Stack and Event Loop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call stack and event loop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109 / 411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 Stack and Event Loop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call stack behaves like a last-in, first-out structure.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Web APIs handle timers and other delayed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110 / 411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 Stack and Event Loop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call stack behaves like a last-in, first-out structure.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Web APIs handle timers and other delayed capabilities.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Completed callbacks wait in queues.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event loop coordinates queues and the call stack.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Microtasks commonly run before timer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111 / 411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Callbacks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callback is a function passed to another function.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receiving function invokes it later.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Error-first callbacks commonly use callback(error, result).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error path should return before success logic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112 / 411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Callbacks.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callback is a function passed to another function.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receiving function invokes it later.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113 / 411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a callback is a function passed to another function.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receiving function invokes it later.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114 / 411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loadTask((error, task) =&gt;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if (error)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handleError(error);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return;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renderTask(task);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115 / 411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callback is a function passed to another function.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receiving function invokes it later.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Error-first callbacks commonly use callback(error, result).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116 / 411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callback is a function passed to another function.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receiving function invokes it later.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117 / 411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118 / 411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callbacks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119 / 411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callback is a function passed to another function.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receiving function invokes it later.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120 / 411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callback is a function passed to another function.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receiving function invokes it later.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Error-first callbacks commonly use callback(error, result).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error path should return before success logic runs.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Nested callbacks can make workflows difficult to read.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121 / 411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Callback-Based Task Loading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Callback-Based Task Loading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loader simulates a delayed server response.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Success returns an array of example tasks.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Failure returns an Error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loader provides data but does not update the DOM.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122 / 411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Callback-Based Task Loading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Callback-Based Task Loading.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loader simulates a delayed server response.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Success returns an array of example tasks.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123 / 411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Callback-Based Task Loading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the loader simulates a delayed server response.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Success returns an array of example tasks.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124 / 411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Callback-Based Task Loading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function loadTasks(callback)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setTimeout(() =&gt;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callback(null, exampleTasks);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}, 1500);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125 / 411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Callback-Based Task Loading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loader simulates a delayed server response.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Success returns an array of example tasks.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Failure returns an Error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126 / 411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Callback-Based Task Loading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loader simulates a delayed server response.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Success returns an array of example tasks.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127 / 411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Callback-Based Task Loading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128 / 411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Callback-Based Task Loading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callback-based task loading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129 / 411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Callback-Based Task Loading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loader simulates a delayed server response.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Success returns an array of example tasks.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130 / 411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Callback-Based Task Loading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loader simulates a delayed server response.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Success returns an array of example tasks.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Failure returns an Error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loader provides data but does not update the DOM.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coordinator decides how to display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131 / 411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Loading, Success, and Error States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Loading, Success, and Error States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Users need feedback while asynchronous work is active.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loading button should be disabled during the request.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Success should update both data and visible status.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Failure should display a useful message.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132 / 411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Loading, Success, and Error States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Loading, Success, and Error States.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Users need feedback while asynchronous work is active.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loading button should be disabled during the request.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133 / 411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Loading, Success, and Error States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users need feedback while asynchronous work is active.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loading button should be disabled during the request.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134 / 411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Loading, Success, and Error States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button.disabled = true;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showStatus("Loading...", "loading");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try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await loadTasks();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 finally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button.disabled = false;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135 / 411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Loading, Success, and Error States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Users need feedback while asynchronous work is active.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loading button should be disabled during the request.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Success should update both data and visible status.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136 / 411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Loading, Success, and Error States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Users need feedback while asynchronous work is active.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loading button should be disabled during the request.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137 / 411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Loading, Success, and Error States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138 / 411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Loading, Success, and Error States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loading, success, and error states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139 / 411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Loading, Success, and Error States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Users need feedback while asynchronous work is active.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loading button should be disabled during the request.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140 / 411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Loading, Success, and Error States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Users need feedback while asynchronous work is active.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loading button should be disabled during the request.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Success should update both data and visible status.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Failure should display a useful message.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Cleanup must happen on both success and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141 / 411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States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 States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represents a future result.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begins as pending.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settles as fulfilled or rejected.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settled Promise cannot change to another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142 / 411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States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Promise States.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represents a future result.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begins as pending.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143 / 411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States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a promise represents a future result.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begins as pending.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144 / 411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States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promise = new Promise((resolve, reject) =&gt;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resolve("Success");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145 / 411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States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represents a future result.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begins as pending.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settles as fulfilled or rejected.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146 / 411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States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represents a future result.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begins as pending.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147 / 411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States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148 / 411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States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promise states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149 / 411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States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represents a future result.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begins as pending.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150 / 411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States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represents a future result.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begins as pending.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Promise settles as fulfilled or rejected.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settled Promise cannot change to another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 state describes the operation, not the final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151 / 411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Creation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 Creation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Promise executor starts when the Promise is created.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resolve fulfills the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reject rejects the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Only the first settlement has an effect.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152 / 411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Creation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Promise Creation.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Promise executor starts when the Promise is created.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resolve fulfills the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153 / 411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Creation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the promise executor starts when the promise is created.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resolve fulfills the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154 / 411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Creation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function loadTask()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return new Promise((resolve, reject) =&gt;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setTimeout(() =&gt;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  resolve({ id: 1, title: "Task" });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}, 500);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});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155 / 411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Creation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Promise executor starts when the Promise is created.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resolve fulfills the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reject rejects the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156 / 411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Creation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Promise executor starts when the Promise is created.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resolve fulfills the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157 / 411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Creation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158 / 411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Creation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promise creation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159 / 411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Creation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Promise executor starts when the Promise is created.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resolve fulfills the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160 / 411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Creation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Promise executor starts when the Promise is created.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resolve fulfills the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reject rejects the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Only the first settlement has an effect.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Reject with Error objects for predictable failures.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161 / 411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then, catch, and finally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then, catch, and finally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then handles fulfilled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catch handles rejections and thrown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finally handles cleanup common to both paths.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Each then returns another Promise.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162 / 411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then, catch, and finally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then, catch, and finally.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then handles fulfilled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catch handles rejections and thrown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163 / 411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then, catch, and finally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then handles fulfilled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catch handles rejections and thrown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164 / 411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then, catch, and finally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loadTasks()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.then(renderTasks)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.catch(showError)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.finally(enableButton);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165 / 411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then, catch, and finally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then handles fulfilled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catch handles rejections and thrown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finally handles cleanup common to both paths.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166 / 411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then, catch, and finally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then handles fulfilled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catch handles rejections and thrown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167 / 411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then, catch, and finally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168 / 411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then, catch, and finally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then, catch, and finally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169 / 411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then, catch, and finally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then handles fulfilled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catch handles rejections and thrown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170 / 411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then, catch, and finally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then handles fulfilled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catch handles rejections and thrown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finally handles cleanup common to both paths.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Each then returns another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Returning a value passes it to the next handler.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171 / 411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 and await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async and await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An async function always returns a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await extracts a fulfilled Promise value.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await pauses the current async function, not the browser.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Rejected Promises cause await to throw.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172 / 411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 and await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async and await.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An async function always returns a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await extracts a fulfilled Promise value.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173 / 411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 and await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an async function always returns a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await extracts a fulfilled Promise value.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174 / 411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 and await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async function loadTasks()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try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const tasks = await fetchTasks();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renderTasks(tasks);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} catch (error)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showError(error);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175 / 411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 and await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An async function always returns a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await extracts a fulfilled Promise value.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await pauses the current async function, not the browser.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176 / 411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 and await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An async function always returns a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await extracts a fulfilled Promise value.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177 / 411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 and await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178 / 411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 and await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async and await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179 / 411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 and await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An async function always returns a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await extracts a fulfilled Promise value.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180 / 411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 and await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An async function always returns a Promise.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await extracts a fulfilled Promise value.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await pauses the current async function, not the browser.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Rejected Promises cause await to throw.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try, catch, and finally create readable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181 / 411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Composition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 Composition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Sequential work is appropriate when operations depend on one another.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Independent operations can often run concurrently.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Promise.all rejects when one required operation rejects.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Promise.allSettled reports every individual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182 / 411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Composition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Promise Composition.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Sequential work is appropriate when operations depend on one another.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Independent operations can often run concurrently.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183 / 411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Composition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sequential work is appropriate when operations depend on one another.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Independent operations can often run concurrently.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184 / 411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Composition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[tasks, users] = await Promise.all([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fetchTasks(),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fetchUsers(),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]);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185 / 411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Composition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Sequential work is appropriate when operations depend on one another.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Independent operations can often run concurrently.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Promise.all rejects when one required operation rejects.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186 / 411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Composition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Sequential work is appropriate when operations depend on one another.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Independent operations can often run concurrently.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187 / 411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Composition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188 / 411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Composition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promise composition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189 / 411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Composition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Sequential work is appropriate when operations depend on one another.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Independent operations can often run concurrently.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190 / 411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Promise Composition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Sequential work is appropriate when operations depend on one another.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Independent operations can often run concurrently.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Promise.all rejects when one required operation rejects.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Promise.allSettled reports every individual outcome.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Promise.race settles when the first operation settles.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191 / 411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Timeouts, Retries, and Cancellation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Timeouts, Retries, and Cancellation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Timeouts prevent indefinite waiting.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AbortController can cancel supported requests.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Retries should target temporary failures.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Permanent validation errors should not be retried.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192 / 411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Timeouts, Retries, and Cancellation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Timeouts, Retries, and Cancellation.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Timeouts prevent indefinite waiting.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AbortController can cancel supported requests.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193 / 411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Timeouts, Retries, and Cancellation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timeouts prevent indefinite waiting.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AbortController can cancel supported requests.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194 / 411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Timeouts, Retries, and Cancellation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controller = new AbortController();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fetch(url,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signal: controller.signal,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controller.abort();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195 / 411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Timeouts, Retries, and Cancellation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Timeouts prevent indefinite waiting.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AbortController can cancel supported requests.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Retries should target temporary failures.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196 / 411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Timeouts, Retries, and Cancellation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Timeouts prevent indefinite waiting.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AbortController can cancel supported requests.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197 / 411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Timeouts, Retries, and Cancellation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198 / 411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Timeouts, Retries, and Cancellation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timeouts, retries, and cancellation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199 / 411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Timeouts, Retries, and Cancellation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Timeouts prevent indefinite waiting.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AbortController can cancel supported requests.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200 / 411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Timeouts, Retries, and Cancellation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Timeouts prevent indefinite waiting.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AbortController can cancel supported requests.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Retries should target temporary failures.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Permanent validation errors should not be retried.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Cleanup must restore the interface after cancellation.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201 / 411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Objects and Prototypes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Objects and Prototypes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objects can delegate property lookup to prototypes.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prototype chain connects related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Shared methods can live on a prototype.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Arrays inherit methods from Array.prototype.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202 / 411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Objects and Prototypes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Objects and Prototypes.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objects can delegate property lookup to prototypes.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prototype chain connects related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203 / 411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Objects and Prototypes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javascript objects can delegate property lookup to prototypes.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prototype chain connects related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204 / 411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Objects and Prototypes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Object.getPrototypeOf(task) === Task.prototype;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205 / 411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Objects and Prototypes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objects can delegate property lookup to prototypes.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prototype chain connects related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Shared methods can live on a prototype.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206 / 411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Objects and Prototypes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objects can delegate property lookup to prototypes.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prototype chain connects related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207 / 411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Objects and Prototypes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208 / 411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Objects and Prototypes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objects and prototypes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209 / 411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Objects and Prototypes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objects can delegate property lookup to prototypes.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prototype chain connects related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210 / 411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Objects and Prototypes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objects can delegate property lookup to prototypes.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prototype chain connects related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Shared methods can live on a prototype.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Arrays inherit methods from Array.prototype.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Classes remain built on prototype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211 / 411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Factory Functions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Factory Functions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factory function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hide construction details.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can validate and normalize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do not require the new keyword.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212 / 411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Factory Functions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Factory Functions.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factory function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hide construction details.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213 / 411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Factory Functions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a factory function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hide construction details.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214 / 411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Factory Functions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function createTask(title)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return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id: createId(),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title,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completed: false,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};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215 / 411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Factory Functions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factory function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hide construction details.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can validate and normalize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216 / 411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Factory Functions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factory function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hide construction details.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217 / 411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Factory Functions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218 / 411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Factory Functions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factory functions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219 / 411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Factory Functions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factory function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hide construction details.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220 / 411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Factory Functions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factory function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hide construction details.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can validate and normalize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Factories do not require the new keyword.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Closures can provide private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221 / 411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Constructor Functions and new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Constructor Functions and new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Constructor functions initialize instances through this.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new keyword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new connects the instance to the constructor prototype.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Prototype methods are shared by instances.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222 / 411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Constructor Functions and new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Constructor Functions and new.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Constructor functions initialize instances through this.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new keyword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223 / 411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Constructor Functions and new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constructor functions initialize instances through this.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new keyword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224 / 411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Constructor Functions and new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function Task(title)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this.title = title;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task = new Task("Learn constructors");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225 / 411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Constructor Functions and new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Constructor functions initialize instances through this.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new keyword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new connects the instance to the constructor prototype.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226 / 411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Constructor Functions and new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Constructor functions initialize instances through this.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new keyword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227 / 411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Constructor Functions and new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228 / 411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Constructor Functions and new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constructor functions and new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229 / 411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Constructor Functions and new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Constructor functions initialize instances through this.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new keyword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230 / 411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Constructor Functions and new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Constructor functions initialize instances through this.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new keyword creates and returns an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new connects the instance to the constructor prototype.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Prototype methods are shared by instances.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Calling a constructor without new can fail.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231 / 411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ES6 Classes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ES6 Classes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Class syntax makes constructor patterns easier to 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constructor initializes instance properties.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Methods are generally placed on the class prototype.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Instances are created with new.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232 / 411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ES6 Classes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ES6 Classes.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Class syntax makes constructor patterns easier to 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constructor initializes instance properties.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233 / 411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ES6 Classes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class syntax makes constructor patterns easier to 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constructor initializes instance properties.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234 / 411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ES6 Classes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class Task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constructor(title)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this.title = title;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complete()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this.completed = true;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235 / 411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ES6 Classes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Class syntax makes constructor patterns easier to 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constructor initializes instance properties.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Methods are generally placed on the class prototype.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236 / 411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ES6 Classes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Class syntax makes constructor patterns easier to 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constructor initializes instance properties.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237 / 411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ES6 Classes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238 / 411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ES6 Classes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es6 classes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239 / 411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ES6 Classes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Class syntax makes constructor patterns easier to 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constructor initializes instance properties.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240 / 411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ES6 Classes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Class syntax makes constructor patterns easier to read.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constructor initializes instance properties.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Methods are generally placed on the class prototype.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Instances are created with new.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Classes cannot be called without new.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241 / 411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Static Methods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Methods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methods belong to the class itself.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Instances do not directly receive static methods.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factories can create instances.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parsers can restore instances from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242 / 411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Static Methods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Static Methods.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methods belong to the class itself.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Instances do not directly receive static methods.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243 / 411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Static Methods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static methods belong to the class itself.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Instances do not directly receive static methods.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244 / 411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Static Methods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class Task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static fromJSON(value)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return new Task(value);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task = Task.fromJSON(data);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245 / 411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Static Methods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methods belong to the class itself.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Instances do not directly receive static methods.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factories can create instances.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246 / 411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Static Methods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methods belong to the class itself.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Instances do not directly receive static methods.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247 / 411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Static Methods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248 / 411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Static Methods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static methods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249 / 411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Static Methods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methods belong to the class itself.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Instances do not directly receive static methods.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250 / 411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Static Methods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methods belong to the class itself.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Instances do not directly receive static methods.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factories can create instances.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parsers can restore instances from data.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Static methods are called with Class.method().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251 / 411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Inheritance, extends, and super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Inheritance, extends, and super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extends creates a subclass relationship.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super invokes parent initialization.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subclass can add properties and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subclass can override a method.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252 / 411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Inheritance, extends, and super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Inheritance, extends, and super.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extends creates a subclass relationship.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super invokes parent initialization.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253 / 411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Inheritance, extends, and super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extends creates a subclass relationship.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super invokes parent initialization.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254 / 411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Inheritance, extends, and super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class ImportedTask extends Task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constructor(data)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super(data);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this.source = data.source;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255 / 411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Inheritance, extends, and super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extends creates a subclass relationship.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super invokes parent initialization.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subclass can add properties and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256 / 411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Inheritance, extends, and super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extends creates a subclass relationship.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super invokes parent initialization.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257 / 411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Inheritance, extends, and super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258 / 411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Inheritance, extends, and super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inheritance, extends, and super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259 / 411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Inheritance, extends, and super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extends creates a subclass relationship.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super invokes parent initialization.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260 / 411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Inheritance, extends, and super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extends creates a subclass relationship.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super invokes parent initialization.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subclass can add properties and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subclass can override a method.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super.method() calls the parent implementation.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261 / 411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Task Domain Model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Task Domain Model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Task class validates identifiers and titles.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Completion behavior belongs on the Task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toJSON provides a storage-safe representation.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fromJSON reconstructs a valid Task instance.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262 / 411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Task Domain Model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Task Domain Model.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Task class validates identifiers and titles.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Completion behavior belongs on the Task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263 / 411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Task Domain Model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the task class validates identifiers and titles.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Completion behavior belongs on the Task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264 / 411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Task Domain Model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task = new Task({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title: "Study object-oriented patterns",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task.complete();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265 / 411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Task Domain Model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Task class validates identifiers and titles.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Completion behavior belongs on the Task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toJSON provides a storage-safe representation.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266 / 411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Task Domain Model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Task class validates identifiers and titles.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Completion behavior belongs on the Task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267 / 411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Task Domain Model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268 / 411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Task Domain Model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task domain model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269 / 411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Task Domain Model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Task class validates identifiers and titles.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Completion behavior belongs on the Task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270 / 411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Task Domain Model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Task class validates identifiers and titles.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Completion behavior belongs on the Task object.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toJSON provides a storage-safe representation.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fromJSON reconstructs a valid Task instance.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domain model keeps rules in one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271 / 411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 Modules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ES Modules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Modules provide file-level scope.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export defines a module's public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import consumes exported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module paths require correct relative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272 / 411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 Modules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ES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Modules provide file-level scope.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export defines a module's public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273 / 411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 Modules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modules provide file-level scope.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export defines a module's public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274 / 411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 Modules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// task.js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export class Task {}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// main.js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import { Task } from "./task.js";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275 / 411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 Modules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Modules provide file-level scope.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export defines a module's public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import consumes exported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276 / 411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 Modules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Modules provide file-level scope.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export defines a module's public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277 / 411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 Modules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278 / 411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 Modules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es modules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279 / 411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 Modules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Modules provide file-level scope.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export defines a module's public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280 / 411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ES Modules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Modules provide file-level scope.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export defines a module's public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import consumes exported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module paths require correct relative paths.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Module boundaries reduce accidental global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281 / 411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Separation of Concerns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Separation of Concerns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Models define domain data and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Services implement business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UI modules update the DOM and bind events.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API modules handle remote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282 / 411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Separation of Concerns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Separation of Concerns.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Models define domain data and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Services implement business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283 / 411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Separation of Concerns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models define domain data and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Services implement business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284 / 411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Separation of Concerns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UI event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-&gt; App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  -&gt; TaskService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      -&gt; Task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      -&gt; StorageService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285 / 411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Separation of Concerns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Models define domain data and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Services implement business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UI modules update the DOM and bind events.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286 / 411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Separation of Concerns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Models define domain data and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Services implement business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287 / 411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Separation of Concerns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288 / 411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Separation of Concerns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separation of concerns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289 / 411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Separation of Concerns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Models define domain data and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Services implement business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290 / 411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Separation of Concerns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Models define domain data and behavior.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Services implement business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UI modules update the DOM and bind events.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API modules handle remote data.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modules without owning every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291 / 411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localStorage and sessionStorage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localStorage and sessionStorage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localStorage survives page reloads and browser restarts.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sessionStorage is intended for temporary tab-session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Both APIs store strings only.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operations can throw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292 / 411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localStorage and sessionStorage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localStorage and sessionStorage.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localStorage survives page reloads and browser restarts.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sessionStorage is intended for temporary tab-session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293 / 411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localStorage and sessionStorage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localstorage survives page reloads and browser restarts.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sessionStorage is intended for temporary tab-session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294 / 411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localStorage and sessionStorage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localStorage.setItem(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"tasks",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JSON.stringify(tasks)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295 / 411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localStorage and sessionStorage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localStorage survives page reloads and browser restarts.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sessionStorage is intended for temporary tab-session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Both APIs store strings only.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296 / 411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localStorage and sessionStorage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localStorage survives page reloads and browser restarts.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sessionStorage is intended for temporary tab-session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297 / 411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localStorage and sessionStorage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298 / 411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localStorage and sessionStorage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localstorage and sessionstorage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299 / 411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localStorage and sessionStorage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localStorage survives page reloads and browser restarts.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sessionStorage is intended for temporary tab-session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300 / 411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localStorage and sessionStorage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localStorage survives page reloads and browser restarts.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sessionStorage is intended for temporary tab-session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Both APIs store strings only.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operations can throw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storage is not a security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301 / 411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JSON Serialization and Restoration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Serialization and Restoration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JSON.stringify converts values to text.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JSON.parse converts valid JSON text to JavaScript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does not preserve class prototypes.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Dates should be serialized in a stable format.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302 / 411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JSON Serialization and Restoration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JSON Serialization and Restoration.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JSON.stringify converts values to text.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JSON.parse converts valid JSON text to JavaScript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303 / 411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JSON Serialization and Restoration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json.stringify converts values to text.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JSON.parse converts valid JSON text to JavaScript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304 / 411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JSON Serialization and Restoration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text = JSON.stringify(task);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value = JSON.parse(text);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restored = Task.fromJSON(value);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305 / 411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JSON Serialization and Restoration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JSON.stringify converts values to text.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JSON.parse converts valid JSON text to JavaScript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does not preserve class prototypes.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306 / 411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JSON Serialization and Restoration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JSON.stringify converts values to text.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JSON.parse converts valid JSON text to JavaScript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307 / 411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JSON Serialization and Restoration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308 / 411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JSON Serialization and Restoration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json serialization and restoration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309 / 411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JSON Serialization and Restoration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JSON.stringify converts values to text.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JSON.parse converts valid JSON text to JavaScript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310 / 411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JSON Serialization and Restoration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JSON.stringify converts values to text.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JSON.parse converts valid JSON text to JavaScript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does not preserve class prototypes.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Dates should be serialized in a stable format.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fromJSON restores domain instances.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311 / 411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Storage Validation and Errors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Validation and Errors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Stored data may be missing, malformed, or outdated.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outer data shape must be checked.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Individual records should be validated.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Malformed records can be ignored or reported.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312 / 411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Storage Validation and Errors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Storage Validation and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Stored data may be missing, malformed, or outdated.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outer data shape must be checked.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313 / 411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Storage Validation and Errors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stored data may be missing, malformed, or outdated.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outer data shape must be checked.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314 / 411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Storage Validation and Errors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try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const parsed = JSON.parse(rawValue);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return parsed.map(Task.fromJSON);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 catch (error)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throw new StorageError("Invalid stored data",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cause: error,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});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315 / 411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Storage Validation and Errors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Stored data may be missing, malformed, or outdated.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outer data shape must be checked.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Individual records should be validated.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316 / 411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Storage Validation and Errors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Stored data may be missing, malformed, or outdated.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outer data shape must be checked.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317 / 411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Storage Validation and Errors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318 / 411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Storage Validation and Errors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storage validation and errors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319 / 411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Storage Validation and Errors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Stored data may be missing, malformed, or outdated.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outer data shape must be checked.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320 / 411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Storage Validation and Errors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Stored data may be missing, malformed, or outdated.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outer data shape must be checked.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Individual records should be validated.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Malformed records can be ignored or reported.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failures should not silently corrupt application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321 / 411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Complete Final Project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Complete Final Project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architecture contains models, services, API,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main.js is a deliberately small entry point.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app.js coordinates application workflows.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TaskService owns task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322 / 411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Complete Final Project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Complete Final Project.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architecture contains models, services, API,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main.js is a deliberately small entry point.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323 / 411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Complete Final Project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the final architecture contains models, services, api,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main.js is a deliberately small entry point.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324 / 411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Complete Final Project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async-task-manager/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├── index.html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├── styles.css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└── js/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├── main.js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├── app.js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├── api/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├── models/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├── services/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├── ui/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  └── utils/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325 / 411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Complete Final Project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architecture contains models, services, API,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main.js is a deliberately small entry point.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app.js coordinates application workflows.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326 / 411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Complete Final Project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architecture contains models, services, API,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main.js is a deliberately small entry point.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327 / 411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Complete Final Project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328 / 411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Complete Final Project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complete final project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329 / 411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Complete Final Project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architecture contains models, services, API,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main.js is a deliberately small entry point.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330 / 411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Complete Final Project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final architecture contains models, services, API, UI, and utilities.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main.js is a deliberately small entry point.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app.js coordinates application workflows.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TaskService owns task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StorageService owns browser persistence.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331 / 411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Syntax Quick Reference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JavaScript Syntax Quick Reference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 and let express variable reassignment intent.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 methods express collection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Destructuring extracts values concisely.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Spread creates shallow copies and combines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332 / 411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Syntax Quick Reference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JavaScript Syntax Quick Reference.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 and let express variable reassignment intent.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 methods express collection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333 / 411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Syntax Quick Reference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const and let express variable reassignment intent.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 methods express collection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334 / 411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Syntax Quick Reference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visible = tasks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.filter((task) =&gt; task.completed)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.map(({ title }) =&gt; title);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335 / 411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Syntax Quick Reference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 and let express variable reassignment intent.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 methods express collection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Destructuring extracts values concisely.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336 / 411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Syntax Quick Reference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 and let express variable reassignment intent.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 methods express collection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337 / 411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Syntax Quick Reference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338 / 411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Syntax Quick Reference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javascript syntax quick reference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339 / 411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Syntax Quick Reference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 and let express variable reassignment intent.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 methods express collection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340 / 411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JavaScript Syntax Quick Reference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const and let express variable reassignment intent.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Array methods express collection operations.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Destructuring extracts values concisely.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Spread creates shallow copies and combines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Optional chaining and nullish coalescing handle optional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341 / 411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Asynchronous JavaScript Reference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Asynchronous JavaScript Reference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Callbacks are functions passed for later execution.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Promises represent future results.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async and await improve asynchronous readability.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Promise.all supports independent concurrent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342 / 411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Asynchronous JavaScript Reference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Asynchronous JavaScript Reference.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Callbacks are functions passed for later execution.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Promises represent future results.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343 / 411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Asynchronous JavaScript Reference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callbacks are functions passed for later execution.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Promises represent future results.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344 / 411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Asynchronous JavaScript Reference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try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const result = await operation();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 catch (error)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handleError(error);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 finally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restoreInterface();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345 / 411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Asynchronous JavaScript Reference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Callbacks are functions passed for later execution.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Promises represent future results.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async and await improve asynchronous readability.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346 / 411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Asynchronous JavaScript Reference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Callbacks are functions passed for later execution.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Promises represent future results.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347 / 411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Asynchronous JavaScript Reference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348 / 411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Asynchronous JavaScript Reference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asynchronous javascript reference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349 / 411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Asynchronous JavaScript Reference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Callbacks are functions passed for later execution.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Promises represent future results.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350 / 411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Asynchronous JavaScript Reference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Callbacks are functions passed for later execution.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Promises represent future results.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async and await improve asynchronous readability.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Promise.all supports independent concurrent work.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AbortController supports request cancellation.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351 / 411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Storage Reference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Browser Storage Reference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APIs use string keys and string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is required for arrays and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belongs to the current origin.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data can be changed by the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352 / 411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Storage Reference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Browser Storage Reference.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APIs use string keys and string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is required for arrays and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353 / 411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Storage Reference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storage apis use string keys and string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is required for arrays and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354 / 411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Storage Reference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raw = localStorage.getItem("tasks");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tasks = raw === null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? []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: JSON.parse(raw);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355 / 411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Storage Reference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APIs use string keys and string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is required for arrays and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belongs to the current origin.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356 / 411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Storage Reference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APIs use string keys and string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is required for arrays and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357 / 411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Storage Reference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358 / 411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Storage Reference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browser storage reference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359 / 411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Storage Reference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APIs use string keys and string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is required for arrays and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360 / 411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Browser Storage Reference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APIs use string keys and string values.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JSON is required for arrays and objects.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belongs to the current origin.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Storage data can be changed by the user.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IndexedDB is better for larger structured datasets.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361 / 411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Debugging Guide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Debugging Guide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Reproduce the issue before changing code.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Read the first meaningful console error.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values at the failing line.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breakpoints and call stacks for execution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362 / 411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Debugging Guide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Debugging Guide.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Reproduce the issue before changing code.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Read the first meaningful console error.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363 / 411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Debugging Guide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reproduce the issue before changing code.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Read the first meaningful console error.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364 / 411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Debugging Guide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console.log("Application state:", {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tasks,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currentFilter,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isLoading,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});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debugger;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365 / 411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Debugging Guide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Reproduce the issue before changing code.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Read the first meaningful console error.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values at the failing line.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366 / 411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Debugging Guide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Reproduce the issue before changing code.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Read the first meaningful console error.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367 / 411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Debugging Guide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368 / 411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Debugging Guide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debugging guide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369 / 411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Debugging Guide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Reproduce the issue before changing code.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Read the first meaningful console error.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370 / 411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Debugging Guide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Reproduce the issue before changing code.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Read the first meaningful console error.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values at the failing line.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breakpoints and call stacks for execution 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Make one focused change and rerun 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371 / 411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Testing the Application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Testing the Application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Unit tests isolate models and services.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Integration tests verify module cooperation.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End-to-end tests simulate user workflows.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Arrange, act, and assert make tests readable.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372 / 411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Testing the Application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Testing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Unit tests isolate models and services.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Integration tests verify module cooperation.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373 / 411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Testing the Application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unit tests isolate models and services.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Integration tests verify module cooperation.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374 / 411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Testing the Application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// Arrange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service = new TaskService();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// Act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task = service.add("Test task");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// Assert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assert(task.title === "Test task");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375 / 411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Testing the Application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Unit tests isolate models and services.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Integration tests verify module cooperation.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End-to-end tests simulate user workflows.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376 / 411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Testing the Application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Unit tests isolate models and services.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Integration tests verify module cooperation.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377 / 411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Testing the Application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378 / 411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Testing the Application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testing the application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379 / 411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Testing the Application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Unit tests isolate models and services.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Integration tests verify module cooperation.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380 / 411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Testing the Application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Unit tests isolate models and services.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Integration tests verify module cooperation.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End-to-end tests simulate user workflows.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Arrange, act, and assert make tests readable.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Error paths and cleanup paths require explicit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381 / 411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Accessibility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Accessibility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Semantic HTML provides useful browser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input needs an accessible label.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Keyboard focus must remain 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Dynamic status changes should be announced.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382 / 411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Accessibility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Accessibility.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Semantic HTML provides useful browser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input needs an accessible label.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383 / 411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Accessibility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semantic html provides useful browser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input needs an accessible label.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384 / 411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Accessibility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&lt;p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role="status"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aria-live="polite"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&gt;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Loading tasks...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&lt;/p&gt;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385 / 411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Accessibility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Semantic HTML provides useful browser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input needs an accessible label.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Keyboard focus must remain 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386 / 411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Accessibility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Semantic HTML provides useful browser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input needs an accessible label.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387 / 411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Accessibility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388 / 411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Accessibility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accessibility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389 / 411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Accessibility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Semantic HTML provides useful browser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input needs an accessible label.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390 / 411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Accessibility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Semantic HTML provides useful browser meaning.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Every input needs an accessible label.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Keyboard focus must remain 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Dynamic status changes should be announced.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Color should not be the only status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391 / 411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Security and Production Considerations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Security and Production Considerations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Client-side validation improves usability but does not authorize actions.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 content should be rendered with textContent.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Secrets must not be placed in browser code or storage.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External data must be validated at every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392 / 411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Security and Production Considerations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Security and Production Considerations.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Client-side validation improves usability but does not authorize actions.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 content should be rendered with textContent.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393 / 411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Security and Production Considerations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client-side validation improves usability but does not authorize actions.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 content should be rendered with textContent.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394 / 411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Security and Production Considerations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title.textContent = task.title;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// Avoid: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title.innerHTML = task.title;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395 / 411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Security and Production Considerations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Client-side validation improves usability but does not authorize actions.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 content should be rendered with textContent.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Secrets must not be placed in browser code or storage.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396 / 411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Security and Production Considerations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Client-side validation improves usability but does not authorize actions.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 content should be rendered with textContent.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397 / 411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Security and Production Considerations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398 / 411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Security and Production Considerations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security and production considerations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399 / 411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Security and Production Considerations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Client-side validation improves usability but does not authorize actions.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 content should be rendered with textContent.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400 / 411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Security and Production Considerations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Client-side validation improves usability but does not authorize actions.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User content should be rendered with textContent.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Secrets must not be placed in browser code or storage.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External data must be validated at every boundary.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Production should use HTTPS and security headers.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401 / 411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Extension Exercises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Extension Exercises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can be extended with priorities and due dates.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Search and sorting operate on derived visible collections.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Import and export require untrusted-data validation.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Themes are UI preferences, not task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402 / 411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Extension Exercises —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Core idea: Extension Exercises.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can be extended with priorities and due dates.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Search and sorting operate on derived visible collections.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reader should be able to explain the behavior in plain language.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concept becomes useful when connected to the task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403 / 411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Extension Exercises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This topic matters because it affects the project can be extended with priorities and due dates.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Search and sorting operate on derived visible collections.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Incorrect assumptions here create bugs in later modules.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clear mental model makes debugging more direct.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application uses this idea repeatedly.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404 / 411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Extension Exercises — Code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Minimal implementation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182880"/>
          <a:lstStyle/>
          <a:p>
            <a:pPr algn="ctr"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const visibleTasks = service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.search(query)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.filter(matchesCurrentFilter)</a:t>
            </a:r>
          </a:p>
          <a:p>
            <a:pPr>
              <a:spcAft>
                <a:spcPts val="300"/>
              </a:spcAft>
              <a:defRPr sz="1700">
                <a:solidFill>
                  <a:srgbClr val="000000"/>
                </a:solidFill>
                <a:latin typeface="Courier New"/>
              </a:defRPr>
            </a:pPr>
            <a:r>
              <a:t>  .sort(compareTasks);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405 / 411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Extension Exercises —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Start with the current application state.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can be extended with priorities and due dates.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Search and sorting operate on derived visible collections.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Import and export require untrusted-data validation.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Finish by updating the visible result and verifying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406 / 411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Extension Exercises — Design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Keep responsibilities narrow.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can be extended with priorities and due dates.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Search and sorting operate on derived visible collections.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Validate values at boundaries.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Prefer predictable interfaces over hidden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407 / 411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Extension Exercises —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Run the smallest useful experiment first.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Inspect the browser console for unexpected errors.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Verify the expected visible output.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Repeat the test through the user interface.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Confirm that the feature still works after refresh when persistence is involved.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408 / 411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Extension Exercises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treat extension exercises as automatic or invisible.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skip validation of external input.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mix unrelated responsibilities.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Do not continue after a failed verification step.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Use a breakpoint or structured log when behavior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409 / 411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Extension Exercises — Architecture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entry point starts the application.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coordinator connects the workflow.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can be extended with priorities and due dates.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Search and sorting operate on derived visible collections.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UI presents the result without owning every business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410 / 411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Extension Exercises —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Intermediate JavaScript: Asynchronous Flow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93192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 project can be extended with priorities and due dates.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Search and sorting operate on derived visible collections.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Import and export require untrusted-data validation.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Themes are UI preferences, not task data.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A real API introduces network, HTTP, and cancellation concerns.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411 / 411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