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828800" cy="25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E1E1E"/>
                </a:solidFill>
                <a:latin typeface="Helvetica Neue"/>
              </a:defRPr>
            </a:pPr>
            <a:r>
              <a:t>Zustand Mastery: Complete Tutorial Series — Slide Outline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46464"/>
                </a:solidFill>
                <a:latin typeface="Helvetica Neue"/>
              </a:defRPr>
            </a:pPr>
            <a:r>
              <a:t>Complete Tutorial Series — Slide Outline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E1E1E"/>
                </a:solidFill>
                <a:latin typeface="Helvetica Neue"/>
              </a:defRPr>
            </a:pPr>
            <a:r>
              <a:t>Day 1: Foundations &amp; Core Concepts (8 Hours)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990" y="3931920"/>
            <a:ext cx="1828800" cy="25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Title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"Zustand Mastery: From Fundamentals to Production-Grade State Management"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Presenter name, date, and session information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Course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5-day intensive training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Hands-on, code-first approach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Build a complete application: TaskFlow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All code is copy-pasteable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What You Will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Zustand fundamentals and API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Advanced state architecture patterns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Async workflows and concurrency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Performance optimization techniques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Ecosystem integration (React 19, Next.js 16, React Native)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Production patterns and enterprise best practices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Target Audience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React developers seeking Redux alternatives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Frontend engineers replacing Context API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Full-stack developers building scalable apps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React Native developers needing lightweight state management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Technical leads and architects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Prerequisites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Intermediate JavaScript (ES2022+)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React Hooks familiarity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Basic TypeScript (recommended)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Experience building React apps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Understanding of async programming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The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State management is often the most complex part of frontend apps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Redux: Too much boilerplate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Context API: Performance issues with frequent updates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MobX: Magic proxies, hard to debug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Recoil/Jotai: Provider overhead, learning curve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Why Zustand?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Minimal API (~1KB bundle)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No Provider required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Fine-grained subscriptions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Works outside React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Excellent TypeScript support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Middleware ecosystem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DevTools integration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Simple, predictable, performant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Series Overview &amp; Capstone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Part 1: Foundations &amp; Core Concepts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Part 2: Advanced State Architecture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Part 3: Asynchronous State Management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Part 4: Performance Optimization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Part 5: Ecosystem Integration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Part 6: Production Patterns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Part 7: Testing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Part 8: Enterprise Best Practices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Capstone: TaskFlow Application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What is Zustand?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German for "state"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Created by the Poimandres team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Small, fast, and scalable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Solves state management challenges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Philosophy: Simple, predictable, performant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Zustand's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Store holds state and actions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Components subscribe via selectors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Fine-grained updates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No Provider needed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Works anywhere (React, Node, browsers)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The Mental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Think of it as a smart notification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143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Store → State + Actions</a:t>
            </a:r>
            <a:br/>
            <a:r>
              <a:t>  ↓</a:t>
            </a:r>
            <a:br/>
            <a:r>
              <a:t>Components → Subscribe via selectors</a:t>
            </a:r>
            <a:br/>
            <a:r>
              <a:t>  ↓</a:t>
            </a:r>
            <a:br/>
            <a:r>
              <a:t>State changes → Only affected components re-render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Atomic State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State is broken into small, independent pieces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Components subscribe to only what they need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Benefits: Performance, maintainability, scalability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Comparison: Zustand vs. Redux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Redux: 30+ lines for counter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Zustand: 5 lines for counter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143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Redux (Traditional):</a:t>
            </a:r>
            <a:br/>
            <a:r>
              <a:t>  Actions → Reducers → Store → Provider → useSelector/useDispatch</a:t>
            </a:r>
            <a:br/>
            <a:br/>
            <a:r>
              <a:t>Zustand:</a:t>
            </a:r>
            <a:br/>
            <a:r>
              <a:t>  create → Store → useStore(selector)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Comparison: Zustand vs. Context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Context: All consumers re-render on ANY state change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Zustand: Only consumers of changed state re-render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143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Context API:</a:t>
            </a:r>
            <a:br/>
            <a:r>
              <a:t>  createContext → Provider → useContext → All consumers re-render</a:t>
            </a:r>
            <a:br/>
            <a:br/>
            <a:r>
              <a:t>Zustand:</a:t>
            </a:r>
            <a:br/>
            <a:r>
              <a:t>  create → useStore(selector) → Only subscribers re-render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Comparison: Zustand vs. MobX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600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MobX:</a:t>
            </a:r>
            <a:br/>
            <a:r>
              <a:t>  @observable → @action → @computed → observer</a:t>
            </a:r>
            <a:br/>
            <a:r>
              <a:t>  Magic proxies, hard to debug</a:t>
            </a:r>
            <a:br/>
            <a:br/>
            <a:r>
              <a:t>Zustand:</a:t>
            </a:r>
            <a:br/>
            <a:r>
              <a:t>  create → set/get → selectors → explicit</a:t>
            </a:r>
            <a:br/>
            <a:r>
              <a:t>  Clear, predictable, debuggable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Comparison: Zustand vs. Recoil/Jotai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600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Recoil/Jotai:</a:t>
            </a:r>
            <a:br/>
            <a:r>
              <a:t>  atom → useAtom → Provider required</a:t>
            </a:r>
            <a:br/>
            <a:r>
              <a:t>  Multiple atoms to manage</a:t>
            </a:r>
            <a:br/>
            <a:br/>
            <a:r>
              <a:t>Zustand:</a:t>
            </a:r>
            <a:br/>
            <a:r>
              <a:t>  create → useStore → No Provider</a:t>
            </a:r>
            <a:br/>
            <a:r>
              <a:t>  Single store, multiple slices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When to Use Zustand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Replace Redux boilerplate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Replace Context API for complex state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Build React Native apps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Build Next.js apps with SSR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Need simple, performant state management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Want minimal bundle size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Need state outside React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Key Concepts Preview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Store creation: `create()`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State: The data in the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Actions: Functions that update state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Selectors: Extract specific pieces of state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Subscriptions: Fine-grained re-renders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Middleware: Extend store functionality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Installation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828800" cy="25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E1E1E"/>
                </a:solidFill>
                <a:latin typeface="Helvetica Neue"/>
              </a:defRPr>
            </a:pPr>
            <a:r>
              <a:t>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46464"/>
                </a:solidFill>
                <a:latin typeface="Helvetica Neue"/>
              </a:defRPr>
            </a:pPr>
            <a:r>
              <a:t>Complete Tutorial Series — Slide Outline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828800" cy="25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0">
                <a:solidFill>
                  <a:srgbClr val="1E1E1E"/>
                </a:solidFill>
                <a:latin typeface="Helvetica Neue"/>
              </a:defRPr>
            </a:pPr>
            <a:r>
              <a:t>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46464"/>
                </a:solidFill>
                <a:latin typeface="Helvetica Neue"/>
              </a:defRPr>
            </a:pPr>
            <a:r>
              <a:t>Complete Tutorial Series — Slide Outline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Your First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828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create } from 'zustand';</a:t>
            </a:r>
            <a:br/>
            <a:br/>
            <a:r>
              <a:t>const useStore = create((set) =&gt; ({</a:t>
            </a:r>
            <a:br/>
            <a:r>
              <a:t>  count: 0,</a:t>
            </a:r>
            <a:br/>
            <a:r>
              <a:t>  increment: () =&gt; set((state) =&gt; ({ count: state.count + 1 })),</a:t>
            </a:r>
            <a:br/>
            <a:r>
              <a:t>  decrement: () =&gt; set((state) =&gt; ({ count: state.count - 1 })),</a:t>
            </a:r>
            <a:br/>
            <a:r>
              <a:t>  reset: () =&gt; set({ count: 0 }),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Understanding the `create`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`set`: Updates state (like `setState`)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`get`: Reads current state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`store`: The store instance (for middleware)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914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create&lt;T&gt;((set, get, store) =&gt; ({</a:t>
            </a:r>
            <a:br/>
            <a:r>
              <a:t>  // state</a:t>
            </a:r>
            <a:br/>
            <a:r>
              <a:t>  // actions</a:t>
            </a:r>
            <a:br/>
            <a:r>
              <a:t>}))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Using the Store in Components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function Counter() {</a:t>
            </a:r>
            <a:br/>
            <a:r>
              <a:t>  const count = useStore((state) =&gt; state.count);</a:t>
            </a:r>
            <a:br/>
            <a:r>
              <a:t>  const increment = useStore((state) =&gt; state.increment);</a:t>
            </a:r>
            <a:br/>
            <a:r>
              <a:t>  </a:t>
            </a:r>
            <a:br/>
            <a:r>
              <a:t>  return &lt;button onClick={increment}&gt;{count}&lt;/button&gt;;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TypeScript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interface CounterStore {</a:t>
            </a:r>
            <a:br/>
            <a:r>
              <a:t>  count: number;</a:t>
            </a:r>
            <a:br/>
            <a:r>
              <a:t>  increment: () =&gt; void;</a:t>
            </a:r>
            <a:br/>
            <a:r>
              <a:t>  decrement: () =&gt; void;</a:t>
            </a:r>
            <a:br/>
            <a:r>
              <a:t>  reset: () =&gt; void;</a:t>
            </a:r>
            <a:br/>
            <a:r>
              <a:t>}</a:t>
            </a:r>
            <a:br/>
            <a:br/>
            <a:r>
              <a:t>const useStore = create&lt;CounterStore&gt;((set) =&gt; ({</a:t>
            </a:r>
            <a:br/>
            <a:r>
              <a:t>  count: 0,</a:t>
            </a:r>
            <a:br/>
            <a:r>
              <a:t>  increment: () =&gt; set((state) =&gt; ({ count: state.count + 1 })),</a:t>
            </a:r>
            <a:br/>
            <a:r>
              <a:t>  decrement: () =&gt; set((state) =&gt; ({ count: state.count - 1 })),</a:t>
            </a:r>
            <a:br/>
            <a:r>
              <a:t>  reset: () =&gt; set({ count: 0 }),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State vs.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State: Data (e.g., `count`, `user`, `tasks`)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Actions: Functions that update state (e.g., `increment`, `setUser`, `addTask`)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Primitive and Object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Primitive state</a:t>
            </a:r>
            <a:br/>
            <a:r>
              <a:t>const useStore = create((set) =&gt; ({</a:t>
            </a:r>
            <a:br/>
            <a:r>
              <a:t>  count: 0,</a:t>
            </a:r>
            <a:br/>
            <a:r>
              <a:t>  name: 'Alice',</a:t>
            </a:r>
            <a:br/>
            <a:r>
              <a:t>  isActive: true,</a:t>
            </a:r>
            <a:br/>
            <a:r>
              <a:t>}));</a:t>
            </a:r>
            <a:br/>
            <a:br/>
            <a:r>
              <a:t>// Object state</a:t>
            </a:r>
            <a:br/>
            <a:r>
              <a:t>const useStore = create((set) =&gt; ({</a:t>
            </a:r>
            <a:br/>
            <a:r>
              <a:t>  user: { name: 'Alice', email: 'alice@example.com' },</a:t>
            </a:r>
            <a:br/>
            <a:r>
              <a:t>  preferences: { theme: 'dark', language: 'en' },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Organizing Store Files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One file per domain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Export the store and its types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Keep stores focused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143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src/</a:t>
            </a:r>
            <a:br/>
            <a:r>
              <a:t>├── store/</a:t>
            </a:r>
            <a:br/>
            <a:r>
              <a:t>│   ├── counterStore.ts</a:t>
            </a:r>
            <a:br/>
            <a:r>
              <a:t>│   ├── userStore.ts</a:t>
            </a:r>
            <a:br/>
            <a:r>
              <a:t>│   └── taskStore.ts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Counter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 a counter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increment/decrement actions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in React component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Show re-render behavior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Create Your First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 a todo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Add/remove/toggle todos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Display in React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TypeScript types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The `useStore` Hook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Selectors extract specific pieces of state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Components only re-render when selected state 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5486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Subscribe to specific state</a:t>
            </a:r>
            <a:br/>
            <a:r>
              <a:t>const count = useStore((state) =&gt; state.count);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Understanding Selectors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Selector functions are called with the current state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They return the specific piece of state the component needs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143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❌ Bad: Subscribes to everything</a:t>
            </a:r>
            <a:br/>
            <a:r>
              <a:t>const store = useStore();</a:t>
            </a:r>
            <a:br/>
            <a:br/>
            <a:r>
              <a:t>// ✅ Good: Subscribes only to what's needed</a:t>
            </a:r>
            <a:br/>
            <a:r>
              <a:t>const count = useStore((state) =&gt; state.count);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Preventing Unnecessary Re-renders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514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function TaskCounter() {</a:t>
            </a:r>
            <a:br/>
            <a:r>
              <a:t>  const count = useStore((state) =&gt; state.taskIds.length);</a:t>
            </a:r>
            <a:br/>
            <a:r>
              <a:t>  // Only re-renders when taskIds.length changes</a:t>
            </a:r>
            <a:br/>
            <a:r>
              <a:t>  return &lt;div&gt;Total tasks: {count}&lt;/div&gt;;</a:t>
            </a:r>
            <a:br/>
            <a:r>
              <a:t>}</a:t>
            </a:r>
            <a:br/>
            <a:br/>
            <a:r>
              <a:t>function TaskItem({ id }) {</a:t>
            </a:r>
            <a:br/>
            <a:r>
              <a:t>  const task = useStore((state) =&gt; state.tasks[id]);</a:t>
            </a:r>
            <a:br/>
            <a:r>
              <a:t>  // Only re-renders when this specific task changes</a:t>
            </a:r>
            <a:br/>
            <a:r>
              <a:t>  return &lt;div&gt;{task.text}&lt;/div&gt;;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The `useShallow` Hook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useShallow } from 'zustand/react/shallow';</a:t>
            </a:r>
            <a:br/>
            <a:br/>
            <a:r>
              <a:t>function Component() {</a:t>
            </a:r>
            <a:br/>
            <a:r>
              <a:t>  const { user, settings } = useStore(</a:t>
            </a:r>
            <a:br/>
            <a:r>
              <a:t>    useShallow((state) =&gt; ({</a:t>
            </a:r>
            <a:br/>
            <a:r>
              <a:t>      user: state.user,</a:t>
            </a:r>
            <a:br/>
            <a:r>
              <a:t>      settings: state.settings,</a:t>
            </a:r>
            <a:br/>
            <a:r>
              <a:t>    }))</a:t>
            </a:r>
            <a:br/>
            <a:r>
              <a:t>  );</a:t>
            </a:r>
            <a:br/>
            <a:r>
              <a:t>  // Only re-renders when user or settings actually change</a:t>
            </a:r>
            <a:br/>
            <a:r>
              <a:t>  return &lt;div&gt;{user.name} - {settings.theme}&lt;/div&gt;;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Why `useShallow`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❌ Bad: New object every render</a:t>
            </a:r>
            <a:br/>
            <a:r>
              <a:t>const { user, settings } = useStore((state) =&gt; ({</a:t>
            </a:r>
            <a:br/>
            <a:r>
              <a:t>  user: state.user,</a:t>
            </a:r>
            <a:br/>
            <a:r>
              <a:t>  settings: state.settings,</a:t>
            </a:r>
            <a:br/>
            <a:r>
              <a:t>}));</a:t>
            </a:r>
            <a:br/>
            <a:r>
              <a:t>// Even if state hasn't changed, this is a new object → re-render</a:t>
            </a:r>
            <a:br/>
            <a:br/>
            <a:r>
              <a:t>// ✅ Good: Shallow comparison</a:t>
            </a:r>
            <a:br/>
            <a:r>
              <a:t>const { user, settings } = useStore(</a:t>
            </a:r>
            <a:br/>
            <a:r>
              <a:t>  useShallow((state) =&gt; ({</a:t>
            </a:r>
            <a:br/>
            <a:r>
              <a:t>    user: state.user,</a:t>
            </a:r>
            <a:br/>
            <a:r>
              <a:t>    settings: state.settings,</a:t>
            </a:r>
            <a:br/>
            <a:r>
              <a:t>  }))</a:t>
            </a:r>
            <a:br/>
            <a:r>
              <a:t>);</a:t>
            </a:r>
            <a:br/>
            <a:r>
              <a:t>// Only re-renders when user or settings change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Splitting Selectors for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514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❌ Bad: One selector for multiple values</a:t>
            </a:r>
            <a:br/>
            <a:r>
              <a:t>const { tasks, loading, error } = useStore((state) =&gt; ({</a:t>
            </a:r>
            <a:br/>
            <a:r>
              <a:t>  tasks: state.tasks,</a:t>
            </a:r>
            <a:br/>
            <a:r>
              <a:t>  loading: state.loading,</a:t>
            </a:r>
            <a:br/>
            <a:r>
              <a:t>  error: state.error,</a:t>
            </a:r>
            <a:br/>
            <a:r>
              <a:t>}));</a:t>
            </a:r>
            <a:br/>
            <a:br/>
            <a:r>
              <a:t>// ✅ Good: Multiple focused selectors</a:t>
            </a:r>
            <a:br/>
            <a:r>
              <a:t>const tasks = useStore((state) =&gt; state.tasks);</a:t>
            </a:r>
            <a:br/>
            <a:r>
              <a:t>const loading = useStore((state) =&gt; state.loading);</a:t>
            </a:r>
            <a:br/>
            <a:r>
              <a:t>const error = useStore((state) =&gt; state.error);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Memoized Selectors with `reselect`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createSelector } from 'reselect';</a:t>
            </a:r>
            <a:br/>
            <a:br/>
            <a:r>
              <a:t>const selectTasks = (state) =&gt; state.tasks;</a:t>
            </a:r>
            <a:br/>
            <a:r>
              <a:t>const selectFilter = (state) =&gt; state.filter;</a:t>
            </a:r>
            <a:br/>
            <a:br/>
            <a:r>
              <a:t>const selectFilteredTasks = createSelector(</a:t>
            </a:r>
            <a:br/>
            <a:r>
              <a:t>  [selectTasks, selectFilter],</a:t>
            </a:r>
            <a:br/>
            <a:r>
              <a:t>  (tasks, filter) =&gt; {</a:t>
            </a:r>
            <a:br/>
            <a:r>
              <a:t>    // Only recomputes when tasks or filter change</a:t>
            </a:r>
            <a:br/>
            <a:r>
              <a:t>    return tasks.filter(task =&gt; task.status === filter);</a:t>
            </a:r>
            <a:br/>
            <a:r>
              <a:t>  }</a:t>
            </a:r>
            <a:br/>
            <a:r>
              <a:t>);</a:t>
            </a:r>
            <a:br/>
            <a:br/>
            <a:r>
              <a:t>const filteredTasks = useStore(selectFilteredTasks);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Performance Anti-Patterns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828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❌ Inline selector function (recreated each render)</a:t>
            </a:r>
            <a:br/>
            <a:r>
              <a:t>const activeTasks = useStore((state) =&gt; </a:t>
            </a:r>
            <a:br/>
            <a:r>
              <a:t>  state.tasks.filter(t =&gt; !t.completed)</a:t>
            </a:r>
            <a:br/>
            <a:r>
              <a:t>);</a:t>
            </a:r>
            <a:br/>
            <a:br/>
            <a:r>
              <a:t>// ✅ Extract selector</a:t>
            </a:r>
            <a:br/>
            <a:r>
              <a:t>const selectActiveTasks = (state) =&gt; state.tasks.filter(t =&gt; !t.completed);</a:t>
            </a:r>
            <a:br/>
            <a:r>
              <a:t>const activeTasks = useStore(selectActiveTasks);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Selector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 a component with poor selector performance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Show how to optimize it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React DevTools to measure re-renders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render counters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Optimizing Component Subscriptions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Take a poorly optimized component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focused selectors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`useShallow`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Extract and memoize selectors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The `set`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828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Object update</a:t>
            </a:r>
            <a:br/>
            <a:r>
              <a:t>set({ count: 1 });</a:t>
            </a:r>
            <a:br/>
            <a:br/>
            <a:r>
              <a:t>// Functional update (preferred)</a:t>
            </a:r>
            <a:br/>
            <a:r>
              <a:t>set((state) =&gt; ({ count: state.count + 1 }));</a:t>
            </a:r>
            <a:br/>
            <a:br/>
            <a:r>
              <a:t>// Replace state (instead of merge)</a:t>
            </a:r>
            <a:br/>
            <a:r>
              <a:t>set({ count: 1 }, true);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Functional vs. Object Updates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❌ Race condition with object update</a:t>
            </a:r>
            <a:br/>
            <a:r>
              <a:t>const addTask = (text) =&gt; {</a:t>
            </a:r>
            <a:br/>
            <a:r>
              <a:t>  const currentTasks = get().tasks;</a:t>
            </a:r>
            <a:br/>
            <a:r>
              <a:t>  set({ tasks: [...currentTasks, { text }] });</a:t>
            </a:r>
            <a:br/>
            <a:r>
              <a:t>};</a:t>
            </a:r>
            <a:br/>
            <a:r>
              <a:t>// Multiple calls can overwrite each other</a:t>
            </a:r>
            <a:br/>
            <a:br/>
            <a:r>
              <a:t>// ✅ Safe with functional update</a:t>
            </a:r>
            <a:br/>
            <a:r>
              <a:t>const addTask = (text) =&gt; {</a:t>
            </a:r>
            <a:br/>
            <a:r>
              <a:t>  set((state) =&gt; ({</a:t>
            </a:r>
            <a:br/>
            <a:r>
              <a:t>    tasks: [...state.tasks, { text }]</a:t>
            </a:r>
            <a:br/>
            <a:r>
              <a:t>  }));</a:t>
            </a:r>
            <a:br/>
            <a:r>
              <a:t>};</a:t>
            </a:r>
            <a:br/>
            <a:r>
              <a:t>// Uses latest state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Immutable Updates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286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❌ Wrong: Direct mutation</a:t>
            </a:r>
            <a:br/>
            <a:r>
              <a:t>set((state) =&gt; {</a:t>
            </a:r>
            <a:br/>
            <a:r>
              <a:t>  state.tasks.push(newTask);</a:t>
            </a:r>
            <a:br/>
            <a:r>
              <a:t>  return state;</a:t>
            </a:r>
            <a:br/>
            <a:r>
              <a:t>});</a:t>
            </a:r>
            <a:br/>
            <a:br/>
            <a:r>
              <a:t>// ✅ Correct: Immutable update</a:t>
            </a:r>
            <a:br/>
            <a:r>
              <a:t>set((state) =&gt; ({</a:t>
            </a:r>
            <a:br/>
            <a:r>
              <a:t>  tasks: [...state.tasks, newTask]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Updating Nested Objects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❌ Wrong: Shallow copy only</a:t>
            </a:r>
            <a:br/>
            <a:r>
              <a:t>set((state) =&gt; ({</a:t>
            </a:r>
            <a:br/>
            <a:r>
              <a:t>  user: {</a:t>
            </a:r>
            <a:br/>
            <a:r>
              <a:t>    ...state.user,</a:t>
            </a:r>
            <a:br/>
            <a:r>
              <a:t>    preferences: { theme: 'dark' } // Lost other preferences!</a:t>
            </a:r>
            <a:br/>
            <a:r>
              <a:t>  }</a:t>
            </a:r>
            <a:br/>
            <a:r>
              <a:t>}));</a:t>
            </a:r>
            <a:br/>
            <a:br/>
            <a:r>
              <a:t>// ✅ Correct: Deep copy</a:t>
            </a:r>
            <a:br/>
            <a:r>
              <a:t>set((state) =&gt; ({</a:t>
            </a:r>
            <a:br/>
            <a:r>
              <a:t>  user: {</a:t>
            </a:r>
            <a:br/>
            <a:r>
              <a:t>    ...state.user,</a:t>
            </a:r>
            <a:br/>
            <a:r>
              <a:t>    preferences: {</a:t>
            </a:r>
            <a:br/>
            <a:r>
              <a:t>      ...state.user.preferences,</a:t>
            </a:r>
            <a:br/>
            <a:r>
              <a:t>      theme: 'dark'</a:t>
            </a:r>
            <a:br/>
            <a:r>
              <a:t>    }</a:t>
            </a:r>
            <a:br/>
            <a:r>
              <a:t>  }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Multiple State Mutations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514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❌ Bad: Multiple updates (multiple re-renders)</a:t>
            </a:r>
            <a:br/>
            <a:r>
              <a:t>set({ loading: true });</a:t>
            </a:r>
            <a:br/>
            <a:r>
              <a:t>set({ tasks: newTasks });</a:t>
            </a:r>
            <a:br/>
            <a:r>
              <a:t>set({ loading: false });</a:t>
            </a:r>
            <a:br/>
            <a:br/>
            <a:r>
              <a:t>// ✅ Good: Single update (one re-render)</a:t>
            </a:r>
            <a:br/>
            <a:r>
              <a:t>set({</a:t>
            </a:r>
            <a:br/>
            <a:r>
              <a:t>  tasks: newTasks,</a:t>
            </a:r>
            <a:br/>
            <a:r>
              <a:t>  loading: false,</a:t>
            </a:r>
            <a:br/>
            <a:r>
              <a:t>  error: null,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Resetting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286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initialState = {</a:t>
            </a:r>
            <a:br/>
            <a:r>
              <a:t>  tasks: [],</a:t>
            </a:r>
            <a:br/>
            <a:r>
              <a:t>  loading: false,</a:t>
            </a:r>
            <a:br/>
            <a:r>
              <a:t>  error: null,</a:t>
            </a:r>
            <a:br/>
            <a:r>
              <a:t>};</a:t>
            </a:r>
            <a:br/>
            <a:br/>
            <a:r>
              <a:t>const useStore = create((set) =&gt; ({</a:t>
            </a:r>
            <a:br/>
            <a:r>
              <a:t>  ...initialState,</a:t>
            </a:r>
            <a:br/>
            <a:r>
              <a:t>  reset: () =&gt; set(initialState),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Partial Updates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Update specific fields</a:t>
            </a:r>
            <a:br/>
            <a:r>
              <a:t>set({ theme: 'dark' });</a:t>
            </a:r>
            <a:br/>
            <a:br/>
            <a:r>
              <a:t>// Update nested fields</a:t>
            </a:r>
            <a:br/>
            <a:r>
              <a:t>set((state) =&gt; ({</a:t>
            </a:r>
            <a:br/>
            <a:r>
              <a:t>  user: {</a:t>
            </a:r>
            <a:br/>
            <a:r>
              <a:t>    ...state.user,</a:t>
            </a:r>
            <a:br/>
            <a:r>
              <a:t>    preferences: {</a:t>
            </a:r>
            <a:br/>
            <a:r>
              <a:t>      ...state.user.preferences,</a:t>
            </a:r>
            <a:br/>
            <a:r>
              <a:t>      notifications: false,</a:t>
            </a:r>
            <a:br/>
            <a:r>
              <a:t>    },</a:t>
            </a:r>
            <a:br/>
            <a:r>
              <a:t>  },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Update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Show functional vs. object updates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Demonstrate immutable updates with nested objects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Batch multiple updates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Reset state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State Updates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 a form store with fields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Implement field updates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validation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Reset form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What Are Vanilla Stores?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Zustand stores without React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Created with `createStore`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in utility modules, service layers, Node.js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Share state between React and non-React code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Creating a Vanilla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createStore } from 'zustand/vanilla';</a:t>
            </a:r>
            <a:br/>
            <a:br/>
            <a:r>
              <a:t>const store = createStore((set) =&gt; ({</a:t>
            </a:r>
            <a:br/>
            <a:r>
              <a:t>  count: 0,</a:t>
            </a:r>
            <a:br/>
            <a:r>
              <a:t>  increment: () =&gt; set((state) =&gt; ({ count: state.count + 1 })),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Using Vanilla Stores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Get state</a:t>
            </a:r>
            <a:br/>
            <a:r>
              <a:t>store.getState();</a:t>
            </a:r>
            <a:br/>
            <a:br/>
            <a:r>
              <a:t>// Update state</a:t>
            </a:r>
            <a:br/>
            <a:r>
              <a:t>store.setState({ count: 5 });</a:t>
            </a:r>
            <a:br/>
            <a:br/>
            <a:r>
              <a:t>// Subscribe to changes</a:t>
            </a:r>
            <a:br/>
            <a:r>
              <a:t>const unsubscribe = store.subscribe((state) =&gt; {</a:t>
            </a:r>
            <a:br/>
            <a:r>
              <a:t>  console.log('State changed:', state);</a:t>
            </a:r>
            <a:br/>
            <a:r>
              <a:t>});</a:t>
            </a:r>
            <a:br/>
            <a:br/>
            <a:r>
              <a:t>// Destroy (clean up)</a:t>
            </a:r>
            <a:br/>
            <a:r>
              <a:t>store.destroy();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Connecting Vanilla Stores to React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600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useStore } from 'zustand';</a:t>
            </a:r>
            <a:br/>
            <a:br/>
            <a:r>
              <a:t>function Counter() {</a:t>
            </a:r>
            <a:br/>
            <a:r>
              <a:t>  const count = useStore(store, (state) =&gt; state.count);</a:t>
            </a:r>
            <a:br/>
            <a:r>
              <a:t>  const increment = useStore(store, (state) =&gt; state.increment);</a:t>
            </a:r>
            <a:br/>
            <a:r>
              <a:t>  return &lt;button onClick={increment}&gt;{count}&lt;/button&gt;;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Vanilla Stores in Utility Modules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utils/counter.ts</a:t>
            </a:r>
            <a:br/>
            <a:r>
              <a:t>import { createStore } from 'zustand/vanilla';</a:t>
            </a:r>
            <a:br/>
            <a:br/>
            <a:r>
              <a:t>export const counterStore = createStore((set) =&gt; ({</a:t>
            </a:r>
            <a:br/>
            <a:r>
              <a:t>  count: 0,</a:t>
            </a:r>
            <a:br/>
            <a:r>
              <a:t>  increment: () =&gt; set((state) =&gt; ({ count: state.count + 1 })),</a:t>
            </a:r>
            <a:br/>
            <a:r>
              <a:t>}));</a:t>
            </a:r>
            <a:br/>
            <a:br/>
            <a:r>
              <a:t>// service.ts</a:t>
            </a:r>
            <a:br/>
            <a:r>
              <a:t>import { counterStore } from './counter';</a:t>
            </a:r>
            <a:br/>
            <a:br/>
            <a:r>
              <a:t>export function logCount() {</a:t>
            </a:r>
            <a:br/>
            <a:r>
              <a:t>  console.log('Current count:', counterStore.getState().count);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Event-Driven Architectures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828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Subscribe to changes</a:t>
            </a:r>
            <a:br/>
            <a:r>
              <a:t>const unsubscribe = store.subscribe((state, prevState) =&gt; {</a:t>
            </a:r>
            <a:br/>
            <a:r>
              <a:t>  if (state.count !== prevState.count) {</a:t>
            </a:r>
            <a:br/>
            <a:r>
              <a:t>    console.log('Count changed from', prevState.count, 'to', state.count);</a:t>
            </a:r>
            <a:br/>
            <a:r>
              <a:t>    // Trigger side effects</a:t>
            </a:r>
            <a:br/>
            <a:r>
              <a:t>    updateUI();</a:t>
            </a:r>
            <a:br/>
            <a:r>
              <a:t>  }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Vanilla Stores in Node.js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server.js</a:t>
            </a:r>
            <a:br/>
            <a:r>
              <a:t>import { createStore } from 'zustand/vanilla';</a:t>
            </a:r>
            <a:br/>
            <a:br/>
            <a:r>
              <a:t>const store = createStore((set) =&gt; ({</a:t>
            </a:r>
            <a:br/>
            <a:r>
              <a:t>  data: [],</a:t>
            </a:r>
            <a:br/>
            <a:r>
              <a:t>  addData: (item) =&gt; set((state) =&gt; ({ data: [...state.data, item] })),</a:t>
            </a:r>
            <a:br/>
            <a:r>
              <a:t>}));</a:t>
            </a:r>
            <a:br/>
            <a:br/>
            <a:r>
              <a:t>// Background tasks</a:t>
            </a:r>
            <a:br/>
            <a:r>
              <a:t>setInterval(() =&gt; {</a:t>
            </a:r>
            <a:br/>
            <a:r>
              <a:t>  const state = store.getState();</a:t>
            </a:r>
            <a:br/>
            <a:r>
              <a:t>  console.log('Data length:', state.data.length);</a:t>
            </a:r>
            <a:br/>
            <a:r>
              <a:t>}, 1000);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Vanilla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 a vanilla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it in a React component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it in a Node.js script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Share state between React and Node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Vanilla Store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 a vanilla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it in React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it in a utility module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Subscribe to changes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E1E1E"/>
                </a:solidFill>
                <a:latin typeface="Helvetica Neue"/>
              </a:defRPr>
            </a:pPr>
            <a:r>
              <a:t>Day 2: Advanced State Architecture (8 Hours)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990" y="3931920"/>
            <a:ext cx="1828800" cy="25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The Problem with Monolithic Stores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Hard to maintain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Team conflicts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Performance issues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286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❌ Monolithic store</a:t>
            </a:r>
            <a:br/>
            <a:r>
              <a:t>const useStore = create((set) =&gt; ({</a:t>
            </a:r>
            <a:br/>
            <a:r>
              <a:t>  users: [],</a:t>
            </a:r>
            <a:br/>
            <a:r>
              <a:t>  tasks: [],</a:t>
            </a:r>
            <a:br/>
            <a:r>
              <a:t>  notifications: [],</a:t>
            </a:r>
            <a:br/>
            <a:r>
              <a:t>  theme: 'light',</a:t>
            </a:r>
            <a:br/>
            <a:r>
              <a:t>  sidebarOpen: true,</a:t>
            </a:r>
            <a:br/>
            <a:r>
              <a:t>  // 50+ more fields...</a:t>
            </a:r>
            <a:br/>
            <a:r>
              <a:t>  // 100+ actions...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Feature-Based Stores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514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src/</a:t>
            </a:r>
            <a:br/>
            <a:r>
              <a:t>├── domains/</a:t>
            </a:r>
            <a:br/>
            <a:r>
              <a:t>│   ├── user/</a:t>
            </a:r>
            <a:br/>
            <a:r>
              <a:t>│   │   └── store/</a:t>
            </a:r>
            <a:br/>
            <a:r>
              <a:t>│   │       └── userStore.ts</a:t>
            </a:r>
            <a:br/>
            <a:r>
              <a:t>│   ├── task/</a:t>
            </a:r>
            <a:br/>
            <a:r>
              <a:t>│   │   └── store/</a:t>
            </a:r>
            <a:br/>
            <a:r>
              <a:t>│   │       └── taskStore.ts</a:t>
            </a:r>
            <a:br/>
            <a:r>
              <a:t>│   └── ui/</a:t>
            </a:r>
            <a:br/>
            <a:r>
              <a:t>│       └── store/</a:t>
            </a:r>
            <a:br/>
            <a:r>
              <a:t>│           └── uiStore.ts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Domain-Driven Organization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src/</a:t>
            </a:r>
            <a:br/>
            <a:r>
              <a:t>├── domains/</a:t>
            </a:r>
            <a:br/>
            <a:r>
              <a:t>│   ├── user/</a:t>
            </a:r>
            <a:br/>
            <a:r>
              <a:t>│   │   ├── store/</a:t>
            </a:r>
            <a:br/>
            <a:r>
              <a:t>│   │   ├── components/</a:t>
            </a:r>
            <a:br/>
            <a:r>
              <a:t>│   │   ├── services/</a:t>
            </a:r>
            <a:br/>
            <a:r>
              <a:t>│   │   └── types/</a:t>
            </a:r>
            <a:br/>
            <a:r>
              <a:t>│   ├── task/</a:t>
            </a:r>
            <a:br/>
            <a:r>
              <a:t>│   │   └── ...</a:t>
            </a:r>
            <a:br/>
            <a:r>
              <a:t>│   └── ui/</a:t>
            </a:r>
            <a:br/>
            <a:r>
              <a:t>│       └── ...</a:t>
            </a:r>
            <a:br/>
            <a:r>
              <a:t>├── shared/</a:t>
            </a:r>
            <a:br/>
            <a:r>
              <a:t>│   ├── store/</a:t>
            </a:r>
            <a:br/>
            <a:r>
              <a:t>│   ├── hooks/</a:t>
            </a:r>
            <a:br/>
            <a:r>
              <a:t>│   └── utils/</a:t>
            </a:r>
            <a:br/>
            <a:r>
              <a:t>└── infrastructure/</a:t>
            </a:r>
            <a:br/>
            <a:r>
              <a:t>    ├── api/</a:t>
            </a:r>
            <a:br/>
            <a:r>
              <a:t>    └── logging/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The Slice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userSlice.ts</a:t>
            </a:r>
            <a:br/>
            <a:r>
              <a:t>const userSlice = (set, get) =&gt; ({</a:t>
            </a:r>
            <a:br/>
            <a:r>
              <a:t>  user: null,</a:t>
            </a:r>
            <a:br/>
            <a:r>
              <a:t>  setUser: (user) =&gt; set({ user }),</a:t>
            </a:r>
            <a:br/>
            <a:r>
              <a:t>});</a:t>
            </a:r>
            <a:br/>
            <a:br/>
            <a:r>
              <a:t>// taskSlice.ts</a:t>
            </a:r>
            <a:br/>
            <a:r>
              <a:t>const taskSlice = (set, get) =&gt; ({</a:t>
            </a:r>
            <a:br/>
            <a:r>
              <a:t>  tasks: [],</a:t>
            </a:r>
            <a:br/>
            <a:r>
              <a:t>  addTask: (task) =&gt; set((state) =&gt; ({</a:t>
            </a:r>
            <a:br/>
            <a:r>
              <a:t>    tasks: [...state.tasks, task],</a:t>
            </a:r>
            <a:br/>
            <a:r>
              <a:t>  })),</a:t>
            </a:r>
            <a:br/>
            <a:r>
              <a:t>});</a:t>
            </a:r>
            <a:br/>
            <a:br/>
            <a:r>
              <a:t>// Store combining slices</a:t>
            </a:r>
            <a:br/>
            <a:r>
              <a:t>const useStore = create((set, get) =&gt; ({</a:t>
            </a:r>
            <a:br/>
            <a:r>
              <a:t>  ...userSlice(set, get),</a:t>
            </a:r>
            <a:br/>
            <a:r>
              <a:t>  ...taskSlice(set, get),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Store 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Shared state can be composed</a:t>
            </a:r>
            <a:br/>
            <a:r>
              <a:t>const useStore = create((set) =&gt; ({</a:t>
            </a:r>
            <a:br/>
            <a:r>
              <a:t>  // Independent state</a:t>
            </a:r>
            <a:br/>
            <a:r>
              <a:t>  count: 0,</a:t>
            </a:r>
            <a:br/>
            <a:r>
              <a:t>  increment: () =&gt; set((state) =&gt; ({ count: state.count + 1 })),</a:t>
            </a:r>
            <a:br/>
            <a:r>
              <a:t>  </a:t>
            </a:r>
            <a:br/>
            <a:r>
              <a:t>  // Derived state (from other stores)</a:t>
            </a:r>
            <a:br/>
            <a:r>
              <a:t>  total: 0,</a:t>
            </a:r>
            <a:br/>
            <a:r>
              <a:t>  updateTotal: () =&gt; {</a:t>
            </a:r>
            <a:br/>
            <a:r>
              <a:t>    const userStore = useUserStore.getState();</a:t>
            </a:r>
            <a:br/>
            <a:r>
              <a:t>    const taskStore = useTaskStore.getState();</a:t>
            </a:r>
            <a:br/>
            <a:r>
              <a:t>    set({ total: userStore.users.length + taskStore.tasks.length });</a:t>
            </a:r>
            <a:br/>
            <a:r>
              <a:t>  },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Avoiding Monolithic Stores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**Signs**: Store &gt; 50 fields, &gt; 20 actions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**Solution**: Split by domain, frequency, render impact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**Pattern**: One store per domain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**Rule**: Each store should have a single responsibility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Store Organization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Show a monolithic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Refactor into feature-based stores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slice pattern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Show team organization benefits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Refactoring to Slices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Take a monolithic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Split into feature-based stores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slice pattern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Update components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What is Middleware?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Functions that wrap Zustand stores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functionality without changing the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Plugins for your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Examples: Logging, persistence, devtools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How Middleware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Middleware wraps the store from inside out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Each middleware can intercept `set`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057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┌─────────────────────────────────────┐</a:t>
            </a:r>
            <a:br/>
            <a:r>
              <a:t>│  Middleware 1                       │</a:t>
            </a:r>
            <a:br/>
            <a:r>
              <a:t>│  ┌─────────────────────────────────┐│</a:t>
            </a:r>
            <a:br/>
            <a:r>
              <a:t>│  │  Middleware 2                   ││</a:t>
            </a:r>
            <a:br/>
            <a:r>
              <a:t>│  │  ┌─────────────────────────────┐││</a:t>
            </a:r>
            <a:br/>
            <a:r>
              <a:t>│  │  │  Store                      │││</a:t>
            </a:r>
            <a:br/>
            <a:r>
              <a:t>│  │  └─────────────────────────────┘││</a:t>
            </a:r>
            <a:br/>
            <a:r>
              <a:t>│  └─────────────────────────────────┘│</a:t>
            </a:r>
            <a:br/>
            <a:r>
              <a:t>└─────────────────────────────────────┘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Built-in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`devtools`: Redux DevTools integration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`persist`: Save/restore state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`immer`: Immutable updates with mutable syntax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`subscribeWithSelector`: Selective subscriptions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`combine`: Combine state and actions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Using `devtools`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create } from 'zustand';</a:t>
            </a:r>
            <a:br/>
            <a:r>
              <a:t>import { devtools } from 'zustand/middleware';</a:t>
            </a:r>
            <a:br/>
            <a:br/>
            <a:r>
              <a:t>const useStore = create(</a:t>
            </a:r>
            <a:br/>
            <a:r>
              <a:t>  devtools(</a:t>
            </a:r>
            <a:br/>
            <a:r>
              <a:t>    (set) =&gt; ({</a:t>
            </a:r>
            <a:br/>
            <a:r>
              <a:t>      count: 0,</a:t>
            </a:r>
            <a:br/>
            <a:r>
              <a:t>      increment: () =&gt; set((state) =&gt; ({ count: state.count + 1 })),</a:t>
            </a:r>
            <a:br/>
            <a:r>
              <a:t>    }),</a:t>
            </a:r>
            <a:br/>
            <a:r>
              <a:t>    { name: 'Counter Store' }</a:t>
            </a:r>
            <a:br/>
            <a:r>
              <a:t>  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Using `persist`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create } from 'zustand';</a:t>
            </a:r>
            <a:br/>
            <a:r>
              <a:t>import { persist } from 'zustand/middleware';</a:t>
            </a:r>
            <a:br/>
            <a:br/>
            <a:r>
              <a:t>const useStore = create(</a:t>
            </a:r>
            <a:br/>
            <a:r>
              <a:t>  persist(</a:t>
            </a:r>
            <a:br/>
            <a:r>
              <a:t>    (set) =&gt; ({</a:t>
            </a:r>
            <a:br/>
            <a:r>
              <a:t>      user: null,</a:t>
            </a:r>
            <a:br/>
            <a:r>
              <a:t>      setUser: (user) =&gt; set({ user }),</a:t>
            </a:r>
            <a:br/>
            <a:r>
              <a:t>    }),</a:t>
            </a:r>
            <a:br/>
            <a:r>
              <a:t>    { name: 'user-storage' }</a:t>
            </a:r>
            <a:br/>
            <a:r>
              <a:t>  )</a:t>
            </a:r>
            <a:br/>
            <a:r>
              <a:t>);</a:t>
            </a:r>
            <a:br/>
            <a:r>
              <a:t>// Automatically saves to localStorage</a:t>
            </a:r>
            <a:br/>
            <a:r>
              <a:t>// Automatically loads on page load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Using `immer`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create } from 'zustand';</a:t>
            </a:r>
            <a:br/>
            <a:r>
              <a:t>import { immer } from 'zustand/middleware/immer';</a:t>
            </a:r>
            <a:br/>
            <a:br/>
            <a:r>
              <a:t>const useStore = create(</a:t>
            </a:r>
            <a:br/>
            <a:r>
              <a:t>  immer((set) =&gt; ({</a:t>
            </a:r>
            <a:br/>
            <a:r>
              <a:t>    user: { name: 'Alice', preferences: { theme: 'dark' } },</a:t>
            </a:r>
            <a:br/>
            <a:r>
              <a:t>    updateTheme: (theme) =&gt; {</a:t>
            </a:r>
            <a:br/>
            <a:r>
              <a:t>      set((state) =&gt; {</a:t>
            </a:r>
            <a:br/>
            <a:r>
              <a:t>        state.user.preferences.theme = theme; // Mutable!</a:t>
            </a:r>
            <a:br/>
            <a:r>
              <a:t>      });</a:t>
            </a:r>
            <a:br/>
            <a:r>
              <a:t>    },</a:t>
            </a:r>
            <a:br/>
            <a:r>
              <a:t>  }))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Using `subscribeWithSelector`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create } from 'zustand';</a:t>
            </a:r>
            <a:br/>
            <a:r>
              <a:t>import { subscribeWithSelector } from 'zustand/middleware';</a:t>
            </a:r>
            <a:br/>
            <a:br/>
            <a:r>
              <a:t>const useStore = create(</a:t>
            </a:r>
            <a:br/>
            <a:r>
              <a:t>  subscribeWithSelector((set) =&gt; ({</a:t>
            </a:r>
            <a:br/>
            <a:r>
              <a:t>    count: 0,</a:t>
            </a:r>
            <a:br/>
            <a:r>
              <a:t>    increment: () =&gt; set((state) =&gt; ({ count: state.count + 1 })),</a:t>
            </a:r>
            <a:br/>
            <a:r>
              <a:t>  }))</a:t>
            </a:r>
            <a:br/>
            <a:r>
              <a:t>);</a:t>
            </a:r>
            <a:br/>
            <a:br/>
            <a:r>
              <a:t>// Subscribe to a specific piece of state</a:t>
            </a:r>
            <a:br/>
            <a:r>
              <a:t>const unsubscribe = useStore.subscribe(</a:t>
            </a:r>
            <a:br/>
            <a:r>
              <a:t>  (state) =&gt; state.count,</a:t>
            </a:r>
            <a:br/>
            <a:r>
              <a:t>  (count) =&gt; console.log('Count:', count)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Middleware 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Order matters: devtools outermost, subscription innermost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create } from 'zustand';</a:t>
            </a:r>
            <a:br/>
            <a:r>
              <a:t>import { devtools, persist, subscribeWithSelector } from 'zustand/middleware';</a:t>
            </a:r>
            <a:br/>
            <a:br/>
            <a:r>
              <a:t>const useStore = create(</a:t>
            </a:r>
            <a:br/>
            <a:r>
              <a:t>  devtools(                      // Outer: debugging</a:t>
            </a:r>
            <a:br/>
            <a:r>
              <a:t>    persist(                     // Middle: persistence</a:t>
            </a:r>
            <a:br/>
            <a:r>
              <a:t>      subscribeWithSelector(     // Inner: subscription</a:t>
            </a:r>
            <a:br/>
            <a:r>
              <a:t>        (set) =&gt; ({</a:t>
            </a:r>
            <a:br/>
            <a:r>
              <a:t>          count: 0,</a:t>
            </a:r>
            <a:br/>
            <a:r>
              <a:t>          increment: () =&gt; set((state) =&gt; ({ count: state.count + 1 })),</a:t>
            </a:r>
            <a:br/>
            <a:r>
              <a:t>        })</a:t>
            </a:r>
            <a:br/>
            <a:r>
              <a:t>      ),</a:t>
            </a:r>
            <a:br/>
            <a:r>
              <a:t>      { name: 'storage' }</a:t>
            </a:r>
            <a:br/>
            <a:r>
              <a:t>    ),</a:t>
            </a:r>
            <a:br/>
            <a:r>
              <a:t>    { name: 'App Store' }</a:t>
            </a:r>
            <a:br/>
            <a:r>
              <a:t>  )</a:t>
            </a:r>
            <a:b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Execution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828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1. Action is called</a:t>
            </a:r>
            <a:br/>
            <a:r>
              <a:t>2. subscribeWithSelector intercepts</a:t>
            </a:r>
            <a:br/>
            <a:r>
              <a:t>3. persist intercepts</a:t>
            </a:r>
            <a:br/>
            <a:r>
              <a:t>4. devtools intercepts</a:t>
            </a:r>
            <a:br/>
            <a:r>
              <a:t>5. Actual state update</a:t>
            </a:r>
            <a:br/>
            <a:r>
              <a:t>6. devtools logs change</a:t>
            </a:r>
            <a:br/>
            <a:r>
              <a:t>7. persist saves to storage</a:t>
            </a:r>
            <a:br/>
            <a:r>
              <a:t>8. subscribeWithSelector notifies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Middleware 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Set up devtools + persist + immer together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Show execution order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Demonstrate each middleware's effect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Implementing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devtools to your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persist to persist user preferences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immer for nested updates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Why Immutability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React uses reference equality to detect changes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Zustand uses `Object.is` to detect changes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Mutating state leads to bugs and performance issues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The Problem with Nested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Without Immer: Deep nesting is painful</a:t>
            </a:r>
            <a:br/>
            <a:r>
              <a:t>set((state) =&gt; ({</a:t>
            </a:r>
            <a:br/>
            <a:r>
              <a:t>  user: {</a:t>
            </a:r>
            <a:br/>
            <a:r>
              <a:t>    ...state.user,</a:t>
            </a:r>
            <a:br/>
            <a:r>
              <a:t>    preferences: {</a:t>
            </a:r>
            <a:br/>
            <a:r>
              <a:t>      ...state.user.preferences,</a:t>
            </a:r>
            <a:br/>
            <a:r>
              <a:t>      notifications: {</a:t>
            </a:r>
            <a:br/>
            <a:r>
              <a:t>        ...state.user.preferences.notifications,</a:t>
            </a:r>
            <a:br/>
            <a:r>
              <a:t>        email: false,</a:t>
            </a:r>
            <a:br/>
            <a:r>
              <a:t>      },</a:t>
            </a:r>
            <a:br/>
            <a:r>
              <a:t>    },</a:t>
            </a:r>
            <a:br/>
            <a:r>
              <a:t>  },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Enter Immer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immer } from 'zustand/middleware/immer';</a:t>
            </a:r>
            <a:br/>
            <a:br/>
            <a:r>
              <a:t>const useStore = create(</a:t>
            </a:r>
            <a:br/>
            <a:r>
              <a:t>  immer((set) =&gt; ({</a:t>
            </a:r>
            <a:br/>
            <a:r>
              <a:t>    user: {</a:t>
            </a:r>
            <a:br/>
            <a:r>
              <a:t>      preferences: {</a:t>
            </a:r>
            <a:br/>
            <a:r>
              <a:t>        notifications: { email: true, push: true },</a:t>
            </a:r>
            <a:br/>
            <a:r>
              <a:t>      },</a:t>
            </a:r>
            <a:br/>
            <a:r>
              <a:t>    },</a:t>
            </a:r>
            <a:br/>
            <a:r>
              <a:t>    // With Immer: Mutable syntax, immutable result</a:t>
            </a:r>
            <a:br/>
            <a:r>
              <a:t>    toggleEmail: () =&gt; {</a:t>
            </a:r>
            <a:br/>
            <a:r>
              <a:t>      set((state) =&gt; {</a:t>
            </a:r>
            <a:br/>
            <a:r>
              <a:t>        state.user.preferences.notifications.email = </a:t>
            </a:r>
            <a:br/>
            <a:r>
              <a:t>          !state.user.preferences.notifications.email;</a:t>
            </a:r>
            <a:br/>
            <a:r>
              <a:t>      });</a:t>
            </a:r>
            <a:br/>
            <a:r>
              <a:t>    },</a:t>
            </a:r>
            <a:br/>
            <a:r>
              <a:t>  }))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How Immer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Immer creates a draft of your state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You mutate the draft (mutable syntax)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Immer produces an immutable copy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Structural sharing minimizes overhead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5486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Original State → Draft (Proxy) → Mutate Draft → Immutable Result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Immer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Immer has some overhead (proxies)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Usually fast enough for most apps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manual updates for simple state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Immer for complex nested updates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When to Use Immer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✅ Deep nested state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✅ Frequent complex updates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✅ Collections (Set, Map)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❌ Simple primitive updates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❌ Bulk updates with no mutations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Immer Deep Updates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Show deep update without Immer (painful)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Show same update with Immer (clean)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Show performance comparison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Converting to Immer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Take a store with deeply nested state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Immer middleware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Convert complex updates to mutable syntax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Why Persist State?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User expects state to survive page refresh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Common needs: User authentication, preferences, cart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Improves user experience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Reduces server load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Using the `persist`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persist, createJSONStorage } from 'zustand/middleware';</a:t>
            </a:r>
            <a:br/>
            <a:br/>
            <a:r>
              <a:t>const useStore = create(</a:t>
            </a:r>
            <a:br/>
            <a:r>
              <a:t>  persist(</a:t>
            </a:r>
            <a:br/>
            <a:r>
              <a:t>    (set) =&gt; ({</a:t>
            </a:r>
            <a:br/>
            <a:r>
              <a:t>      user: null,</a:t>
            </a:r>
            <a:br/>
            <a:r>
              <a:t>      setUser: (user) =&gt; set({ user }),</a:t>
            </a:r>
            <a:br/>
            <a:r>
              <a:t>    }),</a:t>
            </a:r>
            <a:br/>
            <a:r>
              <a:t>    {</a:t>
            </a:r>
            <a:br/>
            <a:r>
              <a:t>      name: 'user-storage', // Storage key</a:t>
            </a:r>
            <a:br/>
            <a:r>
              <a:t>    }</a:t>
            </a:r>
            <a:br/>
            <a:r>
              <a:t>  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Partial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useStore = create(</a:t>
            </a:r>
            <a:br/>
            <a:r>
              <a:t>  persist(</a:t>
            </a:r>
            <a:br/>
            <a:r>
              <a:t>    (set) =&gt; ({</a:t>
            </a:r>
            <a:br/>
            <a:r>
              <a:t>      user: null,</a:t>
            </a:r>
            <a:br/>
            <a:r>
              <a:t>      isLoading: false, // Don't persist</a:t>
            </a:r>
            <a:br/>
            <a:r>
              <a:t>      error: null, // Don't persist</a:t>
            </a:r>
            <a:br/>
            <a:r>
              <a:t>      theme: 'light',</a:t>
            </a:r>
            <a:br/>
            <a:r>
              <a:t>    }),</a:t>
            </a:r>
            <a:br/>
            <a:r>
              <a:t>    {</a:t>
            </a:r>
            <a:br/>
            <a:r>
              <a:t>      name: 'app-storage',</a:t>
            </a:r>
            <a:br/>
            <a:r>
              <a:t>      partialize: (state) =&gt; ({</a:t>
            </a:r>
            <a:br/>
            <a:r>
              <a:t>        user: state.user,</a:t>
            </a:r>
            <a:br/>
            <a:r>
              <a:t>        theme: state.theme,</a:t>
            </a:r>
            <a:br/>
            <a:r>
              <a:t>        // isLoading, error are NOT persisted</a:t>
            </a:r>
            <a:br/>
            <a:r>
              <a:t>      }),</a:t>
            </a:r>
            <a:br/>
            <a:r>
              <a:t>    }</a:t>
            </a:r>
            <a:br/>
            <a:r>
              <a:t>  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Custom Storage Adapters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SessionStorage (cleared when tab closes)</a:t>
            </a:r>
            <a:br/>
            <a:r>
              <a:t>const useStore = create(</a:t>
            </a:r>
            <a:br/>
            <a:r>
              <a:t>  persist(</a:t>
            </a:r>
            <a:br/>
            <a:r>
              <a:t>    (set) =&gt; ({ /* ... */ }),</a:t>
            </a:r>
            <a:br/>
            <a:r>
              <a:t>    {</a:t>
            </a:r>
            <a:br/>
            <a:r>
              <a:t>      name: 'session-storage',</a:t>
            </a:r>
            <a:br/>
            <a:r>
              <a:t>      storage: createJSONStorage(() =&gt; sessionStorage),</a:t>
            </a:r>
            <a:br/>
            <a:r>
              <a:t>    }</a:t>
            </a:r>
            <a:br/>
            <a:r>
              <a:t>  )</a:t>
            </a:r>
            <a:br/>
            <a:r>
              <a:t>);</a:t>
            </a:r>
            <a:br/>
            <a:br/>
            <a:r>
              <a:t>// IndexedDB (larger storage, async)</a:t>
            </a:r>
            <a:br/>
            <a:r>
              <a:t>import { get, set, del } from 'idb-keyval';</a:t>
            </a:r>
            <a:br/>
            <a:br/>
            <a:r>
              <a:t>const indexedDBStorage = {</a:t>
            </a:r>
            <a:br/>
            <a:r>
              <a:t>  getItem: async (key) =&gt; await get(key) || null,</a:t>
            </a:r>
            <a:br/>
            <a:r>
              <a:t>  setItem: async (key, value) =&gt; await set(key, value),</a:t>
            </a:r>
            <a:br/>
            <a:r>
              <a:t>  removeItem: async (key) =&gt; await del(key),</a:t>
            </a:r>
            <a:br/>
            <a:r>
              <a:t>};</a:t>
            </a:r>
            <a:br/>
            <a:br/>
            <a:r>
              <a:t>const useStore = cr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Versioning and Migrations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useStore = create(</a:t>
            </a:r>
            <a:br/>
            <a:r>
              <a:t>  persist(</a:t>
            </a:r>
            <a:br/>
            <a:r>
              <a:t>    (set) =&gt; ({ /* ... */ }),</a:t>
            </a:r>
            <a:br/>
            <a:r>
              <a:t>    {</a:t>
            </a:r>
            <a:br/>
            <a:r>
              <a:t>      name: 'app-storage',</a:t>
            </a:r>
            <a:br/>
            <a:r>
              <a:t>      version: 1,</a:t>
            </a:r>
            <a:br/>
            <a:r>
              <a:t>      migrate: (persistedState, version) =&gt; {</a:t>
            </a:r>
            <a:br/>
            <a:r>
              <a:t>        if (version === 0) {</a:t>
            </a:r>
            <a:br/>
            <a:r>
              <a:t>          // Old schema had `taskList`, new has `tasks`</a:t>
            </a:r>
            <a:br/>
            <a:r>
              <a:t>          return {</a:t>
            </a:r>
            <a:br/>
            <a:r>
              <a:t>            tasks: persistedState.taskList || [],</a:t>
            </a:r>
            <a:br/>
            <a:r>
              <a:t>            taskIds: (persistedState.taskList || []).map(t =&gt; t.id),</a:t>
            </a:r>
            <a:br/>
            <a:r>
              <a:t>          };</a:t>
            </a:r>
            <a:br/>
            <a:r>
              <a:t>        }</a:t>
            </a:r>
            <a:br/>
            <a:r>
              <a:t>        return persistedState;</a:t>
            </a:r>
            <a:br/>
            <a:r>
              <a:t>      },</a:t>
            </a:r>
            <a:br/>
            <a:r>
              <a:t>    }</a:t>
            </a:r>
            <a:br/>
            <a:r>
              <a:t>  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Hydration Lifecycle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useStore = create(</a:t>
            </a:r>
            <a:br/>
            <a:r>
              <a:t>  persist(</a:t>
            </a:r>
            <a:br/>
            <a:r>
              <a:t>    (set) =&gt; ({ /* ... */ }),</a:t>
            </a:r>
            <a:br/>
            <a:r>
              <a:t>    {</a:t>
            </a:r>
            <a:br/>
            <a:r>
              <a:t>      name: 'app-storage',</a:t>
            </a:r>
            <a:br/>
            <a:r>
              <a:t>      onRehydrateStorage: () =&gt; (state, error) =&gt; {</a:t>
            </a:r>
            <a:br/>
            <a:r>
              <a:t>        if (error) {</a:t>
            </a:r>
            <a:br/>
            <a:r>
              <a:t>          console.error('Hydration failed:', error);</a:t>
            </a:r>
            <a:br/>
            <a:r>
              <a:t>        } else {</a:t>
            </a:r>
            <a:br/>
            <a:r>
              <a:t>          console.log('Hydration successful:', state);</a:t>
            </a:r>
            <a:br/>
            <a:r>
              <a:t>          // Perform actions after hydration</a:t>
            </a:r>
            <a:br/>
            <a:r>
              <a:t>        }</a:t>
            </a:r>
            <a:br/>
            <a:r>
              <a:t>      },</a:t>
            </a:r>
            <a:br/>
            <a:r>
              <a:t>    }</a:t>
            </a:r>
            <a:br/>
            <a:r>
              <a:t>  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React Native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514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AsyncStorage from '@react-native-async-storage/async-storage';</a:t>
            </a:r>
            <a:br/>
            <a:br/>
            <a:r>
              <a:t>const useStore = create(</a:t>
            </a:r>
            <a:br/>
            <a:r>
              <a:t>  persist(</a:t>
            </a:r>
            <a:br/>
            <a:r>
              <a:t>    (set) =&gt; ({ /* ... */ }),</a:t>
            </a:r>
            <a:br/>
            <a:r>
              <a:t>    {</a:t>
            </a:r>
            <a:br/>
            <a:r>
              <a:t>      name: 'app-storage',</a:t>
            </a:r>
            <a:br/>
            <a:r>
              <a:t>      storage: createJSONStorage(() =&gt; AsyncStorage),</a:t>
            </a:r>
            <a:br/>
            <a:r>
              <a:t>    }</a:t>
            </a:r>
            <a:br/>
            <a:r>
              <a:t>  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91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Set up persist middleware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partialization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Show versioning and migrations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Adding Persistence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persistence to your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Configure partialization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Test page reload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93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Redux DevTools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create } from 'zustand';</a:t>
            </a:r>
            <a:br/>
            <a:r>
              <a:t>import { devtools } from 'zustand/middleware';</a:t>
            </a:r>
            <a:br/>
            <a:br/>
            <a:r>
              <a:t>const useStore = create(</a:t>
            </a:r>
            <a:br/>
            <a:r>
              <a:t>  devtools(</a:t>
            </a:r>
            <a:br/>
            <a:r>
              <a:t>    (set) =&gt; ({</a:t>
            </a:r>
            <a:br/>
            <a:r>
              <a:t>      count: 0,</a:t>
            </a:r>
            <a:br/>
            <a:r>
              <a:t>      increment: () =&gt; set((state) =&gt; ({ count: state.count + 1 })),</a:t>
            </a:r>
            <a:br/>
            <a:r>
              <a:t>    }),</a:t>
            </a:r>
            <a:br/>
            <a:r>
              <a:t>    { name: 'Counter Store' }</a:t>
            </a:r>
            <a:br/>
            <a:r>
              <a:t>  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Naming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Without names (hard to debug)</a:t>
            </a:r>
            <a:br/>
            <a:r>
              <a:t>set({ count: 1 });</a:t>
            </a:r>
            <a:br/>
            <a:br/>
            <a:r>
              <a:t>// With names (clear in DevTools)</a:t>
            </a:r>
            <a:br/>
            <a:r>
              <a:t>set({ count: 1 }, false, 'increment');</a:t>
            </a:r>
            <a:br/>
            <a:r>
              <a:t>set({ user }, false, 'user/set');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Time-Travel Debugging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Jump to any state in history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Skip actions to see effects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Export/import state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Persist across reloads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Custom Logging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514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logger = (config) =&gt; (set, get, store) =&gt; {</a:t>
            </a:r>
            <a:br/>
            <a:r>
              <a:t>  return config(</a:t>
            </a:r>
            <a:br/>
            <a:r>
              <a:t>    (args) =&gt; {</a:t>
            </a:r>
            <a:br/>
            <a:r>
              <a:t>      console.log('Before:', get());</a:t>
            </a:r>
            <a:br/>
            <a:r>
              <a:t>      set(args);</a:t>
            </a:r>
            <a:br/>
            <a:r>
              <a:t>      console.log('After:', get());</a:t>
            </a:r>
            <a:br/>
            <a:r>
              <a:t>    },</a:t>
            </a:r>
            <a:br/>
            <a:r>
              <a:t>    get,</a:t>
            </a:r>
            <a:br/>
            <a:r>
              <a:t>    store</a:t>
            </a:r>
            <a:br/>
            <a:r>
              <a:t>  );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Debugging Async Updates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fetchData: async () =&gt; {</a:t>
            </a:r>
            <a:br/>
            <a:r>
              <a:t>  const requestId = Date.now();</a:t>
            </a:r>
            <a:br/>
            <a:r>
              <a:t>  console.log(`[${requestId}] Starting fetch`);</a:t>
            </a:r>
            <a:br/>
            <a:r>
              <a:t>  set({ loading: true });</a:t>
            </a:r>
            <a:br/>
            <a:r>
              <a:t>  try {</a:t>
            </a:r>
            <a:br/>
            <a:r>
              <a:t>    const data = await fetch('/api/data');</a:t>
            </a:r>
            <a:br/>
            <a:r>
              <a:t>    console.log(`[${requestId}] Data received`);</a:t>
            </a:r>
            <a:br/>
            <a:r>
              <a:t>    set({ data, loading: false });</a:t>
            </a:r>
            <a:br/>
            <a:r>
              <a:t>  } catch (error) {</a:t>
            </a:r>
            <a:br/>
            <a:r>
              <a:t>    console.error(`[${requestId}] Error:`, error);</a:t>
            </a:r>
            <a:br/>
            <a:r>
              <a:t>    set({ error: error.message, loading: false });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Debugging Performance Issues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286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Track render counts</a:t>
            </a:r>
            <a:br/>
            <a:r>
              <a:t>function RenderCounter({ name }) {</a:t>
            </a:r>
            <a:br/>
            <a:r>
              <a:t>  const renderCount = useRef(0);</a:t>
            </a:r>
            <a:br/>
            <a:r>
              <a:t>  renderCount.current++;</a:t>
            </a:r>
            <a:br/>
            <a:r>
              <a:t>  return &lt;span&gt;Renders: {renderCount.current}&lt;/span&gt;;</a:t>
            </a:r>
            <a:br/>
            <a:r>
              <a:t>}</a:t>
            </a:r>
            <a:br/>
            <a:br/>
            <a:r>
              <a:t>// Track state size</a:t>
            </a:r>
            <a:br/>
            <a:r>
              <a:t>const stateSize = new Blob([JSON.stringify(state)]).size;</a:t>
            </a:r>
            <a:br/>
            <a:r>
              <a:t>console.log(`State size: ${(stateSize / 1024).toFixed(1)} KB`);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Debugging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Set up devtools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Show time-travel debugging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logging middleware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Debugging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devtools to your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logging middleware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Debug an issue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E1E1E"/>
                </a:solidFill>
                <a:latin typeface="Helvetica Neue"/>
              </a:defRPr>
            </a:pPr>
            <a:r>
              <a:t>Day 3: Asynchronous State Management (8 Hours)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990" y="3931920"/>
            <a:ext cx="1828800" cy="25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The Async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fetchData: async () =&gt; {</a:t>
            </a:r>
            <a:br/>
            <a:r>
              <a:t>  // 1. Set loading state</a:t>
            </a:r>
            <a:br/>
            <a:r>
              <a:t>  set({ loading: true, error: null });</a:t>
            </a:r>
            <a:br/>
            <a:r>
              <a:t>  </a:t>
            </a:r>
            <a:br/>
            <a:r>
              <a:t>  try {</a:t>
            </a:r>
            <a:br/>
            <a:r>
              <a:t>    // 2. Perform async operation</a:t>
            </a:r>
            <a:br/>
            <a:r>
              <a:t>    const data = await api.getData();</a:t>
            </a:r>
            <a:br/>
            <a:r>
              <a:t>    </a:t>
            </a:r>
            <a:br/>
            <a:r>
              <a:t>    // 3. Update with success</a:t>
            </a:r>
            <a:br/>
            <a:r>
              <a:t>    set({ data, loading: false });</a:t>
            </a:r>
            <a:br/>
            <a:r>
              <a:t>  } catch (error) {</a:t>
            </a:r>
            <a:br/>
            <a:r>
              <a:t>    // 4. Update with error</a:t>
            </a:r>
            <a:br/>
            <a:r>
              <a:t>    set({ error: error.message, loading: false });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Loading Indicators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interface Store {</a:t>
            </a:r>
            <a:br/>
            <a:r>
              <a:t>  data: any[];</a:t>
            </a:r>
            <a:br/>
            <a:r>
              <a:t>  loading: boolean;</a:t>
            </a:r>
            <a:br/>
            <a:r>
              <a:t>  fetchData: () =&gt; Promise&lt;void&gt;;</a:t>
            </a:r>
            <a:br/>
            <a:r>
              <a:t>}</a:t>
            </a:r>
            <a:br/>
            <a:br/>
            <a:r>
              <a:t>function Component() {</a:t>
            </a:r>
            <a:br/>
            <a:r>
              <a:t>  const { data, loading, fetchData } = useStore();</a:t>
            </a:r>
            <a:br/>
            <a:r>
              <a:t>  </a:t>
            </a:r>
            <a:br/>
            <a:r>
              <a:t>  if (loading) return &lt;div&gt;Loading...&lt;/div&gt;;</a:t>
            </a:r>
            <a:br/>
            <a:r>
              <a:t>  return &lt;div&gt;{data.map(item =&gt; &lt;div key={item.id}&gt;{item.name}&lt;/div&gt;)}&lt;/div&gt;;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Error Handling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try {</a:t>
            </a:r>
            <a:br/>
            <a:r>
              <a:t>  const response = await fetch('/api/data');</a:t>
            </a:r>
            <a:br/>
            <a:r>
              <a:t>  if (!response.ok) {</a:t>
            </a:r>
            <a:br/>
            <a:r>
              <a:t>    throw new Error(`HTTP ${response.status}: ${response.statusText}`);</a:t>
            </a:r>
            <a:br/>
            <a:r>
              <a:t>  }</a:t>
            </a:r>
            <a:br/>
            <a:r>
              <a:t>  const data = await response.json();</a:t>
            </a:r>
            <a:br/>
            <a:r>
              <a:t>  set({ data, loading: false });</a:t>
            </a:r>
            <a:br/>
            <a:r>
              <a:t>} catch (error) {</a:t>
            </a:r>
            <a:br/>
            <a:r>
              <a:t>  set({</a:t>
            </a:r>
            <a:br/>
            <a:r>
              <a:t>    error: error instanceof Error ? error.message : 'Unknown error',</a:t>
            </a:r>
            <a:br/>
            <a:r>
              <a:t>    loading: false,</a:t>
            </a:r>
            <a:br/>
            <a:r>
              <a:t>  });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Retry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fetchWithRetry = async (url, maxRetries = 3, delay = 1000) =&gt; {</a:t>
            </a:r>
            <a:br/>
            <a:r>
              <a:t>  let attempt = 0;</a:t>
            </a:r>
            <a:br/>
            <a:r>
              <a:t>  while (attempt &lt; maxRetries) {</a:t>
            </a:r>
            <a:br/>
            <a:r>
              <a:t>    try {</a:t>
            </a:r>
            <a:br/>
            <a:r>
              <a:t>      const response = await fetch(url);</a:t>
            </a:r>
            <a:br/>
            <a:r>
              <a:t>      if (response.ok) return response.json();</a:t>
            </a:r>
            <a:br/>
            <a:r>
              <a:t>    } catch (error) {</a:t>
            </a:r>
            <a:br/>
            <a:r>
              <a:t>      attempt++;</a:t>
            </a:r>
            <a:br/>
            <a:r>
              <a:t>      if (attempt &gt;= maxRetries) throw error;</a:t>
            </a:r>
            <a:br/>
            <a:r>
              <a:t>      await new Promise(resolve =&gt; setTimeout(resolve, delay * Math.pow(2, attempt - 1)));</a:t>
            </a:r>
            <a:br/>
            <a:r>
              <a:t>    }</a:t>
            </a:r>
            <a:br/>
            <a:r>
              <a:t>  }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Request Cancellation with AbortController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let controller: AbortController | null = null;</a:t>
            </a:r>
            <a:br/>
            <a:br/>
            <a:r>
              <a:t>fetchData: async (query) =&gt; {</a:t>
            </a:r>
            <a:br/>
            <a:r>
              <a:t>  // Cancel previous request</a:t>
            </a:r>
            <a:br/>
            <a:r>
              <a:t>  if (controller) {</a:t>
            </a:r>
            <a:br/>
            <a:r>
              <a:t>    controller.abort();</a:t>
            </a:r>
            <a:br/>
            <a:r>
              <a:t>  }</a:t>
            </a:r>
            <a:br/>
            <a:r>
              <a:t>  </a:t>
            </a:r>
            <a:br/>
            <a:r>
              <a:t>  controller = new AbortController();</a:t>
            </a:r>
            <a:br/>
            <a:r>
              <a:t>  set({ loading: true });</a:t>
            </a:r>
            <a:br/>
            <a:r>
              <a:t>  </a:t>
            </a:r>
            <a:br/>
            <a:r>
              <a:t>  try {</a:t>
            </a:r>
            <a:br/>
            <a:r>
              <a:t>    const response = await fetch(`/api/search?q=${query}`, {</a:t>
            </a:r>
            <a:br/>
            <a:r>
              <a:t>      signal: controller.signal,</a:t>
            </a:r>
            <a:br/>
            <a:r>
              <a:t>    });</a:t>
            </a:r>
            <a:br/>
            <a:r>
              <a:t>    const data = await response.json();</a:t>
            </a:r>
            <a:br/>
            <a:r>
              <a:t>    set({ data, loading: false });</a:t>
            </a:r>
            <a:br/>
            <a:r>
              <a:t>  } catch (error) {</a:t>
            </a:r>
            <a:br/>
            <a:r>
              <a:t>    if (error.name === 'AbortError') {</a:t>
            </a:r>
            <a:br/>
            <a:r>
              <a:t>      console.log('Request canc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Async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Fetch data with loading and error states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retry mechanism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cancellation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Async Data Fetching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 an async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Fetch data from an API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Handle loading and error states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The Race Condition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❌ Race condition</a:t>
            </a:r>
            <a:br/>
            <a:r>
              <a:t>fetchUser: async (id) =&gt; {</a:t>
            </a:r>
            <a:br/>
            <a:r>
              <a:t>  const response = await fetch(`/api/users/${id}`);</a:t>
            </a:r>
            <a:br/>
            <a:r>
              <a:t>  const user = await response.json();</a:t>
            </a:r>
            <a:br/>
            <a:r>
              <a:t>  set({ user }); // If id changes mid-request, stale data overwrites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Request Deduplication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pendingRequests = new Map();</a:t>
            </a:r>
            <a:br/>
            <a:br/>
            <a:r>
              <a:t>fetchUser: async (id) =&gt; {</a:t>
            </a:r>
            <a:br/>
            <a:r>
              <a:t>  const key = `user-${id}`;</a:t>
            </a:r>
            <a:br/>
            <a:r>
              <a:t>  if (pendingRequests.has(key)) {</a:t>
            </a:r>
            <a:br/>
            <a:r>
              <a:t>    return pendingRequests.get(key);</a:t>
            </a:r>
            <a:br/>
            <a:r>
              <a:t>  }</a:t>
            </a:r>
            <a:br/>
            <a:r>
              <a:t>  </a:t>
            </a:r>
            <a:br/>
            <a:r>
              <a:t>  const promise = (async () =&gt; {</a:t>
            </a:r>
            <a:br/>
            <a:r>
              <a:t>    const response = await fetch(`/api/users/${id}`);</a:t>
            </a:r>
            <a:br/>
            <a:r>
              <a:t>    const user = await response.json();</a:t>
            </a:r>
            <a:br/>
            <a:r>
              <a:t>    set({ user });</a:t>
            </a:r>
            <a:br/>
            <a:r>
              <a:t>    return user;</a:t>
            </a:r>
            <a:br/>
            <a:r>
              <a:t>  })();</a:t>
            </a:r>
            <a:br/>
            <a:r>
              <a:t>  </a:t>
            </a:r>
            <a:br/>
            <a:r>
              <a:t>  pendingRequests.set(key, promise);</a:t>
            </a:r>
            <a:br/>
            <a:r>
              <a:t>  try {</a:t>
            </a:r>
            <a:br/>
            <a:r>
              <a:t>    return await promise;</a:t>
            </a:r>
            <a:br/>
            <a:r>
              <a:t>  } finally {</a:t>
            </a:r>
            <a:br/>
            <a:r>
              <a:t>    pendingRequests.delete(key);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Request ID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fetchUser: async (id) =&gt; {</a:t>
            </a:r>
            <a:br/>
            <a:r>
              <a:t>  const requestId = `req-${Date.now()}`;</a:t>
            </a:r>
            <a:br/>
            <a:r>
              <a:t>  set({ requestId, loading: true });</a:t>
            </a:r>
            <a:br/>
            <a:r>
              <a:t>  </a:t>
            </a:r>
            <a:br/>
            <a:r>
              <a:t>  try {</a:t>
            </a:r>
            <a:br/>
            <a:r>
              <a:t>    const response = await fetch(`/api/users/${id}`);</a:t>
            </a:r>
            <a:br/>
            <a:r>
              <a:t>    const user = await response.json();</a:t>
            </a:r>
            <a:br/>
            <a:r>
              <a:t>    </a:t>
            </a:r>
            <a:br/>
            <a:r>
              <a:t>    // Only update if this is the latest request</a:t>
            </a:r>
            <a:br/>
            <a:r>
              <a:t>    set((state) =&gt; {</a:t>
            </a:r>
            <a:br/>
            <a:r>
              <a:t>      if (state.requestId !== requestId) return state;</a:t>
            </a:r>
            <a:br/>
            <a:r>
              <a:t>      return { user, loading: false };</a:t>
            </a:r>
            <a:br/>
            <a:r>
              <a:t>    });</a:t>
            </a:r>
            <a:br/>
            <a:r>
              <a:t>  } catch (error) {</a:t>
            </a:r>
            <a:br/>
            <a:r>
              <a:t>    set((state) =&gt; {</a:t>
            </a:r>
            <a:br/>
            <a:r>
              <a:t>      if (state.requestId !== requestId) return state;</a:t>
            </a:r>
            <a:br/>
            <a:r>
              <a:t>      return { er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Optimistic Updates with Rollback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addItem: async (item) =&gt; {</a:t>
            </a:r>
            <a:br/>
            <a:r>
              <a:t>  // Optimistic: Add immediately</a:t>
            </a:r>
            <a:br/>
            <a:r>
              <a:t>  const tempId = `temp-${Date.now()}`;</a:t>
            </a:r>
            <a:br/>
            <a:r>
              <a:t>  set((state) =&gt; ({</a:t>
            </a:r>
            <a:br/>
            <a:r>
              <a:t>    items: [...state.items, { ...item, id: tempId, optimistic: true }],</a:t>
            </a:r>
            <a:br/>
            <a:r>
              <a:t>  }));</a:t>
            </a:r>
            <a:br/>
            <a:r>
              <a:t>  </a:t>
            </a:r>
            <a:br/>
            <a:r>
              <a:t>  try {</a:t>
            </a:r>
            <a:br/>
            <a:r>
              <a:t>    const saved = await api.save(item);</a:t>
            </a:r>
            <a:br/>
            <a:r>
              <a:t>    // Replace optimistic with real</a:t>
            </a:r>
            <a:br/>
            <a:r>
              <a:t>    set((state) =&gt; ({</a:t>
            </a:r>
            <a:br/>
            <a:r>
              <a:t>      items: state.items.map(i =&gt;</a:t>
            </a:r>
            <a:br/>
            <a:r>
              <a:t>        i.id === tempId ? { ...saved, optimistic: false } : i</a:t>
            </a:r>
            <a:br/>
            <a:r>
              <a:t>      ),</a:t>
            </a:r>
            <a:br/>
            <a:r>
              <a:t>    }));</a:t>
            </a:r>
            <a:br/>
            <a:r>
              <a:t>  } catch (error) {</a:t>
            </a:r>
            <a:br/>
            <a:r>
              <a:t>    // Rollback on failure</a:t>
            </a:r>
            <a:br/>
            <a:r>
              <a:t>    set((state) =&gt; ({</a:t>
            </a:r>
            <a:br/>
            <a:r>
              <a:t>      item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Debounced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debounce } from 'lodash';</a:t>
            </a:r>
            <a:br/>
            <a:br/>
            <a:r>
              <a:t>const debouncedSearch = useCallback(</a:t>
            </a:r>
            <a:br/>
            <a:r>
              <a:t>  debounce((query) =&gt; {</a:t>
            </a:r>
            <a:br/>
            <a:r>
              <a:t>    store.search(query);</a:t>
            </a:r>
            <a:br/>
            <a:r>
              <a:t>  }, 300),</a:t>
            </a:r>
            <a:br/>
            <a:r>
              <a:t>  []</a:t>
            </a:r>
            <a:br/>
            <a:r>
              <a:t>);</a:t>
            </a:r>
            <a:br/>
            <a:br/>
            <a:r>
              <a:t>const handleSearch = (e) =&gt; {</a:t>
            </a:r>
            <a:br/>
            <a:r>
              <a:t>  const value = e.target.value;</a:t>
            </a:r>
            <a:br/>
            <a:r>
              <a:t>  setQuery(value);</a:t>
            </a:r>
            <a:br/>
            <a:r>
              <a:t>  debouncedSearch(value);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Race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Show race condition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request ID tracking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optimistic updates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Preventing Race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request deduplication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optimistic updates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REST API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create } from 'zustand';</a:t>
            </a:r>
            <a:br/>
            <a:br/>
            <a:r>
              <a:t>const useStore = create((set) =&gt; ({</a:t>
            </a:r>
            <a:br/>
            <a:r>
              <a:t>  posts: [],</a:t>
            </a:r>
            <a:br/>
            <a:r>
              <a:t>  loading: false,</a:t>
            </a:r>
            <a:br/>
            <a:r>
              <a:t>  error: null,</a:t>
            </a:r>
            <a:br/>
            <a:r>
              <a:t>  fetchPosts: async () =&gt; {</a:t>
            </a:r>
            <a:br/>
            <a:r>
              <a:t>    set({ loading: true, error: null });</a:t>
            </a:r>
            <a:br/>
            <a:r>
              <a:t>    try {</a:t>
            </a:r>
            <a:br/>
            <a:r>
              <a:t>      const response = await fetch('https://api.example.com/posts');</a:t>
            </a:r>
            <a:br/>
            <a:r>
              <a:t>      const data = await response.json();</a:t>
            </a:r>
            <a:br/>
            <a:r>
              <a:t>      set({ posts: data, loading: false });</a:t>
            </a:r>
            <a:br/>
            <a:r>
              <a:t>    } catch (error) {</a:t>
            </a:r>
            <a:br/>
            <a:r>
              <a:t>      set({ error: error.message, loading: false });</a:t>
            </a:r>
            <a:br/>
            <a:r>
              <a:t>    }</a:t>
            </a:r>
            <a:br/>
            <a:r>
              <a:t>  },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GraphQL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graphqlRequest = async (query, variables) =&gt; {</a:t>
            </a:r>
            <a:br/>
            <a:r>
              <a:t>  const response = await fetch('/graphql', {</a:t>
            </a:r>
            <a:br/>
            <a:r>
              <a:t>    method: 'POST',</a:t>
            </a:r>
            <a:br/>
            <a:r>
              <a:t>    headers: { 'Content-Type': 'application/json' },</a:t>
            </a:r>
            <a:br/>
            <a:r>
              <a:t>    body: JSON.stringify({ query, variables }),</a:t>
            </a:r>
            <a:br/>
            <a:r>
              <a:t>  });</a:t>
            </a:r>
            <a:br/>
            <a:r>
              <a:t>  const result = await response.json();</a:t>
            </a:r>
            <a:br/>
            <a:r>
              <a:t>  if (result.errors) {</a:t>
            </a:r>
            <a:br/>
            <a:r>
              <a:t>    throw new Error(result.errors[0].message);</a:t>
            </a:r>
            <a:br/>
            <a:r>
              <a:t>  }</a:t>
            </a:r>
            <a:br/>
            <a:r>
              <a:t>  return result.data;</a:t>
            </a:r>
            <a:br/>
            <a:r>
              <a:t>};</a:t>
            </a:r>
            <a:br/>
            <a:br/>
            <a:r>
              <a:t>const useStore = create((set) =&gt; ({</a:t>
            </a:r>
            <a:br/>
            <a:r>
              <a:t>  data: null,</a:t>
            </a:r>
            <a:br/>
            <a:r>
              <a:t>  fetchData: async () =&gt; {</a:t>
            </a:r>
            <a:br/>
            <a:r>
              <a:t>    const query = `query { users { id name } }`;</a:t>
            </a:r>
            <a:br/>
            <a:r>
              <a:t>    const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WebSocket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class WebSocketService {</a:t>
            </a:r>
            <a:br/>
            <a:r>
              <a:t>  private ws: WebSocket | null = null;</a:t>
            </a:r>
            <a:br/>
            <a:r>
              <a:t>  </a:t>
            </a:r>
            <a:br/>
            <a:r>
              <a:t>  connect() {</a:t>
            </a:r>
            <a:br/>
            <a:r>
              <a:t>    this.ws = new WebSocket('wss://api.example.com/ws');</a:t>
            </a:r>
            <a:br/>
            <a:r>
              <a:t>    this.ws.onmessage = (event) =&gt; {</a:t>
            </a:r>
            <a:br/>
            <a:r>
              <a:t>      const data = JSON.parse(event.data);</a:t>
            </a:r>
            <a:br/>
            <a:r>
              <a:t>      useStore.getState().handleMessage(data);</a:t>
            </a:r>
            <a:br/>
            <a:r>
              <a:t>    };</a:t>
            </a:r>
            <a:br/>
            <a:r>
              <a:t>  }</a:t>
            </a:r>
            <a:br/>
            <a:r>
              <a:t>  </a:t>
            </a:r>
            <a:br/>
            <a:r>
              <a:t>  send(type, payload) {</a:t>
            </a:r>
            <a:br/>
            <a:r>
              <a:t>    if (this.ws?.readyState === WebSocket.OPEN) {</a:t>
            </a:r>
            <a:br/>
            <a:r>
              <a:t>      this.ws.send(JSON.stringify({ type, payload }));</a:t>
            </a:r>
            <a:br/>
            <a:r>
              <a:t>    }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SSE (Server-Sent Events)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514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eventSource = new EventSource('/events');</a:t>
            </a:r>
            <a:br/>
            <a:br/>
            <a:r>
              <a:t>eventSource.onmessage = (event) =&gt; {</a:t>
            </a:r>
            <a:br/>
            <a:r>
              <a:t>  const data = JSON.parse(event.data);</a:t>
            </a:r>
            <a:br/>
            <a:r>
              <a:t>  useStore.getState().handleEvent(data);</a:t>
            </a:r>
            <a:br/>
            <a:r>
              <a:t>};</a:t>
            </a:r>
            <a:br/>
            <a:br/>
            <a:r>
              <a:t>eventSource.addEventListener('task_update', (event) =&gt; {</a:t>
            </a:r>
            <a:br/>
            <a:r>
              <a:t>  const data = JSON.parse(event.data);</a:t>
            </a:r>
            <a:br/>
            <a:r>
              <a:t>  useStore.getState().addTask(data);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Polling for Periodic Updates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useStore = create((set) =&gt; ({</a:t>
            </a:r>
            <a:br/>
            <a:r>
              <a:t>  data: [],</a:t>
            </a:r>
            <a:br/>
            <a:r>
              <a:t>  pollInterval: null,</a:t>
            </a:r>
            <a:br/>
            <a:r>
              <a:t>  startPolling: (intervalMs = 30000) =&gt; {</a:t>
            </a:r>
            <a:br/>
            <a:r>
              <a:t>    const id = setInterval(() =&gt; {</a:t>
            </a:r>
            <a:br/>
            <a:r>
              <a:t>      get().fetchData();</a:t>
            </a:r>
            <a:br/>
            <a:r>
              <a:t>    }, intervalMs);</a:t>
            </a:r>
            <a:br/>
            <a:r>
              <a:t>    set({ pollInterval: id });</a:t>
            </a:r>
            <a:br/>
            <a:r>
              <a:t>  },</a:t>
            </a:r>
            <a:br/>
            <a:r>
              <a:t>  stopPolling: () =&gt; {</a:t>
            </a:r>
            <a:br/>
            <a:r>
              <a:t>    const id = get().pollInterval;</a:t>
            </a:r>
            <a:br/>
            <a:r>
              <a:t>    if (id) {</a:t>
            </a:r>
            <a:br/>
            <a:r>
              <a:t>      clearInterval(id);</a:t>
            </a:r>
            <a:br/>
            <a:r>
              <a:t>      set({ pollInterval: null });</a:t>
            </a:r>
            <a:br/>
            <a:r>
              <a:t>    }</a:t>
            </a:r>
            <a:br/>
            <a:r>
              <a:t>  },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API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REST API fetch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GraphQL query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WebSocket connection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External API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Fetch data from a REST API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Handle loading/error states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Understanding Middleware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type Middleware&lt;T&gt; = (</a:t>
            </a:r>
            <a:br/>
            <a:r>
              <a:t>  config: StateCreator&lt;T, [], []&gt;</a:t>
            </a:r>
            <a:br/>
            <a:r>
              <a:t>) =&gt; StateCreator&lt;T, [], []&gt;;</a:t>
            </a:r>
            <a:br/>
            <a:br/>
            <a:r>
              <a:t>const myMiddleware = &lt;T&gt;(config: StateCreator&lt;T&gt;): StateCreator&lt;T&gt; =&gt; {</a:t>
            </a:r>
            <a:br/>
            <a:r>
              <a:t>  return (set, get, store) =&gt; {</a:t>
            </a:r>
            <a:br/>
            <a:r>
              <a:t>    // Wrap set function</a:t>
            </a:r>
            <a:br/>
            <a:r>
              <a:t>    const wrappedSet = (args) =&gt; {</a:t>
            </a:r>
            <a:br/>
            <a:r>
              <a:t>      // Before update</a:t>
            </a:r>
            <a:br/>
            <a:r>
              <a:t>      console.log('Before:', get());</a:t>
            </a:r>
            <a:br/>
            <a:r>
              <a:t>      set(args);</a:t>
            </a:r>
            <a:br/>
            <a:r>
              <a:t>      // After update</a:t>
            </a:r>
            <a:br/>
            <a:r>
              <a:t>      console.log('After:', get());</a:t>
            </a:r>
            <a:br/>
            <a:r>
              <a:t>    };</a:t>
            </a:r>
            <a:br/>
            <a:r>
              <a:t>    return config(wrappedSet, get, store);</a:t>
            </a:r>
            <a:br/>
            <a:r>
              <a:t>  };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Logging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createLogger = (options) =&gt; {</a:t>
            </a:r>
            <a:br/>
            <a:r>
              <a:t>  return (config) =&gt; (set, get, store) =&gt; {</a:t>
            </a:r>
            <a:br/>
            <a:r>
              <a:t>    return config(</a:t>
            </a:r>
            <a:br/>
            <a:r>
              <a:t>      (args) =&gt; {</a:t>
            </a:r>
            <a:br/>
            <a:r>
              <a:t>        console.log('Before:', get());</a:t>
            </a:r>
            <a:br/>
            <a:r>
              <a:t>        set(args);</a:t>
            </a:r>
            <a:br/>
            <a:r>
              <a:t>        console.log('After:', get());</a:t>
            </a:r>
            <a:br/>
            <a:r>
              <a:t>      },</a:t>
            </a:r>
            <a:br/>
            <a:r>
              <a:t>      get,</a:t>
            </a:r>
            <a:br/>
            <a:r>
              <a:t>      store</a:t>
            </a:r>
            <a:br/>
            <a:r>
              <a:t>    );</a:t>
            </a:r>
            <a:br/>
            <a:r>
              <a:t>  };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Validation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createValidator = (rules) =&gt; {</a:t>
            </a:r>
            <a:br/>
            <a:r>
              <a:t>  return (config) =&gt; (set, get, store) =&gt; {</a:t>
            </a:r>
            <a:br/>
            <a:r>
              <a:t>    return config(</a:t>
            </a:r>
            <a:br/>
            <a:r>
              <a:t>      (args) =&gt; {</a:t>
            </a:r>
            <a:br/>
            <a:r>
              <a:t>        const nextState = typeof args === 'function'</a:t>
            </a:r>
            <a:br/>
            <a:r>
              <a:t>          ? args(get())</a:t>
            </a:r>
            <a:br/>
            <a:r>
              <a:t>          : { ...get(), ...args };</a:t>
            </a:r>
            <a:br/>
            <a:r>
              <a:t>        </a:t>
            </a:r>
            <a:br/>
            <a:r>
              <a:t>        for (const rule of rules) {</a:t>
            </a:r>
            <a:br/>
            <a:r>
              <a:t>          if (!rule.validate(nextState[rule.field])) {</a:t>
            </a:r>
            <a:br/>
            <a:r>
              <a:t>            throw new Error(rule.message);</a:t>
            </a:r>
            <a:br/>
            <a:r>
              <a:t>          }</a:t>
            </a:r>
            <a:br/>
            <a:r>
              <a:t>        }</a:t>
            </a:r>
            <a:br/>
            <a:r>
              <a:t>        set(args);</a:t>
            </a:r>
            <a:br/>
            <a:r>
              <a:t>      },</a:t>
            </a:r>
            <a:br/>
            <a:r>
              <a:t>      get,</a:t>
            </a:r>
            <a:br/>
            <a:r>
              <a:t>      store</a:t>
            </a:r>
            <a:br/>
            <a:r>
              <a:t>    );</a:t>
            </a:r>
            <a:br/>
            <a:r>
              <a:t>  };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Analytics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createAnalytics = (provider) =&gt; {</a:t>
            </a:r>
            <a:br/>
            <a:r>
              <a:t>  return (config) =&gt; (set, get, store) =&gt; {</a:t>
            </a:r>
            <a:br/>
            <a:r>
              <a:t>    return config(</a:t>
            </a:r>
            <a:br/>
            <a:r>
              <a:t>      (args) =&gt; {</a:t>
            </a:r>
            <a:br/>
            <a:r>
              <a:t>        const prevState = get();</a:t>
            </a:r>
            <a:br/>
            <a:r>
              <a:t>        set(args);</a:t>
            </a:r>
            <a:br/>
            <a:r>
              <a:t>        const nextState = get();</a:t>
            </a:r>
            <a:br/>
            <a:r>
              <a:t>        </a:t>
            </a:r>
            <a:br/>
            <a:r>
              <a:t>        provider.track({</a:t>
            </a:r>
            <a:br/>
            <a:r>
              <a:t>          event: 'state_update',</a:t>
            </a:r>
            <a:br/>
            <a:r>
              <a:t>          properties: {</a:t>
            </a:r>
            <a:br/>
            <a:r>
              <a:t>            action: typeof args === 'function' ? 'functional' : 'object',</a:t>
            </a:r>
            <a:br/>
            <a:r>
              <a:t>            changes: getDiff(prevState, nextState),</a:t>
            </a:r>
            <a:br/>
            <a:r>
              <a:t>          },</a:t>
            </a:r>
            <a:br/>
            <a:r>
              <a:t>        });</a:t>
            </a:r>
            <a:br/>
            <a:r>
              <a:t>      },</a:t>
            </a:r>
            <a:br/>
            <a:r>
              <a:t>      get,</a:t>
            </a:r>
            <a:br/>
            <a:r>
              <a:t>      store</a:t>
            </a:r>
            <a:br/>
            <a:r>
              <a:t>    );</a:t>
            </a:r>
            <a:br/>
            <a:r>
              <a:t>  };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Performance Monitoring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createPerformanceMonitor = (threshold = 50) =&gt; {</a:t>
            </a:r>
            <a:br/>
            <a:r>
              <a:t>  return (config) =&gt; (set, get, store) =&gt; {</a:t>
            </a:r>
            <a:br/>
            <a:r>
              <a:t>    return config(</a:t>
            </a:r>
            <a:br/>
            <a:r>
              <a:t>      (args) =&gt; {</a:t>
            </a:r>
            <a:br/>
            <a:r>
              <a:t>        const start = performance.now();</a:t>
            </a:r>
            <a:br/>
            <a:r>
              <a:t>        set(args);</a:t>
            </a:r>
            <a:br/>
            <a:r>
              <a:t>        const duration = performance.now() - start;</a:t>
            </a:r>
            <a:br/>
            <a:r>
              <a:t>        if (duration &gt; threshold) {</a:t>
            </a:r>
            <a:br/>
            <a:r>
              <a:t>          console.warn(`Slow update: ${duration.toFixed(2)}ms`);</a:t>
            </a:r>
            <a:br/>
            <a:r>
              <a:t>        }</a:t>
            </a:r>
            <a:br/>
            <a:r>
              <a:t>      },</a:t>
            </a:r>
            <a:br/>
            <a:r>
              <a:t>      get,</a:t>
            </a:r>
            <a:br/>
            <a:r>
              <a:t>      store</a:t>
            </a:r>
            <a:br/>
            <a:r>
              <a:t>    );</a:t>
            </a:r>
            <a:br/>
            <a:r>
              <a:t>  };</a:t>
            </a:r>
            <a:br/>
            <a:r>
              <a:t>};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Combining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useStore = create(</a:t>
            </a:r>
            <a:br/>
            <a:r>
              <a:t>  devtools(</a:t>
            </a:r>
            <a:br/>
            <a:r>
              <a:t>    persist(</a:t>
            </a:r>
            <a:br/>
            <a:r>
              <a:t>      logger(</a:t>
            </a:r>
            <a:br/>
            <a:r>
              <a:t>        validator(</a:t>
            </a:r>
            <a:br/>
            <a:r>
              <a:t>          analytics(</a:t>
            </a:r>
            <a:br/>
            <a:r>
              <a:t>            performanceMonitor(</a:t>
            </a:r>
            <a:br/>
            <a:r>
              <a:t>              (set) =&gt; ({ /* ... */ })</a:t>
            </a:r>
            <a:br/>
            <a:r>
              <a:t>            )</a:t>
            </a:r>
            <a:br/>
            <a:r>
              <a:t>          )</a:t>
            </a:r>
            <a:br/>
            <a:r>
              <a:t>        )</a:t>
            </a:r>
            <a:br/>
            <a:r>
              <a:t>      )</a:t>
            </a:r>
            <a:br/>
            <a:r>
              <a:t>    )</a:t>
            </a:r>
            <a:br/>
            <a:r>
              <a:t>  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Custom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Build logging middleware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Build validation middleware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Compose multiple middleware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Custom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Build a logging middleware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Build a performance monitoring middleware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E1E1E"/>
                </a:solidFill>
                <a:latin typeface="Helvetica Neue"/>
              </a:defRPr>
            </a:pPr>
            <a:r>
              <a:t>Day 4: Performance Optimization &amp; Ecosystem (8 Hours)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990" y="3931920"/>
            <a:ext cx="1828800" cy="25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Fine-Grained Subscriptions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✅ Good: Subscribe only to what's needed</a:t>
            </a:r>
            <a:br/>
            <a:r>
              <a:t>const count = useStore((state) =&gt; state.count);</a:t>
            </a:r>
            <a:br/>
            <a:r>
              <a:t>const name = useStore((state) =&gt; state.user.name);</a:t>
            </a:r>
            <a:br/>
            <a:br/>
            <a:r>
              <a:t>// ❌ Bad: Subscribe to everything</a:t>
            </a:r>
            <a:br/>
            <a:r>
              <a:t>const store = useStore();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Optimizing Selectors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✅ Extract selectors</a:t>
            </a:r>
            <a:br/>
            <a:r>
              <a:t>const selectTasks = (state) =&gt; state.tasks;</a:t>
            </a:r>
            <a:br/>
            <a:r>
              <a:t>const selectFilter = (state) =&gt; state.filter;</a:t>
            </a:r>
            <a:br/>
            <a:br/>
            <a:r>
              <a:t>const filteredTasks = useStore(selectFilteredTasks);</a:t>
            </a:r>
            <a:br/>
            <a:br/>
            <a:r>
              <a:t>// ✅ Use memoized selectors</a:t>
            </a:r>
            <a:br/>
            <a:r>
              <a:t>import { createSelector } from 'reselect';</a:t>
            </a:r>
            <a:br/>
            <a:br/>
            <a:r>
              <a:t>const selectFilteredTasks = createSelector(</a:t>
            </a:r>
            <a:br/>
            <a:r>
              <a:t>  [selectTasks, selectFilter],</a:t>
            </a:r>
            <a:br/>
            <a:r>
              <a:t>  (tasks, filter) =&gt; tasks.filter(task =&gt; task.status === filter)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Using `useShallow`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useShallow } from 'zustand/react/shallow';</a:t>
            </a:r>
            <a:br/>
            <a:br/>
            <a:r>
              <a:t>function Component() {</a:t>
            </a:r>
            <a:br/>
            <a:r>
              <a:t>  const { user, settings } = useStore(</a:t>
            </a:r>
            <a:br/>
            <a:r>
              <a:t>    useShallow((state) =&gt; ({</a:t>
            </a:r>
            <a:br/>
            <a:r>
              <a:t>      user: state.user,</a:t>
            </a:r>
            <a:br/>
            <a:r>
              <a:t>      settings: state.settings,</a:t>
            </a:r>
            <a:br/>
            <a:r>
              <a:t>    }))</a:t>
            </a:r>
            <a:br/>
            <a:r>
              <a:t>  );</a:t>
            </a:r>
            <a:br/>
            <a:r>
              <a:t>  // Only re-renders when user or settings change</a:t>
            </a:r>
            <a:br/>
            <a:r>
              <a:t>  return &lt;div&gt;{user.name} - {settings.theme}&lt;/div&gt;;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Memoization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514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✅ useMemo for derived state</a:t>
            </a:r>
            <a:br/>
            <a:r>
              <a:t>const tasks = useStore((state) =&gt; state.tasks);</a:t>
            </a:r>
            <a:br/>
            <a:r>
              <a:t>const filteredTasks = useMemo(() =&gt; </a:t>
            </a:r>
            <a:br/>
            <a:r>
              <a:t>  tasks.filter(t =&gt; t.completed),</a:t>
            </a:r>
            <a:br/>
            <a:r>
              <a:t>  [tasks]</a:t>
            </a:r>
            <a:br/>
            <a:r>
              <a:t>);</a:t>
            </a:r>
            <a:br/>
            <a:br/>
            <a:r>
              <a:t>// ✅ React.memo for components</a:t>
            </a:r>
            <a:br/>
            <a:r>
              <a:t>const TaskItem = memo(({ task }) =&gt; {</a:t>
            </a:r>
            <a:br/>
            <a:r>
              <a:t>  return &lt;div&gt;{task.title}&lt;/div&gt;;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Avoiding Over-Subscription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❌ Bad: Parent subscribes and passes down</a:t>
            </a:r>
            <a:br/>
            <a:r>
              <a:t>function Parent() {</a:t>
            </a:r>
            <a:br/>
            <a:r>
              <a:t>  const tasks = useStore((state) =&gt; state.tasks);</a:t>
            </a:r>
            <a:br/>
            <a:r>
              <a:t>  return tasks.map(task =&gt; &lt;Child task={task} /&gt;);</a:t>
            </a:r>
            <a:br/>
            <a:r>
              <a:t>}</a:t>
            </a:r>
            <a:br/>
            <a:r>
              <a:t>// Every task change re-renders ALL children</a:t>
            </a:r>
            <a:br/>
            <a:br/>
            <a:r>
              <a:t>// ✅ Good: Each child subscribes independently</a:t>
            </a:r>
            <a:br/>
            <a:r>
              <a:t>function Child({ taskId }) {</a:t>
            </a:r>
            <a:br/>
            <a:r>
              <a:t>  const task = useStore((state) =&gt; state.tasks[taskId]);</a:t>
            </a:r>
            <a:br/>
            <a:r>
              <a:t>  // Only re-renders when this task changes</a:t>
            </a:r>
            <a:br/>
            <a:r>
              <a:t>  return &lt;div&gt;{task.title}&lt;/div&gt;;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Rendering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Show before/after optimization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Measure render counts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React DevTools Profiler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Optimizing Component Rendering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Optimize subscriptions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memoization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State Normalization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371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❌ Denormalized: Hard to update</a:t>
            </a:r>
            <a:br/>
            <a:r>
              <a:t>tasks: Task[];</a:t>
            </a:r>
            <a:br/>
            <a:br/>
            <a:r>
              <a:t>// ✅ Normalized: Easy to update</a:t>
            </a:r>
            <a:br/>
            <a:r>
              <a:t>tasks: Record&lt;string, Task&gt;;</a:t>
            </a:r>
            <a:br/>
            <a:r>
              <a:t>taskIds: string[];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Splitting Stores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514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Hot store: Frequently updated</a:t>
            </a:r>
            <a:br/>
            <a:r>
              <a:t>const useHotStore = create((set) =&gt; ({</a:t>
            </a:r>
            <a:br/>
            <a:r>
              <a:t>  cursor: { x: 0, y: 0 },</a:t>
            </a:r>
            <a:br/>
            <a:r>
              <a:t>  setCursor: (cursor) =&gt; set({ cursor }),</a:t>
            </a:r>
            <a:br/>
            <a:r>
              <a:t>}));</a:t>
            </a:r>
            <a:br/>
            <a:br/>
            <a:r>
              <a:t>// Cold store: Infrequently updated</a:t>
            </a:r>
            <a:br/>
            <a:r>
              <a:t>const useColdStore = create((set) =&gt; ({</a:t>
            </a:r>
            <a:br/>
            <a:r>
              <a:t>  user: null,</a:t>
            </a:r>
            <a:br/>
            <a:r>
              <a:t>  setUser: (user) =&gt; set({ user }),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Lazy Initialization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let store: StoreApi&lt;any&gt; | null = null;</a:t>
            </a:r>
            <a:br/>
            <a:br/>
            <a:r>
              <a:t>function getStore() {</a:t>
            </a:r>
            <a:br/>
            <a:r>
              <a:t>  if (!store) {</a:t>
            </a:r>
            <a:br/>
            <a:r>
              <a:t>    store = createStore((set) =&gt; ({</a:t>
            </a:r>
            <a:br/>
            <a:r>
              <a:t>      data: [],</a:t>
            </a:r>
            <a:br/>
            <a:r>
              <a:t>      load: async () =&gt; {</a:t>
            </a:r>
            <a:br/>
            <a:r>
              <a:t>        const data = await fetchData();</a:t>
            </a:r>
            <a:br/>
            <a:r>
              <a:t>        set({ data });</a:t>
            </a:r>
            <a:br/>
            <a:r>
              <a:t>      },</a:t>
            </a:r>
            <a:br/>
            <a:r>
              <a:t>    }));</a:t>
            </a:r>
            <a:br/>
            <a:r>
              <a:t>  }</a:t>
            </a:r>
            <a:br/>
            <a:r>
              <a:t>  return store;</a:t>
            </a:r>
            <a:br/>
            <a:r>
              <a:t>}</a:t>
            </a:r>
            <a:br/>
            <a:br/>
            <a:r>
              <a:t>// Only created when first used</a:t>
            </a:r>
            <a:br/>
            <a:r>
              <a:t>const store = getStore();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Memory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057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useStore = create((set) =&gt; ({</a:t>
            </a:r>
            <a:br/>
            <a:r>
              <a:t>  history: [],</a:t>
            </a:r>
            <a:br/>
            <a:r>
              <a:t>  maxHistory: 1000,</a:t>
            </a:r>
            <a:br/>
            <a:r>
              <a:t>  addHistory: (entry) =&gt; {</a:t>
            </a:r>
            <a:br/>
            <a:r>
              <a:t>    set((state) =&gt; ({</a:t>
            </a:r>
            <a:br/>
            <a:r>
              <a:t>      history: [...state.history, entry].slice(-state.maxHistory),</a:t>
            </a:r>
            <a:br/>
            <a:r>
              <a:t>    }));</a:t>
            </a:r>
            <a:br/>
            <a:r>
              <a:t>  },</a:t>
            </a:r>
            <a:br/>
            <a:r>
              <a:t>}));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Preventing Cascading Updates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514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Batch updates together</a:t>
            </a:r>
            <a:br/>
            <a:r>
              <a:t>set({ tasks, loading: false, error: null });</a:t>
            </a:r>
            <a:br/>
            <a:br/>
            <a:r>
              <a:t>// Use request ID to prevent stale updates</a:t>
            </a:r>
            <a:br/>
            <a:r>
              <a:t>const requestId = Date.now();</a:t>
            </a:r>
            <a:br/>
            <a:r>
              <a:t>set({ requestId });</a:t>
            </a:r>
            <a:br/>
            <a:r>
              <a:t>// ... after async operation</a:t>
            </a:r>
            <a:br/>
            <a:r>
              <a:t>set((state) =&gt; {</a:t>
            </a:r>
            <a:br/>
            <a:r>
              <a:t>  if (state.requestId !== requestId) return state;</a:t>
            </a:r>
            <a:br/>
            <a:r>
              <a:t>  return { data };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Store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Show normalization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Split stores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Lazy initialization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Store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Normalize state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Split stores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React Profiler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Profiler } from 'react';</a:t>
            </a:r>
            <a:br/>
            <a:br/>
            <a:r>
              <a:t>function App() {</a:t>
            </a:r>
            <a:br/>
            <a:r>
              <a:t>  return (</a:t>
            </a:r>
            <a:br/>
            <a:r>
              <a:t>    &lt;Profiler id="App" onRender={onRenderCallback}&gt;</a:t>
            </a:r>
            <a:br/>
            <a:r>
              <a:t>      &lt;MainApp /&gt;</a:t>
            </a:r>
            <a:br/>
            <a:r>
              <a:t>    &lt;/Profiler&gt;</a:t>
            </a:r>
            <a:br/>
            <a:r>
              <a:t>  );</a:t>
            </a:r>
            <a:br/>
            <a:r>
              <a:t>}</a:t>
            </a:r>
            <a:br/>
            <a:br/>
            <a:r>
              <a:t>function onRenderCallback(</a:t>
            </a:r>
            <a:br/>
            <a:r>
              <a:t>  id, phase, actualDuration, baseDuration, startTime, commitTime</a:t>
            </a:r>
            <a:br/>
            <a:r>
              <a:t>) {</a:t>
            </a:r>
            <a:br/>
            <a:r>
              <a:t>  console.log(`${id} ${phase} took ${actualDuration}ms`);</a:t>
            </a:r>
            <a:br/>
            <a:r>
              <a:t>  if (actualDuration &gt; 5) {</a:t>
            </a:r>
            <a:br/>
            <a:r>
              <a:t>    console.warn(`Slow render: ${id}`);</a:t>
            </a:r>
            <a:br/>
            <a:r>
              <a:t>  }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Performance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async function measurePerformance(fn, iterations = 1000) {</a:t>
            </a:r>
            <a:br/>
            <a:r>
              <a:t>  const times = [];</a:t>
            </a:r>
            <a:br/>
            <a:r>
              <a:t>  // Warmup</a:t>
            </a:r>
            <a:br/>
            <a:r>
              <a:t>  for (let i = 0; i &lt; 100; i++) fn();</a:t>
            </a:r>
            <a:br/>
            <a:r>
              <a:t>  // Measure</a:t>
            </a:r>
            <a:br/>
            <a:r>
              <a:t>  for (let i = 0; i &lt; iterations; i++) {</a:t>
            </a:r>
            <a:br/>
            <a:r>
              <a:t>    const start = performance.now();</a:t>
            </a:r>
            <a:br/>
            <a:r>
              <a:t>    fn();</a:t>
            </a:r>
            <a:br/>
            <a:r>
              <a:t>    times.push(performance.now() - start);</a:t>
            </a:r>
            <a:br/>
            <a:r>
              <a:t>  }</a:t>
            </a:r>
            <a:br/>
            <a:r>
              <a:t>  return {</a:t>
            </a:r>
            <a:br/>
            <a:r>
              <a:t>    average: times.reduce((a, b) =&gt; a + b, 0) / times.length,</a:t>
            </a:r>
            <a:br/>
            <a:r>
              <a:t>    min: Math.min(...times),</a:t>
            </a:r>
            <a:br/>
            <a:r>
              <a:t>    max: Math.max(...times),</a:t>
            </a:r>
            <a:br/>
            <a:r>
              <a:t>  };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State Size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0574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stateSize = new Blob([JSON.stringify(state)]).size;</a:t>
            </a:r>
            <a:br/>
            <a:r>
              <a:t>console.log(`State size: ${(stateSize / 1024).toFixed(1)} KB`);</a:t>
            </a:r>
            <a:br/>
            <a:br/>
            <a:r>
              <a:t>// Monitor over time</a:t>
            </a:r>
            <a:br/>
            <a:r>
              <a:t>setInterval(() =&gt; {</a:t>
            </a:r>
            <a:br/>
            <a:r>
              <a:t>  const state = store.getState();</a:t>
            </a:r>
            <a:br/>
            <a:r>
              <a:t>  const size = new Blob([JSON.stringify(state)]).size;</a:t>
            </a:r>
            <a:br/>
            <a:r>
              <a:t>  console.log(`Current state size: ${(size / 1024).toFixed(1)} KB`);</a:t>
            </a:r>
            <a:br/>
            <a:r>
              <a:t>}, 60000);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DevTools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React DevTools: Profiler tab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Redux DevTools: Performance tab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Chrome DevTools: Performance tab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Lighthouse: Performance audit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Benchmarking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React Profiler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Measure state size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Identify bottlenecks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Performance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performance tests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Measure state size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React 19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Concurrent rendering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Transitions (`useTransition`)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`useActionState`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`useOptimistic`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Server Components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Using `useTransition` with Zustand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function SearchComponent() {</a:t>
            </a:r>
            <a:br/>
            <a:r>
              <a:t>  const [query, setQuery] = useState('');</a:t>
            </a:r>
            <a:br/>
            <a:r>
              <a:t>  const [isPending, startTransition] = useTransition();</a:t>
            </a:r>
            <a:br/>
            <a:r>
              <a:t>  const fetchResults = useStore((state) =&gt; state.fetchResults);</a:t>
            </a:r>
            <a:br/>
            <a:r>
              <a:t>  </a:t>
            </a:r>
            <a:br/>
            <a:r>
              <a:t>  const handleSearch = (e) =&gt; {</a:t>
            </a:r>
            <a:br/>
            <a:r>
              <a:t>    const value = e.target.value;</a:t>
            </a:r>
            <a:br/>
            <a:r>
              <a:t>    setQuery(value);</a:t>
            </a:r>
            <a:br/>
            <a:r>
              <a:t>    // Mark as low priority</a:t>
            </a:r>
            <a:br/>
            <a:r>
              <a:t>    startTransition(() =&gt; {</a:t>
            </a:r>
            <a:br/>
            <a:r>
              <a:t>      fetchResults(value);</a:t>
            </a:r>
            <a:br/>
            <a:r>
              <a:t>    });</a:t>
            </a:r>
            <a:br/>
            <a:r>
              <a:t>  };</a:t>
            </a:r>
            <a:br/>
            <a:r>
              <a:t>  </a:t>
            </a:r>
            <a:br/>
            <a:r>
              <a:t>  return (</a:t>
            </a:r>
            <a:br/>
            <a:r>
              <a:t>    &lt;div&gt;</a:t>
            </a:r>
            <a:br/>
            <a:r>
              <a:t>      &lt;input value={query} onChange={handleSearch} /&gt;</a:t>
            </a:r>
            <a:br/>
            <a:r>
              <a:t>      {isPending &amp;&amp; &lt;div&gt;Searching...&lt;/div&gt;}</a:t>
            </a:r>
            <a:br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Using `useOptimistic` with Zustand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function TaskList() {</a:t>
            </a:r>
            <a:br/>
            <a:r>
              <a:t>  const tasks = useStore((state) =&gt; state.tasks);</a:t>
            </a:r>
            <a:br/>
            <a:r>
              <a:t>  const addTask = useStore((state) =&gt; state.addTask);</a:t>
            </a:r>
            <a:br/>
            <a:r>
              <a:t>  </a:t>
            </a:r>
            <a:br/>
            <a:r>
              <a:t>  const [optimisticTasks, addOptimisticTask] = useOptimistic(</a:t>
            </a:r>
            <a:br/>
            <a:r>
              <a:t>    tasks,</a:t>
            </a:r>
            <a:br/>
            <a:r>
              <a:t>    (currentTasks, newTask) =&gt; [...currentTasks, { ...newTask, optimistic: true }]</a:t>
            </a:r>
            <a:br/>
            <a:r>
              <a:t>  );</a:t>
            </a:r>
            <a:br/>
            <a:r>
              <a:t>  </a:t>
            </a:r>
            <a:br/>
            <a:r>
              <a:t>  const handleAdd = (title) =&gt; {</a:t>
            </a:r>
            <a:br/>
            <a:r>
              <a:t>    const newTask = { id: Date.now(), title, completed: false };</a:t>
            </a:r>
            <a:br/>
            <a:r>
              <a:t>    addOptimisticTask(newTask);</a:t>
            </a:r>
            <a:br/>
            <a:r>
              <a:t>    addTask(newTask);</a:t>
            </a:r>
            <a:br/>
            <a:r>
              <a:t>  };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Using `useActionState` with Zustand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function TaskForm() {</a:t>
            </a:r>
            <a:br/>
            <a:r>
              <a:t>  const addTask = useStore((state) =&gt; state.addTask);</a:t>
            </a:r>
            <a:br/>
            <a:r>
              <a:t>  const [state, action, isPending] = useActionState(</a:t>
            </a:r>
            <a:br/>
            <a:r>
              <a:t>    async (prevState, formData) =&gt; {</a:t>
            </a:r>
            <a:br/>
            <a:r>
              <a:t>      const title = formData.get('title');</a:t>
            </a:r>
            <a:br/>
            <a:r>
              <a:t>      await addTask(title);</a:t>
            </a:r>
            <a:br/>
            <a:r>
              <a:t>      return { success: true };</a:t>
            </a:r>
            <a:br/>
            <a:r>
              <a:t>    },</a:t>
            </a:r>
            <a:br/>
            <a:r>
              <a:t>    { success: false }</a:t>
            </a:r>
            <a:br/>
            <a:r>
              <a:t>  );</a:t>
            </a:r>
            <a:br/>
            <a:r>
              <a:t>  </a:t>
            </a:r>
            <a:br/>
            <a:r>
              <a:t>  return (</a:t>
            </a:r>
            <a:br/>
            <a:r>
              <a:t>    &lt;form action={action}&gt;</a:t>
            </a:r>
            <a:br/>
            <a:r>
              <a:t>      &lt;input name="title" /&gt;</a:t>
            </a:r>
            <a:br/>
            <a:r>
              <a:t>      &lt;button type="submit" disabled={isPending}&gt;</a:t>
            </a:r>
            <a:br/>
            <a:r>
              <a:t>        {isPending ? 'Adding...' : 'Add Task'}</a:t>
            </a:r>
            <a:br/>
            <a:r>
              <a:t>      &lt;/button&gt;</a:t>
            </a:r>
            <a:br/>
            <a:r>
              <a:t>    &lt;/form&gt;</a:t>
            </a:r>
            <a:br/>
            <a:r>
              <a:t> 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Server Components + Zustand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Server Component</a:t>
            </a:r>
            <a:br/>
            <a:r>
              <a:t>export default async function Page() {</a:t>
            </a:r>
            <a:br/>
            <a:r>
              <a:t>  const tasks = await fetchTasks();</a:t>
            </a:r>
            <a:br/>
            <a:r>
              <a:t>  return &lt;ClientTaskList initialTasks={tasks} /&gt;;</a:t>
            </a:r>
            <a:br/>
            <a:r>
              <a:t>}</a:t>
            </a:r>
            <a:br/>
            <a:br/>
            <a:r>
              <a:t>// Client Component</a:t>
            </a:r>
            <a:br/>
            <a:r>
              <a:t>'use client';</a:t>
            </a:r>
            <a:br/>
            <a:br/>
            <a:r>
              <a:t>import { useEffect } from 'react';</a:t>
            </a:r>
            <a:br/>
            <a:r>
              <a:t>import { useTaskStore } from '@taskflow/shared';</a:t>
            </a:r>
            <a:br/>
            <a:br/>
            <a:r>
              <a:t>export function ClientTaskList({ initialTasks }) {</a:t>
            </a:r>
            <a:br/>
            <a:r>
              <a:t>  const setTasks = useTaskStore((state) =&gt; state.setTasks);</a:t>
            </a:r>
            <a:br/>
            <a:r>
              <a:t>  </a:t>
            </a:r>
            <a:br/>
            <a:r>
              <a:t>  useEffect(() =&gt; {</a:t>
            </a:r>
            <a:br/>
            <a:r>
              <a:t>    setTasks(initialTasks);</a:t>
            </a:r>
            <a:br/>
            <a:r>
              <a:t>  }, []);</a:t>
            </a:r>
            <a:br/>
            <a:r>
              <a:t>  </a:t>
            </a:r>
            <a:br/>
            <a:r>
              <a:t>  const tasks = useTaskStore((state) =&gt; state.tasks);</a:t>
            </a:r>
            <a:br/>
            <a:r>
              <a:t>  r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React 19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`useTransition` with Zustand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`useOptimistic` with Zustand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React 19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`useTransition` to a search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`useOptimistic` to task creation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React Native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685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npx create-expo-app ZustandNative</a:t>
            </a:r>
            <a:br/>
            <a:r>
              <a:t>cd ZustandNative</a:t>
            </a:r>
            <a:br/>
            <a:r>
              <a:t>npx expo install zustand @react-native-async-storage/async-storage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Mobile Store with AsyncStorage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create } from 'zustand';</a:t>
            </a:r>
            <a:br/>
            <a:r>
              <a:t>import { persist, createJSONStorage } from 'zustand/middleware';</a:t>
            </a:r>
            <a:br/>
            <a:r>
              <a:t>import AsyncStorage from '@react-native-async-storage/async-storage';</a:t>
            </a:r>
            <a:br/>
            <a:br/>
            <a:r>
              <a:t>const useStore = create(</a:t>
            </a:r>
            <a:br/>
            <a:r>
              <a:t>  persist(</a:t>
            </a:r>
            <a:br/>
            <a:r>
              <a:t>    (set) =&gt; ({</a:t>
            </a:r>
            <a:br/>
            <a:r>
              <a:t>      tasks: [],</a:t>
            </a:r>
            <a:br/>
            <a:r>
              <a:t>      addTask: (task) =&gt; set((state) =&gt; ({ tasks: [...state.tasks, task] })),</a:t>
            </a:r>
            <a:br/>
            <a:r>
              <a:t>    }),</a:t>
            </a:r>
            <a:br/>
            <a:r>
              <a:t>    {</a:t>
            </a:r>
            <a:br/>
            <a:r>
              <a:t>      name: 'task-storage',</a:t>
            </a:r>
            <a:br/>
            <a:r>
              <a:t>      storage: createJSONStorage(() =&gt; AsyncStorage),</a:t>
            </a:r>
            <a:br/>
            <a:r>
              <a:t>    }</a:t>
            </a:r>
            <a:br/>
            <a:r>
              <a:t>  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Fast Storage with MMKV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MMKV } from 'react-native-mmkv';</a:t>
            </a:r>
            <a:br/>
            <a:br/>
            <a:r>
              <a:t>const mmkv = new MMKV({ id: 'app-storage' });</a:t>
            </a:r>
            <a:br/>
            <a:br/>
            <a:r>
              <a:t>const mmkvStorage = {</a:t>
            </a:r>
            <a:br/>
            <a:r>
              <a:t>  getItem: (key) =&gt; mmkv.getString(key) || null,</a:t>
            </a:r>
            <a:br/>
            <a:r>
              <a:t>  setItem: (key, value) =&gt; mmkv.set(key, value),</a:t>
            </a:r>
            <a:br/>
            <a:r>
              <a:t>  removeItem: (key) =&gt; mmkv.delete(key),</a:t>
            </a:r>
            <a:br/>
            <a:r>
              <a:t>};</a:t>
            </a:r>
            <a:br/>
            <a:br/>
            <a:r>
              <a:t>const useStore = create(</a:t>
            </a:r>
            <a:br/>
            <a:r>
              <a:t>  persist(</a:t>
            </a:r>
            <a:br/>
            <a:r>
              <a:t>    (set) =&gt; ({ /* ... */ }),</a:t>
            </a:r>
            <a:br/>
            <a:r>
              <a:t>    {</a:t>
            </a:r>
            <a:br/>
            <a:r>
              <a:t>      name: 'app-storage',</a:t>
            </a:r>
            <a:br/>
            <a:r>
              <a:t>      storage: createJSONStorage(() =&gt; mmkvStorage),</a:t>
            </a:r>
            <a:br/>
            <a:r>
              <a:t>    }</a:t>
            </a:r>
            <a:br/>
            <a:r>
              <a:t>  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Mobile Performance Optimization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❌ Bad: Heavy selectors in animations</a:t>
            </a:r>
            <a:br/>
            <a:r>
              <a:t>function AnimatedComponent() {</a:t>
            </a:r>
            <a:br/>
            <a:r>
              <a:t>  const tasks = useStore((state) =&gt; </a:t>
            </a:r>
            <a:br/>
            <a:r>
              <a:t>    state.tasks.filter(t =&gt; !t.completed).sort((a, b) =&gt; a.priority - b.priority)</a:t>
            </a:r>
            <a:br/>
            <a:r>
              <a:t>  );</a:t>
            </a:r>
            <a:br/>
            <a:r>
              <a:t>  // Recomputes on every frame during animation</a:t>
            </a:r>
            <a:br/>
            <a:r>
              <a:t>}</a:t>
            </a:r>
            <a:br/>
            <a:br/>
            <a:r>
              <a:t>// ✅ Good: Memoize selectors</a:t>
            </a:r>
            <a:br/>
            <a:r>
              <a:t>const selectActiveTasks = createSelector(</a:t>
            </a:r>
            <a:br/>
            <a:r>
              <a:t>  [(state) =&gt; state.tasks],</a:t>
            </a:r>
            <a:br/>
            <a:r>
              <a:t>  (tasks) =&gt; tasks.filter(t =&gt; !t.completed).sort((a, b) =&gt; a.priority - b.priority)</a:t>
            </a:r>
            <a:br/>
            <a:r>
              <a:t>);</a:t>
            </a:r>
            <a:br/>
            <a:br/>
            <a:r>
              <a:t>function AnimatedComponent() {</a:t>
            </a:r>
            <a:br/>
            <a:r>
              <a:t>  const tasks = useStore(selectActi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Navigation State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useNavStore = create((set) =&gt; ({</a:t>
            </a:r>
            <a:br/>
            <a:r>
              <a:t>  currentRoute: 'Home',</a:t>
            </a:r>
            <a:br/>
            <a:r>
              <a:t>  setCurrentRoute: (route) =&gt; set({ currentRoute }),</a:t>
            </a:r>
            <a:br/>
            <a:r>
              <a:t>}));</a:t>
            </a:r>
            <a:br/>
            <a:br/>
            <a:r>
              <a:t>// In navigation</a:t>
            </a:r>
            <a:br/>
            <a:r>
              <a:t>&lt;NavigationContainer</a:t>
            </a:r>
            <a:br/>
            <a:r>
              <a:t>  onStateChange={(state) =&gt; {</a:t>
            </a:r>
            <a:br/>
            <a:r>
              <a:t>    const route = state.routes[state.index];</a:t>
            </a:r>
            <a:br/>
            <a:r>
              <a:t>    useNavStore.getState().setCurrentRoute(route.name);</a:t>
            </a:r>
            <a:br/>
            <a:r>
              <a:t>  }}</a:t>
            </a:r>
            <a:br/>
            <a:r>
              <a:t>/&gt;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React Native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Set up store with AsyncStorage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 mobile component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Show performance optimization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React Native Setup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Set up React Native project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store with persistence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Next.js 16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App Router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Server Components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Streaming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Partial Pre-rendering (PPR)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`use cache`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Server Component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Server Component</a:t>
            </a:r>
            <a:br/>
            <a:r>
              <a:t>import { TaskListClient } from '@/components/TaskListClient';</a:t>
            </a:r>
            <a:br/>
            <a:r>
              <a:t>import { fetchTasks } from '@/lib/data';</a:t>
            </a:r>
            <a:br/>
            <a:br/>
            <a:r>
              <a:t>export default async function Page() {</a:t>
            </a:r>
            <a:br/>
            <a:r>
              <a:t>  const tasks = await fetchTasks();</a:t>
            </a:r>
            <a:br/>
            <a:r>
              <a:t>  return &lt;TaskListClient initialTasks={tasks} /&gt;;</a:t>
            </a:r>
            <a:br/>
            <a:r>
              <a:t>}</a:t>
            </a:r>
            <a:br/>
            <a:br/>
            <a:r>
              <a:t>// Client Component</a:t>
            </a:r>
            <a:br/>
            <a:r>
              <a:t>'use client';</a:t>
            </a:r>
            <a:br/>
            <a:br/>
            <a:r>
              <a:t>import { useEffect } from 'react';</a:t>
            </a:r>
            <a:br/>
            <a:r>
              <a:t>import { useTaskStore } from '@taskflow/shared';</a:t>
            </a:r>
            <a:br/>
            <a:br/>
            <a:r>
              <a:t>export function TaskListClient({ initialTasks }) {</a:t>
            </a:r>
            <a:br/>
            <a:r>
              <a:t>  const setTasks = useTaskStore((state) =&gt; state.setTasks);</a:t>
            </a:r>
            <a:br/>
            <a:r>
              <a:t>  </a:t>
            </a:r>
            <a:br/>
            <a:r>
              <a:t>  useEffect(()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Preventing Hydration Mismatches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'use client';</a:t>
            </a:r>
            <a:br/>
            <a:br/>
            <a:r>
              <a:t>import { useEffect, useState } from 'react';</a:t>
            </a:r>
            <a:br/>
            <a:br/>
            <a:r>
              <a:t>export function useHydrated() {</a:t>
            </a:r>
            <a:br/>
            <a:r>
              <a:t>  const [hydrated, setHydrated] = useState(false);</a:t>
            </a:r>
            <a:br/>
            <a:r>
              <a:t>  useEffect(() =&gt; setHydrated(true), []);</a:t>
            </a:r>
            <a:br/>
            <a:r>
              <a:t>  return hydrated;</a:t>
            </a:r>
            <a:br/>
            <a:r>
              <a:t>}</a:t>
            </a:r>
            <a:br/>
            <a:br/>
            <a:r>
              <a:t>function ClientComponent() {</a:t>
            </a:r>
            <a:br/>
            <a:r>
              <a:t>  const hydrated = useHydrated();</a:t>
            </a:r>
            <a:br/>
            <a:r>
              <a:t>  const tasks = useTaskStore((state) =&gt; state.tasks);</a:t>
            </a:r>
            <a:br/>
            <a:r>
              <a:t>  if (!hydrated) return &lt;div&gt;Loading...&lt;/div&gt;;</a:t>
            </a:r>
            <a:br/>
            <a:r>
              <a:t>  return &lt;div&gt;{tasks.length}&lt;/div&gt;;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Request-Isolated Stores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createStore } from 'zustand/vanilla';</a:t>
            </a:r>
            <a:br/>
            <a:br/>
            <a:r>
              <a:t>function createRequestStore(initialTasks) {</a:t>
            </a:r>
            <a:br/>
            <a:r>
              <a:t>  return createStore((set) =&gt; ({</a:t>
            </a:r>
            <a:br/>
            <a:r>
              <a:t>    tasks: initialTasks,</a:t>
            </a:r>
            <a:br/>
            <a:r>
              <a:t>    addTask: (task) =&gt; set((state) =&gt; ({ tasks: [...state.tasks, task] })),</a:t>
            </a:r>
            <a:br/>
            <a:r>
              <a:t>  }));</a:t>
            </a:r>
            <a:br/>
            <a:r>
              <a:t>}</a:t>
            </a:r>
            <a:br/>
            <a:br/>
            <a:r>
              <a:t>// In component</a:t>
            </a:r>
            <a:br/>
            <a:r>
              <a:t>const storeRef = useRef(null);</a:t>
            </a:r>
            <a:br/>
            <a:r>
              <a:t>if (!storeRef.current) {</a:t>
            </a:r>
            <a:br/>
            <a:r>
              <a:t>  storeRef.current = createRequestStore(initialTasks);</a:t>
            </a:r>
            <a:br/>
            <a:r>
              <a:t>}</a:t>
            </a:r>
            <a:br/>
            <a:r>
              <a:t>const store = storeRef.current;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Using `use cache` with Zustand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cache } from 'react';</a:t>
            </a:r>
            <a:br/>
            <a:br/>
            <a:r>
              <a:t>export const fetchTasks = cache(async () =&gt; {</a:t>
            </a:r>
            <a:br/>
            <a:r>
              <a:t>  console.log('Fetching tasks (cached)...');</a:t>
            </a:r>
            <a:br/>
            <a:r>
              <a:t>  const response = await fetch('https://api.example.com/tasks');</a:t>
            </a:r>
            <a:br/>
            <a:r>
              <a:t>  return response.json();</a:t>
            </a:r>
            <a:br/>
            <a:r>
              <a:t>});</a:t>
            </a:r>
            <a:br/>
            <a:br/>
            <a:r>
              <a:t>// Server Component</a:t>
            </a:r>
            <a:br/>
            <a:r>
              <a:t>export default async function Page() {</a:t>
            </a:r>
            <a:br/>
            <a:r>
              <a:t>  const tasks = await fetchTasks(); // Cached across requests</a:t>
            </a:r>
            <a:br/>
            <a:r>
              <a:t>  return &lt;ClientComponent initialTasks={tasks} /&gt;;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Next.js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Set up server/client components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hydration guard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`use cache`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Next.js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 Next.js 16 app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Zustand stores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Server Components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E1E1E"/>
                </a:solidFill>
                <a:latin typeface="Helvetica Neue"/>
              </a:defRPr>
            </a:pPr>
            <a:r>
              <a:t>Day 5: Production Patterns, Testing &amp; Enterprise (8 Hours)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990" y="3931920"/>
            <a:ext cx="1828800" cy="25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Authentication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interface AuthStore {</a:t>
            </a:r>
            <a:br/>
            <a:r>
              <a:t>  user: User | null;</a:t>
            </a:r>
            <a:br/>
            <a:r>
              <a:t>  token: string | null;</a:t>
            </a:r>
            <a:br/>
            <a:r>
              <a:t>  isLoading: boolean;</a:t>
            </a:r>
            <a:br/>
            <a:r>
              <a:t>  error: string | null;</a:t>
            </a:r>
            <a:br/>
            <a:r>
              <a:t>  login: (email: string, password: string) =&gt; Promise&lt;void&gt;;</a:t>
            </a:r>
            <a:br/>
            <a:r>
              <a:t>  logout: () =&gt; Promise&lt;void&gt;;</a:t>
            </a:r>
            <a:br/>
            <a:r>
              <a:t>  refreshSession: () =&gt; Promise&lt;void&gt;;</a:t>
            </a:r>
            <a:br/>
            <a:r>
              <a:t>}</a:t>
            </a:r>
            <a:br/>
            <a:br/>
            <a:r>
              <a:t>const useAuthStore = create(</a:t>
            </a:r>
            <a:br/>
            <a:r>
              <a:t>  persist(</a:t>
            </a:r>
            <a:br/>
            <a:r>
              <a:t>    (set) =&gt; ({</a:t>
            </a:r>
            <a:br/>
            <a:r>
              <a:t>      user: null,</a:t>
            </a:r>
            <a:br/>
            <a:r>
              <a:t>      token: null,</a:t>
            </a:r>
            <a:br/>
            <a:r>
              <a:t>      isLoading: false,</a:t>
            </a:r>
            <a:br/>
            <a:r>
              <a:t>      error: null,</a:t>
            </a:r>
            <a:br/>
            <a:r>
              <a:t>      login: async (email, password) =&gt; {</a:t>
            </a:r>
            <a:br/>
            <a:r>
              <a:t>        set({ isLoading: true, error: null });</a:t>
            </a:r>
            <a:br/>
            <a:r>
              <a:t>        try {</a:t>
            </a:r>
            <a:br/>
            <a:r>
              <a:t>          cons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Role-Based Access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useAuthStore = create((set) =&gt; ({</a:t>
            </a:r>
            <a:br/>
            <a:r>
              <a:t>  user: null,</a:t>
            </a:r>
            <a:br/>
            <a:r>
              <a:t>  hasRole: (role) =&gt; {</a:t>
            </a:r>
            <a:br/>
            <a:r>
              <a:t>    return get().user?.role === role;</a:t>
            </a:r>
            <a:br/>
            <a:r>
              <a:t>  },</a:t>
            </a:r>
            <a:br/>
            <a:r>
              <a:t>  hasPermission: (permission) =&gt; {</a:t>
            </a:r>
            <a:br/>
            <a:r>
              <a:t>    return get().user?.permissions?.includes(permission) || false;</a:t>
            </a:r>
            <a:br/>
            <a:r>
              <a:t>  },</a:t>
            </a:r>
            <a:br/>
            <a:r>
              <a:t>}));</a:t>
            </a:r>
            <a:br/>
            <a:br/>
            <a:r>
              <a:t>// In components</a:t>
            </a:r>
            <a:br/>
            <a:r>
              <a:t>function AdminPanel() {</a:t>
            </a:r>
            <a:br/>
            <a:r>
              <a:t>  const hasRole = useAuthStore((state) =&gt; state.hasRole);</a:t>
            </a:r>
            <a:br/>
            <a:r>
              <a:t>  if (!hasRole('admin')) {</a:t>
            </a:r>
            <a:br/>
            <a:r>
              <a:t>    return &lt;div&gt;Access Denied&lt;/div&gt;;</a:t>
            </a:r>
            <a:br/>
            <a:r>
              <a:t>  }</a:t>
            </a:r>
            <a:br/>
            <a:r>
              <a:t>  return &lt;div&gt;Admin Panel&lt;/div&gt;;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Protected Routes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5146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function ProtectedRoute({ children, requiredRole }) {</a:t>
            </a:r>
            <a:br/>
            <a:r>
              <a:t>  const { user, isLoading } = useAuthStore();</a:t>
            </a:r>
            <a:br/>
            <a:r>
              <a:t>  const router = useRouter();</a:t>
            </a:r>
            <a:br/>
            <a:r>
              <a:t>  </a:t>
            </a:r>
            <a:br/>
            <a:r>
              <a:t>  if (isLoading) return &lt;div&gt;Loading...&lt;/div&gt;;</a:t>
            </a:r>
            <a:br/>
            <a:r>
              <a:t>  if (!user) router.push('/login');</a:t>
            </a:r>
            <a:br/>
            <a:r>
              <a:t>  if (requiredRole &amp;&amp; user.role !== requiredRole) {</a:t>
            </a:r>
            <a:br/>
            <a:r>
              <a:t>    router.push('/unauthorized');</a:t>
            </a:r>
            <a:br/>
            <a:r>
              <a:t>  }</a:t>
            </a:r>
            <a:br/>
            <a:r>
              <a:t>  return children;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Authentication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Build auth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login/logout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protected routes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Authentication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 auth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login form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protected route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Shopping Cart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interface CartStore {</a:t>
            </a:r>
            <a:br/>
            <a:r>
              <a:t>  items: CartItem[];</a:t>
            </a:r>
            <a:br/>
            <a:r>
              <a:t>  subtotal: number;</a:t>
            </a:r>
            <a:br/>
            <a:r>
              <a:t>  tax: number;</a:t>
            </a:r>
            <a:br/>
            <a:r>
              <a:t>  total: number;</a:t>
            </a:r>
            <a:br/>
            <a:r>
              <a:t>  addItem: (product: Product, quantity: number) =&gt; void;</a:t>
            </a:r>
            <a:br/>
            <a:r>
              <a:t>  removeItem: (id: string) =&gt; void;</a:t>
            </a:r>
            <a:br/>
            <a:r>
              <a:t>  updateQuantity: (id: string, quantity: number) =&gt; void;</a:t>
            </a:r>
            <a:br/>
            <a:r>
              <a:t>  clearCart: () =&gt; void;</a:t>
            </a:r>
            <a:br/>
            <a:r>
              <a:t>  validateInventory: (productId: string, quantity: number) =&gt; boolean;</a:t>
            </a:r>
            <a:br/>
            <a:r>
              <a:t>}</a:t>
            </a:r>
            <a:br/>
            <a:br/>
            <a:r>
              <a:t>const useCartStore = create(</a:t>
            </a:r>
            <a:br/>
            <a:r>
              <a:t>  persist(</a:t>
            </a:r>
            <a:br/>
            <a:r>
              <a:t>    (set, get) =&gt; ({</a:t>
            </a:r>
            <a:br/>
            <a:r>
              <a:t>      items: [],</a:t>
            </a:r>
            <a:br/>
            <a:r>
              <a:t>      subtotal: 0,</a:t>
            </a:r>
            <a:br/>
            <a:r>
              <a:t>      tax: 0,</a:t>
            </a:r>
            <a:br/>
            <a:r>
              <a:t>      total: 0,</a:t>
            </a:r>
            <a:br/>
            <a:r>
              <a:t>      addItem: (product, qua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Offline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useCartStore = create((set, get) =&gt; ({</a:t>
            </a:r>
            <a:br/>
            <a:r>
              <a:t>  offlineQueue: [],</a:t>
            </a:r>
            <a:br/>
            <a:r>
              <a:t>  addItem: async (product, quantity) =&gt; {</a:t>
            </a:r>
            <a:br/>
            <a:r>
              <a:t>    // Optimistic update</a:t>
            </a:r>
            <a:br/>
            <a:r>
              <a:t>    get().addItemOptimistic(product, quantity);</a:t>
            </a:r>
            <a:br/>
            <a:r>
              <a:t>    </a:t>
            </a:r>
            <a:br/>
            <a:r>
              <a:t>    if (!navigator.onLine) {</a:t>
            </a:r>
            <a:br/>
            <a:r>
              <a:t>      // Queue for sync</a:t>
            </a:r>
            <a:br/>
            <a:r>
              <a:t>      set((state) =&gt; ({</a:t>
            </a:r>
            <a:br/>
            <a:r>
              <a:t>        offlineQueue: [</a:t>
            </a:r>
            <a:br/>
            <a:r>
              <a:t>          ...state.offlineQueue,</a:t>
            </a:r>
            <a:br/>
            <a:r>
              <a:t>          { type: 'add', product, quantity },</a:t>
            </a:r>
            <a:br/>
            <a:r>
              <a:t>        ],</a:t>
            </a:r>
            <a:br/>
            <a:r>
              <a:t>      }));</a:t>
            </a:r>
            <a:br/>
            <a:r>
              <a:t>      return;</a:t>
            </a:r>
            <a:br/>
            <a:r>
              <a:t>    }</a:t>
            </a:r>
            <a:br/>
            <a:r>
              <a:t>    </a:t>
            </a:r>
            <a:br/>
            <a:r>
              <a:t>    try {</a:t>
            </a:r>
            <a:br/>
            <a:r>
              <a:t>      await api.addToCart(product.id, quantity);</a:t>
            </a:r>
            <a:br/>
            <a:r>
              <a:t>    } catch (error) {</a:t>
            </a:r>
            <a:br/>
            <a:r>
              <a:t>      /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Shopping Cart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Build cart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offline support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inventory validation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Shopping Cart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 shopping cart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persistence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offline support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Dashboard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interface DashboardStore {</a:t>
            </a:r>
            <a:br/>
            <a:r>
              <a:t>  widgets: Widget[];</a:t>
            </a:r>
            <a:br/>
            <a:r>
              <a:t>  filters: DashboardFilters;</a:t>
            </a:r>
            <a:br/>
            <a:r>
              <a:t>  preferences: DashboardPreferences;</a:t>
            </a:r>
            <a:br/>
            <a:r>
              <a:t>  addWidget: (widget: Widget) =&gt; void;</a:t>
            </a:r>
            <a:br/>
            <a:r>
              <a:t>  removeWidget: (id: string) =&gt; void;</a:t>
            </a:r>
            <a:br/>
            <a:r>
              <a:t>  updateWidget: (id: string, updates: Partial&lt;Widget&gt;) =&gt; void;</a:t>
            </a:r>
            <a:br/>
            <a:r>
              <a:t>  setFilters: (filters: Partial&lt;DashboardFilters&gt;) =&gt; void;</a:t>
            </a:r>
            <a:br/>
            <a:r>
              <a:t>  updatePreferences: (prefs: Partial&lt;DashboardPreferences&gt;) =&gt; void;</a:t>
            </a:r>
            <a:br/>
            <a:r>
              <a:t>  getWidgetData: (id: string) =&gt; any;</a:t>
            </a:r>
            <a:br/>
            <a:r>
              <a:t>  refreshAll: () =&gt; Promise&lt;void&gt;;</a:t>
            </a:r>
            <a:br/>
            <a:r>
              <a:t>}</a:t>
            </a:r>
            <a:br/>
            <a:br/>
            <a:r>
              <a:t>const useDashboardStore = create(</a:t>
            </a:r>
            <a:br/>
            <a:r>
              <a:t>  pers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Widget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Widget types</a:t>
            </a:r>
            <a:br/>
            <a:r>
              <a:t>type WidgetType = 'chart' | 'stats' | 'table' | 'kpi' | 'custom';</a:t>
            </a:r>
            <a:br/>
            <a:br/>
            <a:r>
              <a:t>interface Widget {</a:t>
            </a:r>
            <a:br/>
            <a:r>
              <a:t>  id: string;</a:t>
            </a:r>
            <a:br/>
            <a:r>
              <a:t>  type: WidgetType;</a:t>
            </a:r>
            <a:br/>
            <a:r>
              <a:t>  title: string;</a:t>
            </a:r>
            <a:br/>
            <a:r>
              <a:t>  config: WidgetConfig;</a:t>
            </a:r>
            <a:br/>
            <a:r>
              <a:t>  data?: any;</a:t>
            </a:r>
            <a:br/>
            <a:r>
              <a:t>  lastUpdated?: Date;</a:t>
            </a:r>
            <a:br/>
            <a:r>
              <a:t>  position: { x: number; y: number; w: number; h: number };</a:t>
            </a:r>
            <a:br/>
            <a:r>
              <a:t>}</a:t>
            </a:r>
            <a:br/>
            <a:br/>
            <a:r>
              <a:t>// Widget renderer</a:t>
            </a:r>
            <a:br/>
            <a:r>
              <a:t>function WidgetRenderer({ widgetId }) {</a:t>
            </a:r>
            <a:br/>
            <a:r>
              <a:t>  const widget = useDashboardStore((state) =&gt; </a:t>
            </a:r>
            <a:br/>
            <a:r>
              <a:t>    state.widgets.find(w =&gt; w.id === widgetId)</a:t>
            </a:r>
            <a:br/>
            <a:r>
              <a:t>  );</a:t>
            </a:r>
            <a:br/>
            <a:r>
              <a:t>  if (!widget) return null;</a:t>
            </a:r>
            <a:br/>
            <a:r>
              <a:t>  </a:t>
            </a:r>
            <a:br/>
            <a:r>
              <a:t>  switch (widget.type) {</a:t>
            </a:r>
            <a:br/>
            <a:r>
              <a:t>    case '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Build dashboard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widgets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data fetching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 dashboard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widgets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184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Form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interface FormStore {</a:t>
            </a:r>
            <a:br/>
            <a:r>
              <a:t>  data: Record&lt;string, any&gt;;</a:t>
            </a:r>
            <a:br/>
            <a:r>
              <a:t>  errors: Record&lt;string, string&gt;;</a:t>
            </a:r>
            <a:br/>
            <a:r>
              <a:t>  touched: Record&lt;string, boolean&gt;;</a:t>
            </a:r>
            <a:br/>
            <a:r>
              <a:t>  currentStep: number;</a:t>
            </a:r>
            <a:br/>
            <a:r>
              <a:t>  steps: FormStep[];</a:t>
            </a:r>
            <a:br/>
            <a:r>
              <a:t>  setField: (field: string, value: any) =&gt; void;</a:t>
            </a:r>
            <a:br/>
            <a:r>
              <a:t>  setError: (field: string, error: string) =&gt; void;</a:t>
            </a:r>
            <a:br/>
            <a:r>
              <a:t>  touchField: (field: string) =&gt; void;</a:t>
            </a:r>
            <a:br/>
            <a:r>
              <a:t>  nextStep: () =&gt; void;</a:t>
            </a:r>
            <a:br/>
            <a:r>
              <a:t>  prevStep: () =&gt; void;</a:t>
            </a:r>
            <a:br/>
            <a:r>
              <a:t>  validate: () =&gt; boolean;</a:t>
            </a:r>
            <a:br/>
            <a:r>
              <a:t>  reset: () =&gt; void;</a:t>
            </a:r>
            <a:br/>
            <a:r>
              <a:t>}</a:t>
            </a:r>
            <a:br/>
            <a:br/>
            <a:r>
              <a:t>const useFormStore = create((set, get) =&gt; ({</a:t>
            </a:r>
            <a:br/>
            <a:r>
              <a:t>  data: {},</a:t>
            </a:r>
            <a:br/>
            <a:r>
              <a:t>  errors: {},</a:t>
            </a:r>
            <a:br/>
            <a:r>
              <a:t>  touched: {},</a:t>
            </a:r>
            <a:br/>
            <a:r>
              <a:t>  currentS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Multi-Step 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useFormStore = create((set, get) =&gt; ({</a:t>
            </a:r>
            <a:br/>
            <a:r>
              <a:t>  currentStep: 0,</a:t>
            </a:r>
            <a:br/>
            <a:r>
              <a:t>  steps: [</a:t>
            </a:r>
            <a:br/>
            <a:r>
              <a:t>    { id: 'personal', title: 'Personal Information' },</a:t>
            </a:r>
            <a:br/>
            <a:r>
              <a:t>    { id: 'address', title: 'Address' },</a:t>
            </a:r>
            <a:br/>
            <a:r>
              <a:t>    { id: 'review', title: 'Review' },</a:t>
            </a:r>
            <a:br/>
            <a:r>
              <a:t>  ],</a:t>
            </a:r>
            <a:br/>
            <a:r>
              <a:t>  nextStep: () =&gt; {</a:t>
            </a:r>
            <a:br/>
            <a:r>
              <a:t>    if (!get().validateCurrentStep()) return;</a:t>
            </a:r>
            <a:br/>
            <a:r>
              <a:t>    set((state) =&gt; ({</a:t>
            </a:r>
            <a:br/>
            <a:r>
              <a:t>      currentStep: Math.min(state.currentStep + 1, state.steps.length - 1),</a:t>
            </a:r>
            <a:br/>
            <a:r>
              <a:t>    }));</a:t>
            </a:r>
            <a:br/>
            <a:r>
              <a:t>  },</a:t>
            </a:r>
            <a:br/>
            <a:r>
              <a:t>  prevStep: () =&gt; {</a:t>
            </a:r>
            <a:br/>
            <a:r>
              <a:t>    set((state) =&gt; ({</a:t>
            </a:r>
            <a:br/>
            <a:r>
              <a:t>      currentStep: Math.max(state.currentStep - 1, 0),</a:t>
            </a:r>
            <a:br/>
            <a:r>
              <a:t>    }));</a:t>
            </a:r>
            <a:br/>
            <a:r>
              <a:t>  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186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Draft Saving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const useFormStore = create(</a:t>
            </a:r>
            <a:br/>
            <a:r>
              <a:t>  persist(</a:t>
            </a:r>
            <a:br/>
            <a:r>
              <a:t>    (set) =&gt; ({</a:t>
            </a:r>
            <a:br/>
            <a:r>
              <a:t>      data: {},</a:t>
            </a:r>
            <a:br/>
            <a:r>
              <a:t>      saveDraft: () =&gt; {</a:t>
            </a:r>
            <a:br/>
            <a:r>
              <a:t>        // Save to localStorage automatically via persist</a:t>
            </a:r>
            <a:br/>
            <a:r>
              <a:t>        console.log('Draft saved');</a:t>
            </a:r>
            <a:br/>
            <a:r>
              <a:t>      },</a:t>
            </a:r>
            <a:br/>
            <a:r>
              <a:t>      loadDraft: () =&gt; {</a:t>
            </a:r>
            <a:br/>
            <a:r>
              <a:t>        // Load from localStorage automatically via persist</a:t>
            </a:r>
            <a:br/>
            <a:r>
              <a:t>        console.log('Draft loaded');</a:t>
            </a:r>
            <a:br/>
            <a:r>
              <a:t>      },</a:t>
            </a:r>
            <a:br/>
            <a:r>
              <a:t>    }),</a:t>
            </a:r>
            <a:br/>
            <a:r>
              <a:t>    { name: 'form-draft' }</a:t>
            </a:r>
            <a:br/>
            <a:r>
              <a:t>  )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187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Build form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validation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multi-step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188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 form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validation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189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WebSocket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class WebSocketService {</a:t>
            </a:r>
            <a:br/>
            <a:r>
              <a:t>  private ws: WebSocket | null = null;</a:t>
            </a:r>
            <a:br/>
            <a:r>
              <a:t>  private reconnectAttempts = 0;</a:t>
            </a:r>
            <a:br/>
            <a:r>
              <a:t>  private maxReconnectAttempts = 10;</a:t>
            </a:r>
            <a:br/>
            <a:r>
              <a:t>  </a:t>
            </a:r>
            <a:br/>
            <a:r>
              <a:t>  connect() {</a:t>
            </a:r>
            <a:br/>
            <a:r>
              <a:t>    this.ws = new WebSocket('wss://api.example.com/ws');</a:t>
            </a:r>
            <a:br/>
            <a:r>
              <a:t>    this.ws.onopen = () =&gt; {</a:t>
            </a:r>
            <a:br/>
            <a:r>
              <a:t>      console.log('Connected');</a:t>
            </a:r>
            <a:br/>
            <a:r>
              <a:t>      this.reconnectAttempts = 0;</a:t>
            </a:r>
            <a:br/>
            <a:r>
              <a:t>      useStore.getState().setConnected(true);</a:t>
            </a:r>
            <a:br/>
            <a:r>
              <a:t>    };</a:t>
            </a:r>
            <a:br/>
            <a:r>
              <a:t>    this.ws.onmessage = (event) =&gt; {</a:t>
            </a:r>
            <a:br/>
            <a:r>
              <a:t>      const data = JSON.parse(event.data);</a:t>
            </a:r>
            <a:br/>
            <a:r>
              <a:t>      useStore.getState().handleMessage(data);</a:t>
            </a:r>
            <a:br/>
            <a:r>
              <a:t>    };</a:t>
            </a:r>
            <a:br/>
            <a:r>
              <a:t>    this.w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Real-Time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interface RealtimeStore {</a:t>
            </a:r>
            <a:br/>
            <a:r>
              <a:t>  messages: Message[];</a:t>
            </a:r>
            <a:br/>
            <a:r>
              <a:t>  onlineUsers: string[];</a:t>
            </a:r>
            <a:br/>
            <a:r>
              <a:t>  isConnected: boolean;</a:t>
            </a:r>
            <a:br/>
            <a:r>
              <a:t>  typingUsers: Record&lt;string, { userId: string; userName: string }&gt;;</a:t>
            </a:r>
            <a:br/>
            <a:r>
              <a:t>  addMessage: (message: Message) =&gt; void;</a:t>
            </a:r>
            <a:br/>
            <a:r>
              <a:t>  setOnlineUsers: (users: string[]) =&gt; void;</a:t>
            </a:r>
            <a:br/>
            <a:r>
              <a:t>  setConnected: (connected: boolean) =&gt; void;</a:t>
            </a:r>
            <a:br/>
            <a:r>
              <a:t>  setUserTyping: (userId: string, userName: string, isTyping: boolean) =&gt; void;</a:t>
            </a:r>
            <a:br/>
            <a:r>
              <a:t>}</a:t>
            </a:r>
            <a:br/>
            <a:br/>
            <a:r>
              <a:t>const useRealtimeStore = create((set) =&gt; ({</a:t>
            </a:r>
            <a:br/>
            <a:r>
              <a:t>  messages: [],</a:t>
            </a:r>
            <a:br/>
            <a:r>
              <a:t>  onlineUsers: [],</a:t>
            </a:r>
            <a:br/>
            <a:r>
              <a:t>  isConnected: false,</a:t>
            </a:r>
            <a:br/>
            <a:r>
              <a:t>  typingUsers: {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191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Chat Component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function ChatRoom() {</a:t>
            </a:r>
            <a:br/>
            <a:r>
              <a:t>  const messages = useRealtimeStore((state) =&gt; state.messages);</a:t>
            </a:r>
            <a:br/>
            <a:r>
              <a:t>  const isConnected = useRealtimeStore((state) =&gt; state.isConnected);</a:t>
            </a:r>
            <a:br/>
            <a:r>
              <a:t>  const typingUsers = useRealtimeStore((state) =&gt; state.typingUsers);</a:t>
            </a:r>
            <a:br/>
            <a:r>
              <a:t>  const addMessage = useRealtimeStore((state) =&gt; state.addMessage);</a:t>
            </a:r>
            <a:br/>
            <a:r>
              <a:t>  </a:t>
            </a:r>
            <a:br/>
            <a:r>
              <a:t>  useEffect(() =&gt; {</a:t>
            </a:r>
            <a:br/>
            <a:r>
              <a:t>    wsService.connect();</a:t>
            </a:r>
            <a:br/>
            <a:r>
              <a:t>    return () =&gt; wsService.disconnect();</a:t>
            </a:r>
            <a:br/>
            <a:r>
              <a:t>  }, []);</a:t>
            </a:r>
            <a:br/>
            <a:r>
              <a:t>  </a:t>
            </a:r>
            <a:br/>
            <a:r>
              <a:t>  const sendMessage = (text) =&gt; {</a:t>
            </a:r>
            <a:br/>
            <a:r>
              <a:t>    const message = { id: Date.now(), text, userId: user.id, timestamp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192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Real-Time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Build WebSocket service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Build real-time store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Create chat component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193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Real-Time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WebSocket connection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Build real-time store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194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Unit Testing Stores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describe, it, expect, beforeEach } from 'vitest';</a:t>
            </a:r>
            <a:br/>
            <a:r>
              <a:t>import { useCounterStore } from './counterStore';</a:t>
            </a:r>
            <a:br/>
            <a:br/>
            <a:r>
              <a:t>describe('Counter Store', () =&gt; {</a:t>
            </a:r>
            <a:br/>
            <a:r>
              <a:t>  beforeEach(() =&gt; {</a:t>
            </a:r>
            <a:br/>
            <a:r>
              <a:t>    useCounterStore.setState({ count: 0 });</a:t>
            </a:r>
            <a:br/>
            <a:r>
              <a:t>  });</a:t>
            </a:r>
            <a:br/>
            <a:br/>
            <a:r>
              <a:t>  it('should increment count', () =&gt; {</a:t>
            </a:r>
            <a:br/>
            <a:r>
              <a:t>    const { increment } = useCounterStore.getState();</a:t>
            </a:r>
            <a:br/>
            <a:r>
              <a:t>    increment();</a:t>
            </a:r>
            <a:br/>
            <a:r>
              <a:t>    expect(useCounterStore.getState().count).toBe(1);</a:t>
            </a:r>
            <a:br/>
            <a:r>
              <a:t>  });</a:t>
            </a:r>
            <a:br/>
            <a:br/>
            <a:r>
              <a:t>  it('should decrement count', () =&gt; {</a:t>
            </a:r>
            <a:br/>
            <a:r>
              <a:t>    const { decrement } = useCounterStore.getState();</a:t>
            </a:r>
            <a:br/>
            <a:r>
              <a:t>    decrement();</a:t>
            </a:r>
            <a:br/>
            <a:r>
              <a:t>   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Testing Async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describe, it, expect, vi } from 'vitest';</a:t>
            </a:r>
            <a:br/>
            <a:r>
              <a:t>import { useUserStore, userApi } from './userStore';</a:t>
            </a:r>
            <a:br/>
            <a:br/>
            <a:r>
              <a:t>vi.mock('./api', () =&gt; ({</a:t>
            </a:r>
            <a:br/>
            <a:r>
              <a:t>  userApi: {</a:t>
            </a:r>
            <a:br/>
            <a:r>
              <a:t>    getUsers: vi.fn(),</a:t>
            </a:r>
            <a:br/>
            <a:r>
              <a:t>  },</a:t>
            </a:r>
            <a:br/>
            <a:r>
              <a:t>}));</a:t>
            </a:r>
            <a:br/>
            <a:br/>
            <a:r>
              <a:t>describe('User Store', () =&gt; {</a:t>
            </a:r>
            <a:br/>
            <a:r>
              <a:t>  it('should fetch users', async () =&gt; {</a:t>
            </a:r>
            <a:br/>
            <a:r>
              <a:t>    const mockUsers = [{ id: 1, name: 'Alice' }];</a:t>
            </a:r>
            <a:br/>
            <a:r>
              <a:t>    userApi.getUsers.mockResolvedValue(mockUsers);</a:t>
            </a:r>
            <a:br/>
            <a:r>
              <a:t>    </a:t>
            </a:r>
            <a:br/>
            <a:r>
              <a:t>    const { fetchUsers } = useUserStore.getState();</a:t>
            </a:r>
            <a:br/>
            <a:r>
              <a:t>    await fetchUsers();</a:t>
            </a:r>
            <a:br/>
            <a:r>
              <a:t>    </a:t>
            </a:r>
            <a:br/>
            <a:r>
              <a:t>    const state = useUserStore.getState();</a:t>
            </a:r>
            <a:br/>
            <a:r>
              <a:t>    expect(state.use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Integration Testing with React Testing Library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render, screen, fireEvent } from '@testing-library/react';</a:t>
            </a:r>
            <a:br/>
            <a:r>
              <a:t>import { useCounterStore } from './counterStore';</a:t>
            </a:r>
            <a:br/>
            <a:r>
              <a:t>import { Counter } from './Counter';</a:t>
            </a:r>
            <a:br/>
            <a:br/>
            <a:r>
              <a:t>describe('Counter Integration', () =&gt; {</a:t>
            </a:r>
            <a:br/>
            <a:r>
              <a:t>  beforeEach(() =&gt; {</a:t>
            </a:r>
            <a:br/>
            <a:r>
              <a:t>    useCounterStore.setState({ count: 0 });</a:t>
            </a:r>
            <a:br/>
            <a:r>
              <a:t>  });</a:t>
            </a:r>
            <a:br/>
            <a:br/>
            <a:r>
              <a:t>  it('should display count', () =&gt; {</a:t>
            </a:r>
            <a:br/>
            <a:r>
              <a:t>    render(&lt;Counter /&gt;);</a:t>
            </a:r>
            <a:br/>
            <a:r>
              <a:t>    expect(screen.getByText('Count: 0')).toBeInTheDocument();</a:t>
            </a:r>
            <a:br/>
            <a:r>
              <a:t>  });</a:t>
            </a:r>
            <a:br/>
            <a:br/>
            <a:r>
              <a:t>  it('should increment when button clicked', () =&gt; {</a:t>
            </a:r>
            <a:br/>
            <a:r>
              <a:t>    render(&lt;Counter /&gt;);</a:t>
            </a:r>
            <a:br/>
            <a:r>
              <a:t>    fireEvent.click(scr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197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E2E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18288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test('user can add and complete task', async ({ page }) =&gt; {</a:t>
            </a:r>
            <a:br/>
            <a:r>
              <a:t>  await page.goto('/tasks');</a:t>
            </a:r>
            <a:br/>
            <a:r>
              <a:t>  await page.fill('input[placeholder="Add task"]', 'E2E Test Task');</a:t>
            </a:r>
            <a:br/>
            <a:r>
              <a:t>  await page.click('button:has-text("Add")');</a:t>
            </a:r>
            <a:br/>
            <a:r>
              <a:t>  await expect(page.locator('text=E2E Test Task')).toBeVisible();</a:t>
            </a:r>
            <a:br/>
            <a:r>
              <a:t>  await page.click('input[type="checkbox"]');</a:t>
            </a:r>
            <a:br/>
            <a:r>
              <a:t>  await expect(page.locator('text=E2E Test Task')).toHaveClass(/line-through/);</a:t>
            </a:r>
            <a:br/>
            <a:r>
              <a:t>});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198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Live Demo: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Write unit tests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Write integration tests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199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Lab: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unit tests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Add integration tests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Folder Organization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src/</a:t>
            </a:r>
            <a:br/>
            <a:r>
              <a:t>├── domains/</a:t>
            </a:r>
            <a:br/>
            <a:r>
              <a:t>│   ├── auth/</a:t>
            </a:r>
            <a:br/>
            <a:r>
              <a:t>│   │   ├── store/</a:t>
            </a:r>
            <a:br/>
            <a:r>
              <a:t>│   │   ├── components/</a:t>
            </a:r>
            <a:br/>
            <a:r>
              <a:t>│   │   ├── services/</a:t>
            </a:r>
            <a:br/>
            <a:r>
              <a:t>│   │   └── types/</a:t>
            </a:r>
            <a:br/>
            <a:r>
              <a:t>│   ├── task/</a:t>
            </a:r>
            <a:br/>
            <a:r>
              <a:t>│   │   └── ...</a:t>
            </a:r>
            <a:br/>
            <a:r>
              <a:t>│   └── ui/</a:t>
            </a:r>
            <a:br/>
            <a:r>
              <a:t>│       └── ...</a:t>
            </a:r>
            <a:br/>
            <a:r>
              <a:t>├── shared/</a:t>
            </a:r>
            <a:br/>
            <a:r>
              <a:t>│   ├── store/</a:t>
            </a:r>
            <a:br/>
            <a:r>
              <a:t>│   ├── hooks/</a:t>
            </a:r>
            <a:br/>
            <a:r>
              <a:t>│   └── utils/</a:t>
            </a:r>
            <a:br/>
            <a:r>
              <a:t>└── infrastructure/</a:t>
            </a:r>
            <a:br/>
            <a:r>
              <a:t>    ├── api/</a:t>
            </a:r>
            <a:br/>
            <a:r>
              <a:t>    └── logging/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Domain-Driven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Organize by business domain, not technical layer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Each domain has its own store, components, services, types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Domains are independent and loosely coupled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Shared code is in `shared` directory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Dependency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Container</a:t>
            </a:r>
            <a:br/>
            <a:r>
              <a:t>class Container {</a:t>
            </a:r>
            <a:br/>
            <a:r>
              <a:t>  private services = new Map();</a:t>
            </a:r>
            <a:br/>
            <a:r>
              <a:t>  register(key, factory) {</a:t>
            </a:r>
            <a:br/>
            <a:r>
              <a:t>    this.services.set(key, factory);</a:t>
            </a:r>
            <a:br/>
            <a:r>
              <a:t>  }</a:t>
            </a:r>
            <a:br/>
            <a:r>
              <a:t>  resolve(key) {</a:t>
            </a:r>
            <a:br/>
            <a:r>
              <a:t>    const factory = this.services.get(key);</a:t>
            </a:r>
            <a:br/>
            <a:r>
              <a:t>    if (!factory) throw new Error(`Service ${key} not found`);</a:t>
            </a:r>
            <a:br/>
            <a:r>
              <a:t>    return factory();</a:t>
            </a:r>
            <a:br/>
            <a:r>
              <a:t>  }</a:t>
            </a:r>
            <a:br/>
            <a:r>
              <a:t>}</a:t>
            </a:r>
            <a:br/>
            <a:br/>
            <a:r>
              <a:t>const container = new Container();</a:t>
            </a:r>
            <a:br/>
            <a:r>
              <a:t>container.register('taskApi', () =&gt; new TaskApi());</a:t>
            </a:r>
            <a:br/>
            <a:r>
              <a:t>container.register('taskStore', () =&gt; createTaskStore(container.resolve('taskApi')));</a:t>
            </a:r>
            <a:br/>
            <a:br/>
            <a:r>
              <a:t>// Factory pattern</a:t>
            </a:r>
            <a:br/>
            <a:r>
              <a:t>function createTaskStor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Error Boundaries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class ErrorBoundary extends React.Component {</a:t>
            </a:r>
            <a:br/>
            <a:r>
              <a:t>  state = { hasError: false, error: null };</a:t>
            </a:r>
            <a:br/>
            <a:r>
              <a:t>  </a:t>
            </a:r>
            <a:br/>
            <a:r>
              <a:t>  static getDerivedStateFromError(error) {</a:t>
            </a:r>
            <a:br/>
            <a:r>
              <a:t>    return { hasError: true, error };</a:t>
            </a:r>
            <a:br/>
            <a:r>
              <a:t>  }</a:t>
            </a:r>
            <a:br/>
            <a:r>
              <a:t>  </a:t>
            </a:r>
            <a:br/>
            <a:r>
              <a:t>  componentDidCatch(error, errorInfo) {</a:t>
            </a:r>
            <a:br/>
            <a:r>
              <a:t>    // Log error</a:t>
            </a:r>
            <a:br/>
            <a:r>
              <a:t>    Sentry.captureException(error, { extra: errorInfo });</a:t>
            </a:r>
            <a:br/>
            <a:r>
              <a:t>    // Reset store state</a:t>
            </a:r>
            <a:br/>
            <a:r>
              <a:t>    useStore.getState().reset();</a:t>
            </a:r>
            <a:br/>
            <a:r>
              <a:t>  }</a:t>
            </a:r>
            <a:br/>
            <a:r>
              <a:t>  </a:t>
            </a:r>
            <a:br/>
            <a:r>
              <a:t>  render() {</a:t>
            </a:r>
            <a:br/>
            <a:r>
              <a:t>    if (this.state.hasError) {</a:t>
            </a:r>
            <a:br/>
            <a:r>
              <a:t>      return &lt;ErrorFallback error={this.state.error} /&gt;;</a:t>
            </a:r>
            <a:br/>
            <a:r>
              <a:t>    }</a:t>
            </a:r>
            <a:br/>
            <a:r>
              <a:t>    return this.props.children;</a:t>
            </a:r>
            <a:br/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Logging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Structured logging</a:t>
            </a:r>
            <a:br/>
            <a:r>
              <a:t>const logger = {</a:t>
            </a:r>
            <a:br/>
            <a:r>
              <a:t>  info: (message, data) =&gt; {</a:t>
            </a:r>
            <a:br/>
            <a:r>
              <a:t>    console.log(JSON.stringify({</a:t>
            </a:r>
            <a:br/>
            <a:r>
              <a:t>      level: 'info',</a:t>
            </a:r>
            <a:br/>
            <a:r>
              <a:t>      message,</a:t>
            </a:r>
            <a:br/>
            <a:r>
              <a:t>      data,</a:t>
            </a:r>
            <a:br/>
            <a:r>
              <a:t>      timestamp: new Date().toISOString(),</a:t>
            </a:r>
            <a:br/>
            <a:r>
              <a:t>    }));</a:t>
            </a:r>
            <a:br/>
            <a:r>
              <a:t>  },</a:t>
            </a:r>
            <a:br/>
            <a:r>
              <a:t>  error: (message, error) =&gt; {</a:t>
            </a:r>
            <a:br/>
            <a:r>
              <a:t>    console.error(JSON.stringify({</a:t>
            </a:r>
            <a:br/>
            <a:r>
              <a:t>      level: 'error',</a:t>
            </a:r>
            <a:br/>
            <a:r>
              <a:t>      message,</a:t>
            </a:r>
            <a:br/>
            <a:r>
              <a:t>      error: error.message,</a:t>
            </a:r>
            <a:br/>
            <a:r>
              <a:t>      stack: error.stack,</a:t>
            </a:r>
            <a:br/>
            <a:r>
              <a:t>      timestamp: new Date().toISOString(),</a:t>
            </a:r>
            <a:br/>
            <a:r>
              <a:t>    }));</a:t>
            </a:r>
            <a:br/>
            <a:r>
              <a:t>  },</a:t>
            </a:r>
            <a:br/>
            <a:r>
              <a:t>};</a:t>
            </a:r>
            <a:br/>
            <a:br/>
            <a:r>
              <a:t>// Remote logging</a:t>
            </a:r>
            <a:br/>
            <a:r>
              <a:t>function reportError(error, context) {</a:t>
            </a:r>
            <a:br/>
            <a:r>
              <a:t>  navigator.sendBea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Performance Monitoring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// Track performance metrics</a:t>
            </a:r>
            <a:br/>
            <a:r>
              <a:t>const metrics = [];</a:t>
            </a:r>
            <a:br/>
            <a:br/>
            <a:r>
              <a:t>function trackMetric(name, value) {</a:t>
            </a:r>
            <a:br/>
            <a:r>
              <a:t>  metrics.push({ name, value, timestamp: Date.now() });</a:t>
            </a:r>
            <a:br/>
            <a:r>
              <a:t>  if (metrics.length &gt; 100) {</a:t>
            </a:r>
            <a:br/>
            <a:r>
              <a:t>    sendMetrics(metrics);</a:t>
            </a:r>
            <a:br/>
            <a:r>
              <a:t>    metrics.length = 0;</a:t>
            </a:r>
            <a:br/>
            <a:r>
              <a:t>  }</a:t>
            </a:r>
            <a:br/>
            <a:r>
              <a:t>}</a:t>
            </a:r>
            <a:br/>
            <a:br/>
            <a:r>
              <a:t>// In store middleware</a:t>
            </a:r>
            <a:br/>
            <a:r>
              <a:t>const performanceMonitor = (config) =&gt; (set, get, store) =&gt; {</a:t>
            </a:r>
            <a:br/>
            <a:r>
              <a:t>  return config(</a:t>
            </a:r>
            <a:br/>
            <a:r>
              <a:t>    (args) =&gt; {</a:t>
            </a:r>
            <a:br/>
            <a:r>
              <a:t>      const start = performance.now();</a:t>
            </a:r>
            <a:br/>
            <a:r>
              <a:t>      set(args);</a:t>
            </a:r>
            <a:br/>
            <a:r>
              <a:t>      const duration = performance.now() - start;</a:t>
            </a:r>
            <a:br/>
            <a:r>
              <a:t>      trackMetric('update_duration', duration);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Anti-Patterns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  <a:latin typeface="Helvetica Neue"/>
              </a:defRPr>
            </a:pPr>
            <a:r>
              <a:t>Anti-Pattern  |  Solution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  <a:latin typeface="Helvetica Neue"/>
              </a:defRPr>
            </a:pPr>
            <a:r>
              <a:t>Over-subscription  |  Use selectors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  <a:latin typeface="Helvetica Neue"/>
              </a:defRPr>
            </a:pPr>
            <a:r>
              <a:t>Direct mutation  |  Use immutable updates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  <a:latin typeface="Helvetica Neue"/>
              </a:defRPr>
            </a:pPr>
            <a:r>
              <a:t>Monolithic store  |  Split by domain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  <a:latin typeface="Helvetica Neue"/>
              </a:defRPr>
            </a:pPr>
            <a:r>
              <a:t>No error handling  |  Add error boundaries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  <a:latin typeface="Helvetica Neue"/>
              </a:defRPr>
            </a:pPr>
            <a:r>
              <a:t>No persistence  |  Add persist middleware</a:t>
            </a:r>
          </a:p>
          <a:p>
            <a:pPr>
              <a:spcAft>
                <a:spcPts val="600"/>
              </a:spcAft>
              <a:defRPr sz="1400">
                <a:solidFill>
                  <a:srgbClr val="1E1E1E"/>
                </a:solidFill>
                <a:latin typeface="Helvetica Neue"/>
              </a:defRPr>
            </a:pPr>
            <a:r>
              <a:t>Race conditions  |  Use request IDs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Recap of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Zustand is simple, predictable, and performant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selectors for fine-grained subscriptions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Split stores by domain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Use middleware for logging, persistence, debugging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Handle async with proper loading/error states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Test your stores thoroughly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Follow enterprise best practices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**Zustand Docs**: [docs.pmnd.rs/zustand](https://docs.pmnd.rs/zustand)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**GitHub**: [github.com/pmndrs/zustand](https://github.com/pmndrs/zustand)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**Examples**: [github.com/pmndrs/zustand/tree/main/examples](https://github.com/pmndrs/zustand/tree/main/examples)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**Community**: [discord.gg/pmndrs](https://discord.gg/pmndrs)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Build your own Zustand application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Explore advanced patterns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Contribute to the community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Share your knowledge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0" y="4572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6464"/>
                </a:solidFill>
                <a:latin typeface="Helvetica Neue"/>
              </a:defRPr>
            </a:pPr>
            <a:r>
              <a:t>210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1E1E1E"/>
                </a:solidFill>
                <a:latin typeface="Helvetica Neue"/>
              </a:defRPr>
            </a:pPr>
            <a:r>
              <a:t>Thank You &amp; Q&amp;A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1371600" cy="1905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Thank you for participating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Questions?</a:t>
            </a:r>
          </a:p>
          <a:p>
            <a:pPr>
              <a:spcAft>
                <a:spcPts val="1000"/>
              </a:spcAft>
              <a:defRPr sz="1600">
                <a:solidFill>
                  <a:srgbClr val="1E1E1E"/>
                </a:solidFill>
                <a:latin typeface="Helvetica Neue"/>
              </a:defRPr>
            </a:pPr>
            <a:r>
              <a:t>•  Feedback welcome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  <a:p>
            <a:pPr>
              <a:spcAft>
                <a:spcPts val="800"/>
              </a:spcAft>
              <a:defRPr sz="1400">
                <a:solidFill>
                  <a:srgbClr val="646464"/>
                </a:solidFill>
                <a:latin typeface="Helvetica Neue"/>
              </a:defRPr>
            </a:pPr>
            <a:r>
              <a:t>---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create } from 'zustand';</a:t>
            </a:r>
            <a:br/>
            <a:r>
              <a:t>import { devtools, persist } from 'zustand/middleware';</a:t>
            </a:r>
            <a:br/>
            <a:br/>
            <a:r>
              <a:t>interface CounterStore {</a:t>
            </a:r>
            <a:br/>
            <a:r>
              <a:t>  count: number;</a:t>
            </a:r>
            <a:br/>
            <a:r>
              <a:t>  increment: () =&gt; void;</a:t>
            </a:r>
            <a:br/>
            <a:r>
              <a:t>  decrement: () =&gt; void;</a:t>
            </a:r>
            <a:br/>
            <a:r>
              <a:t>  reset: () =&gt; void;</a:t>
            </a:r>
            <a:br/>
            <a:r>
              <a:t>}</a:t>
            </a:r>
            <a:br/>
            <a:br/>
            <a:r>
              <a:t>export const useCounterStore = create&lt;CounterStore&gt;()(</a:t>
            </a:r>
            <a:br/>
            <a:r>
              <a:t>  devtools(</a:t>
            </a:r>
            <a:br/>
            <a:r>
              <a:t>    persist(</a:t>
            </a:r>
            <a:br/>
            <a:r>
              <a:t>      (set) =&gt; ({</a:t>
            </a:r>
            <a:br/>
            <a:r>
              <a:t>        count: 0,</a:t>
            </a:r>
            <a:br/>
            <a:r>
              <a:t>        increment: () =&gt; set((state) =&gt; ({ count: state.count + 1 })),</a:t>
            </a:r>
            <a:br/>
            <a:r>
              <a:t>        decrement: () =&gt; set((state) =&gt; ({ count: state.count - 1 })),</a:t>
            </a:r>
            <a:br/>
            <a:r>
              <a:t>        reset: () =&gt; set({ count: 0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480560"/>
            <a:ext cx="10362895" cy="2743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617720"/>
            <a:ext cx="999713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1E1E"/>
                </a:solidFill>
                <a:latin typeface="Courier New"/>
              </a:defRPr>
            </a:pPr>
            <a:r>
              <a:t>import { create } from 'zustand';</a:t>
            </a:r>
            <a:br/>
            <a:r>
              <a:t>import { persist } from 'zustand/middleware';</a:t>
            </a:r>
            <a:br/>
            <a:r>
              <a:t>import { immer } from 'zustand/middleware/immer';</a:t>
            </a:r>
            <a:br/>
            <a:br/>
            <a:r>
              <a:t>interface Todo {</a:t>
            </a:r>
            <a:br/>
            <a:r>
              <a:t>  id: string;</a:t>
            </a:r>
            <a:br/>
            <a:r>
              <a:t>  text: string;</a:t>
            </a:r>
            <a:br/>
            <a:r>
              <a:t>  completed: boolean;</a:t>
            </a:r>
            <a:br/>
            <a:r>
              <a:t>}</a:t>
            </a:r>
            <a:br/>
            <a:br/>
            <a:r>
              <a:t>interface TodoStore {</a:t>
            </a:r>
            <a:br/>
            <a:r>
              <a:t>  todos: Record&lt;string, Todo&gt;;</a:t>
            </a:r>
            <a:br/>
            <a:r>
              <a:t>  todoIds: string[];</a:t>
            </a:r>
            <a:br/>
            <a:r>
              <a:t>  addTodo: (text: string) =&gt; void;</a:t>
            </a:r>
            <a:br/>
            <a:r>
              <a:t>  toggleTodo: (id: string) =&gt; void;</a:t>
            </a:r>
            <a:br/>
            <a:r>
              <a:t>  deleteTodo: (id: string) =&gt; void;</a:t>
            </a:r>
            <a:br/>
            <a:r>
              <a:t>}</a:t>
            </a:r>
            <a:br/>
            <a:br/>
            <a:r>
              <a:t>export const useTodoStore = create&lt;TodoStore&gt;()(</a:t>
            </a:r>
            <a:br/>
            <a:r>
              <a:t>  persist(</a:t>
            </a:r>
            <a:br/>
            <a:r>
              <a:t>    immer((set) =&gt; ({</a:t>
            </a:r>
            <a:br/>
            <a:r>
              <a:t>      todos: {},</a:t>
            </a:r>
            <a:br/>
            <a:r>
              <a:t>      todoIds: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>
                <a:solidFill>
                  <a:srgbClr val="1E1E1E"/>
                </a:solidFill>
                <a:latin typeface="Helvetica Neue"/>
              </a:defRPr>
            </a:pPr>
            <a:r>
              <a:t>Summary: Complete 5-Day Course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990" y="3931920"/>
            <a:ext cx="1828800" cy="254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