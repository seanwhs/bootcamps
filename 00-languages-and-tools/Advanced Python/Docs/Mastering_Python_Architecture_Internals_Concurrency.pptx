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4884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Aptos"/>
              </a:defRPr>
            </a:pPr>
            <a:r>
              <a:t>Mastering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92608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0">
                <a:solidFill>
                  <a:srgbClr val="000000"/>
                </a:solidFill>
                <a:latin typeface="Aptos"/>
              </a:defRPr>
            </a:pPr>
            <a:r>
              <a:t>Architecture, Internals, and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703320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Aptos"/>
              </a:defRPr>
            </a:pPr>
            <a:r>
              <a:t>A code-heavy technical series with the PulseQueue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02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37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ptos"/>
              </a:defRPr>
            </a:pPr>
            <a:r>
              <a:t>Scope, audience, roadmap, and the PulseQueue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Series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Understand Python beyond syntax.</a:t>
            </a:r>
            <a:br/>
            <a:r>
              <a:t>• Build systems with deliberate runtime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Experienced Python developers.</a:t>
            </a:r>
            <a:br/>
            <a:r>
              <a:t>• Backend engineers and framework authors.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Core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How does Python execute, store, and coordinate work?</a:t>
            </a:r>
            <a:br/>
            <a:r>
              <a:t>• How do we build reliable concurrent systems?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Capstone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Build PulseQueue.</a:t>
            </a:r>
            <a:br/>
            <a:r>
              <a:t>• A learning-focused async task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Final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Application.</a:t>
            </a:r>
            <a:br/>
            <a:r>
              <a:t>• Registry.</a:t>
            </a:r>
            <a:br/>
            <a:r>
              <a:t>• Broker.</a:t>
            </a:r>
            <a:br/>
            <a:r>
              <a:t>• Worker.</a:t>
            </a:r>
            <a:br/>
            <a:r>
              <a:t>• Result backend.</a:t>
            </a:r>
            <a:br/>
            <a:r>
              <a:t>• Plugins.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Learning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Runtime model.</a:t>
            </a:r>
            <a:br/>
            <a:r>
              <a:t>• Concurrency.</a:t>
            </a:r>
            <a:br/>
            <a:r>
              <a:t>• Memory.</a:t>
            </a:r>
            <a:br/>
            <a:r>
              <a:t>• Typing.</a:t>
            </a:r>
            <a:br/>
            <a:r>
              <a:t>• Capstone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Why internals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Performance decisions depend on execution behavior.</a:t>
            </a:r>
            <a:br/>
            <a:r>
              <a:t>• Framework design depends on object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Why concurrency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Services wait on networks, queues, disks, and databases.</a:t>
            </a:r>
            <a:br/>
            <a:r>
              <a:t>• Workload type determines execution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Why memory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Long-running workers process many objects.</a:t>
            </a:r>
            <a:br/>
            <a:r>
              <a:t>• Reachability determines retention.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Why typing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Extension points need explicit contracts.</a:t>
            </a:r>
            <a:br/>
            <a:r>
              <a:t>• Protocols reduce coupling.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Why testing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Framework bugs affect all users.</a:t>
            </a:r>
            <a:br/>
            <a:r>
              <a:t>• Test public behavior and failure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CPython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Examples target CPython 3.12+.</a:t>
            </a:r>
            <a:br/>
            <a:r>
              <a:t>• Some implementation details differ elsewhere.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Project conventions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a virtual environment.</a:t>
            </a:r>
            <a:br/>
            <a:r>
              <a:t>• Use a src/ package layout.</a:t>
            </a:r>
            <a:br/>
            <a:r>
              <a:t>• Run modules with python -m.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Code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Beginner-friendly outside.</a:t>
            </a:r>
            <a:br/>
            <a:r>
              <a:t>• Production-minded inside.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Reliability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Validate boundaries.</a:t>
            </a:r>
            <a:br/>
            <a:r>
              <a:t>• Bound queues.</a:t>
            </a:r>
            <a:br/>
            <a:r>
              <a:t>• Make shutdown deliberate.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Dynamic behavior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metaprogramming with guardrails.</a:t>
            </a:r>
            <a:br/>
            <a:r>
              <a:t>• Make runtime behavior inspectable.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Concurrency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Choose execution model by workload.</a:t>
            </a:r>
            <a:br/>
            <a:r>
              <a:t>• Do not optimize from intuition.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Production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Tutorial broker is in-memory.</a:t>
            </a:r>
            <a:br/>
            <a:r>
              <a:t>• Durable transport is a future replacement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Queued.</a:t>
            </a:r>
            <a:br/>
            <a:r>
              <a:t>• Running.</a:t>
            </a:r>
            <a:br/>
            <a:r>
              <a:t>• Retrying.</a:t>
            </a:r>
            <a:br/>
            <a:r>
              <a:t>• Succeeded.</a:t>
            </a:r>
            <a:br/>
            <a:r>
              <a:t>• Failed.</a:t>
            </a:r>
            <a:br/>
            <a:r>
              <a:t>• Cancelled.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Core task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@app.task for async I/O.</a:t>
            </a:r>
            <a:br/>
            <a:r>
              <a:t>• @app.cpu_task for CPU-bound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Runtime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async with PulseQueueRuntime(app).</a:t>
            </a:r>
            <a:br/>
            <a:r>
              <a:t>• Submit task.</a:t>
            </a:r>
            <a:br/>
            <a:r>
              <a:t>• Await receipt.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Observability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Task events.</a:t>
            </a:r>
            <a:br/>
            <a:r>
              <a:t>• Plugins.</a:t>
            </a:r>
            <a:br/>
            <a:r>
              <a:t>• Structured logging.</a:t>
            </a:r>
            <a:br/>
            <a:r>
              <a:t>• Health snapshots.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Memory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Slots.</a:t>
            </a:r>
            <a:br/>
            <a:r>
              <a:t>• Garbage-collection diagnostics.</a:t>
            </a:r>
            <a:br/>
            <a:r>
              <a:t>• tracemalloc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Appendices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API reference.</a:t>
            </a:r>
            <a:br/>
            <a:r>
              <a:t>• Concurrency guide.</a:t>
            </a:r>
            <a:br/>
            <a:r>
              <a:t>• Troubleshooting.</a:t>
            </a:r>
            <a:br/>
            <a:r>
              <a:t>• Production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Primer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Runtime and package setup.</a:t>
            </a:r>
            <a:br/>
            <a:r>
              <a:t>• Functions and classes.</a:t>
            </a:r>
            <a:br/>
            <a:r>
              <a:t>• Async and processes.</a:t>
            </a:r>
            <a:br/>
            <a:r>
              <a:t>•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Reader expectation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Run each verification command.</a:t>
            </a:r>
            <a:br/>
            <a:r>
              <a:t>• Change one layer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Architecture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Separate submission from execution.</a:t>
            </a:r>
            <a:br/>
            <a:r>
              <a:t>• Separate execution from observation.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Operational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Shutdown is a feature.</a:t>
            </a:r>
            <a:br/>
            <a:r>
              <a:t>• Retries require policy.</a:t>
            </a:r>
            <a:br/>
            <a:r>
              <a:t>• Messages require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Security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Do not use pickle for untrusted messages.</a:t>
            </a:r>
            <a:br/>
            <a:r>
              <a:t>• Do not log secrets.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Performance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Measure first.</a:t>
            </a:r>
            <a:br/>
            <a:r>
              <a:t>• Use profiles and benchmarks.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Series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Part 0: Introduction and Series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Reader can reason about Python runtime behavior.</a:t>
            </a:r>
            <a:br/>
            <a:r>
              <a:t>• Reader can extend PulseQueue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02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37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ptos"/>
              </a:defRPr>
            </a:pPr>
            <a:r>
              <a:t>Runtime, packages, functions, async, processes,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Python interpreter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CPython executes Python source.</a:t>
            </a:r>
            <a:br/>
            <a:r>
              <a:t>• The interpreter owns runtime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Virtual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One isolated dependency set per project.</a:t>
            </a:r>
            <a:br/>
            <a:r>
              <a:t>• Avoid global package conflicts.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Scripts and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 script is executed.</a:t>
            </a:r>
            <a:br/>
            <a:r>
              <a:t>• A module is imported.</a:t>
            </a:r>
            <a:br/>
            <a:r>
              <a:t>• A package groups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The src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Source code lives below src/.</a:t>
            </a:r>
            <a:br/>
            <a:r>
              <a:t>• Packaging mistakes become visible earlier.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Editable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pip install --editable .</a:t>
            </a:r>
            <a:br/>
            <a:r>
              <a:t>• Imports reflect local source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python -m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Run modules through the active interpreter.</a:t>
            </a:r>
            <a:br/>
            <a:r>
              <a:t>• Preserve package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Import search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Python searches sys.path.</a:t>
            </a:r>
            <a:br/>
            <a:r>
              <a:t>• Wrong paths can shadow intended packages.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Parameters receive input.</a:t>
            </a:r>
            <a:br/>
            <a:r>
              <a:t>• Return values provide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Keyword-only 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* for explicit configuration.</a:t>
            </a:r>
            <a:br/>
            <a:r>
              <a:t>• Avoid accidental positional swaps.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Classes are blueprints.</a:t>
            </a:r>
            <a:br/>
            <a:r>
              <a:t>• Instances store per-object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Methods receive the current instance.</a:t>
            </a:r>
            <a:br/>
            <a:r>
              <a:t>• State belongs to that instance.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Raise clear errors for invalid state.</a:t>
            </a:r>
            <a:br/>
            <a:r>
              <a:t>• Catch expected errors at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finally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Cleanup runs after success or failure.</a:t>
            </a:r>
            <a:br/>
            <a:r>
              <a:t>• Use it for resource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Type hints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Hints communicate intent.</a:t>
            </a:r>
            <a:br/>
            <a:r>
              <a:t>• They do not enforce runtime values by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Runtime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Validate JSON, environment variables, and user input.</a:t>
            </a:r>
            <a:br/>
            <a:r>
              <a:t>• Convert dynamic data to trusted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Imports execute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Module top-level code runs on first import.</a:t>
            </a:r>
            <a:br/>
            <a:r>
              <a:t>• Task decorators register during import.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Local.</a:t>
            </a:r>
            <a:br/>
            <a:r>
              <a:t>• Enclosing.</a:t>
            </a:r>
            <a:br/>
            <a:r>
              <a:t>• Global.</a:t>
            </a:r>
            <a:br/>
            <a:r>
              <a:t>• Built-in.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Closures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Inner functions remember outer configuration.</a:t>
            </a:r>
            <a:br/>
            <a:r>
              <a:t>• Decorator factories use closures.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Functions as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Store functions.</a:t>
            </a:r>
            <a:br/>
            <a:r>
              <a:t>• Pass functions.</a:t>
            </a:r>
            <a:br/>
            <a:r>
              <a:t>• Return functions.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Decorators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Receive a function.</a:t>
            </a:r>
            <a:br/>
            <a:r>
              <a:t>• Return a replacement callable.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functools.wraps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Preserve names and docs.</a:t>
            </a:r>
            <a:br/>
            <a:r>
              <a:t>• Preserve inspectable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Decorator factories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First call captures options.</a:t>
            </a:r>
            <a:br/>
            <a:r>
              <a:t>• Second call receives function.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Coroutine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async def creates coroutine functions.</a:t>
            </a:r>
            <a:br/>
            <a:r>
              <a:t>• Calling creates coroutine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await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Pause one coroutine.</a:t>
            </a:r>
            <a:br/>
            <a:r>
              <a:t>• Allow event loop to run ready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create_task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Schedule concurrent coroutine work.</a:t>
            </a:r>
            <a:br/>
            <a:r>
              <a:t>• Retain and supervise task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Blocking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time.sleep blocks event loop.</a:t>
            </a:r>
            <a:br/>
            <a:r>
              <a:t>• Use async APIs or to_thread.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Threads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Share process memory.</a:t>
            </a:r>
            <a:br/>
            <a:r>
              <a:t>• Useful for blocking I/O.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Processes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Separate interpreters and memory.</a:t>
            </a:r>
            <a:br/>
            <a:r>
              <a:t>• Useful for CPU-bound Python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The 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One CPython process executes one bytecode stream at a time.</a:t>
            </a:r>
            <a:br/>
            <a:r>
              <a:t>• Threads do not solve pure Python CPU scaling.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Dataclasses and enums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Dataclasses model records.</a:t>
            </a:r>
            <a:br/>
            <a:r>
              <a:t>• Enums model finite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Testing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Primer Series: Python Foundations for Framework Readers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Assert public behavior.</a:t>
            </a:r>
            <a:br/>
            <a:r>
              <a:t>• Test success and failure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02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37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ptos"/>
              </a:defRPr>
            </a:pPr>
            <a:r>
              <a:t>Classes, metaclasses, descriptors, dynamic attributes, and introspection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Class statements execute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 class body is executable Python.</a:t>
            </a:r>
            <a:br/>
            <a:r>
              <a:t>• Class creation happens at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Class namespace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Python collects attributes in a namespace.</a:t>
            </a:r>
            <a:br/>
            <a:r>
              <a:t>• The completed namespace creates the class object.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Metaclasses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 class creates instances.</a:t>
            </a:r>
            <a:br/>
            <a:r>
              <a:t>• A metaclass creates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ModelMeta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Collect declared fields.</a:t>
            </a:r>
            <a:br/>
            <a:r>
              <a:t>• Attach class metadata.</a:t>
            </a:r>
            <a:br/>
            <a:r>
              <a:t>• Validate declarations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Descriptors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Descriptors control attribute access.</a:t>
            </a:r>
            <a:br/>
            <a:r>
              <a:t>• They implement __get__ and __set__.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Field descriptor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Validate values.</a:t>
            </a:r>
            <a:br/>
            <a:r>
              <a:t>• Store controlled instance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__set_name__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Descriptor learns assigned attribute name.</a:t>
            </a:r>
            <a:br/>
            <a:r>
              <a:t>• Runs during class creation.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Data descriptors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Descriptors with __set__ take precedence.</a:t>
            </a:r>
            <a:br/>
            <a:r>
              <a:t>• Validation cannot be bypassed by ordinary assignment.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Computed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Derived state is calculated on access.</a:t>
            </a:r>
            <a:br/>
            <a:r>
              <a:t>• Derived values remain read-only.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__getattr__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Runs after normal lookup fails.</a:t>
            </a:r>
            <a:br/>
            <a:r>
              <a:t>• Good for controlled dynamic fallback APIs.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__getattribute__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Runs for every attribute read.</a:t>
            </a:r>
            <a:br/>
            <a:r>
              <a:t>• Powerful and easy to misuse.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__setattr__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Controls assignment.</a:t>
            </a:r>
            <a:br/>
            <a:r>
              <a:t>• Use object.__setattr__ carefully for internal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Allow known metadata fields.</a:t>
            </a:r>
            <a:br/>
            <a:r>
              <a:t>• Reject misspelled dynamic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Dynamic namespace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Expose app.tasks.queue.task.</a:t>
            </a:r>
            <a:br/>
            <a:r>
              <a:t>• Keep namespace immutable.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__dir__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Expose dynamic names to IDEs and shells.</a:t>
            </a:r>
            <a:br/>
            <a:r>
              <a:t>• Improve discoverability.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Core options are declared fields.</a:t>
            </a:r>
            <a:br/>
            <a:r>
              <a:t>• Metadata remains separately controlled.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Explicit dynamic prefixes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meta_owner is intentional.</a:t>
            </a:r>
            <a:br/>
            <a:r>
              <a:t>• owner avoids collisions with API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Introspection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Inspect classes, functions, signatures, and annotations.</a:t>
            </a:r>
            <a:br/>
            <a:r>
              <a:t>• Frameworks use runtime metadata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inspect.signature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Validate task calls before queueing.</a:t>
            </a:r>
            <a:br/>
            <a:r>
              <a:t>• Expose callable parameters.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inspect.iscoroutinefunction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Require async tasks for async worker path.</a:t>
            </a:r>
            <a:br/>
            <a:r>
              <a:t>• Reject incompatible callables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functools.update_wrapper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Task objects preserve function metadata.</a:t>
            </a:r>
            <a:br/>
            <a:r>
              <a:t>• Tools still show familiar names.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Wrap function plus options.</a:t>
            </a:r>
            <a:br/>
            <a:r>
              <a:t>• Expose signature and source location.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Stable task name maps to task definition.</a:t>
            </a:r>
            <a:br/>
            <a:r>
              <a:t>• Duplicate names fail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 namespace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emails.send_welcome_email.</a:t>
            </a:r>
            <a:br/>
            <a:r>
              <a:t>• Nested routing is readable and inspectable.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Stable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Operational name differs from source function name.</a:t>
            </a:r>
            <a:br/>
            <a:r>
              <a:t>• Names support queue routing and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Class MRO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Method resolution order controls inherited lookup.</a:t>
            </a:r>
            <a:br/>
            <a:r>
              <a:t>• Inspect with Class.__mro__.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Metaclass restraint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only when class creation needs customization.</a:t>
            </a:r>
            <a:br/>
            <a:r>
              <a:t>• Prefer simpler tools when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Descriptor restraint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for repeatable attribute policy.</a:t>
            </a:r>
            <a:br/>
            <a:r>
              <a:t>• Avoid hidden behavior without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Dynamic API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Schemas.</a:t>
            </a:r>
            <a:br/>
            <a:r>
              <a:t>• Prefixes.</a:t>
            </a:r>
            <a:br/>
            <a:r>
              <a:t>• Read-only namespaces.</a:t>
            </a:r>
            <a:br/>
            <a:r>
              <a:t>• Helpful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Framework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Decorators make intent local to code.</a:t>
            </a:r>
            <a:br/>
            <a:r>
              <a:t>• Imports trigger registration.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Module 1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1: Metaprogramming and Dynamic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Build controlled dynamic APIs.</a:t>
            </a:r>
            <a:br/>
            <a:r>
              <a:t>• Understand Python object construction.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02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37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ptos"/>
              </a:defRPr>
            </a:pPr>
            <a:r>
              <a:t>Execution models, queues, retries, cancellation, and shutdown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Concurrency versus parallelism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Concurrency overlaps progress.</a:t>
            </a:r>
            <a:br/>
            <a:r>
              <a:t>• Parallelism uses simultaneous CPU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Event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Coordinates ready coroutines.</a:t>
            </a:r>
            <a:br/>
            <a:r>
              <a:t>• Runs efficiently while work waits.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Coroutine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Coroutines cooperate at await points.</a:t>
            </a:r>
            <a:br/>
            <a:r>
              <a:t>• No await means no yielding.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Async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asyncio.Task schedules coroutine work.</a:t>
            </a:r>
            <a:br/>
            <a:r>
              <a:t>• Tasks need supervision.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asyncio.gather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Wait for multiple tasks.</a:t>
            </a:r>
            <a:br/>
            <a:r>
              <a:t>• Use return_exceptions carefully.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Timeouts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Bound waiting time.</a:t>
            </a:r>
            <a:br/>
            <a:r>
              <a:t>• Timeout cancels enclosed coroutine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Cancellation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CancelledError is control flow.</a:t>
            </a:r>
            <a:br/>
            <a:r>
              <a:t>• Cleanup then re-raise.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Async context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Acquire resources safely.</a:t>
            </a:r>
            <a:br/>
            <a:r>
              <a:t>• Release resources during failure and cancellation.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Bounded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Limit queued work.</a:t>
            </a:r>
            <a:br/>
            <a:r>
              <a:t>• Prevent unlimited memory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Backpressure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Producers wait when consumers are saturated.</a:t>
            </a:r>
            <a:br/>
            <a:r>
              <a:t>• Capacity is an operational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Queue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Every get requires task_done.</a:t>
            </a:r>
            <a:br/>
            <a:r>
              <a:t>• Otherwise join can hang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Stop sentinels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One stop signal per consumer.</a:t>
            </a:r>
            <a:br/>
            <a:r>
              <a:t>• Drain accepted work before stopping.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InMemoryBroker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Create envelopes.</a:t>
            </a:r>
            <a:br/>
            <a:r>
              <a:t>• Create receipts.</a:t>
            </a:r>
            <a:br/>
            <a:r>
              <a:t>• Queue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TaskEnvelope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Task ID.</a:t>
            </a:r>
            <a:br/>
            <a:r>
              <a:t>• Stable name.</a:t>
            </a:r>
            <a:br/>
            <a:r>
              <a:t>• Arguments.</a:t>
            </a:r>
            <a:br/>
            <a:r>
              <a:t>• Timestamp.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TaskReceipt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Observe state.</a:t>
            </a:r>
            <a:br/>
            <a:r>
              <a:t>• Await terminal result.</a:t>
            </a:r>
            <a:br/>
            <a:r>
              <a:t>• Raise task failure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Queued.</a:t>
            </a:r>
            <a:br/>
            <a:r>
              <a:t>• Running.</a:t>
            </a:r>
            <a:br/>
            <a:r>
              <a:t>• Retrying.</a:t>
            </a:r>
            <a:br/>
            <a:r>
              <a:t>• Succeeded.</a:t>
            </a:r>
            <a:br/>
            <a:r>
              <a:t>• Failed.</a:t>
            </a:r>
            <a:br/>
            <a:r>
              <a:t>• Cancelled.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Worker consumers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Receive envelope.</a:t>
            </a:r>
            <a:br/>
            <a:r>
              <a:t>• Resolve task.</a:t>
            </a:r>
            <a:br/>
            <a:r>
              <a:t>• Execute.</a:t>
            </a:r>
            <a:br/>
            <a:r>
              <a:t>• Record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Worker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Several consumers overlap I/O.</a:t>
            </a:r>
            <a:br/>
            <a:r>
              <a:t>• Not a cure for CPU-bound Python.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Blocking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Move legacy blocking calls to threads.</a:t>
            </a:r>
            <a:br/>
            <a:r>
              <a:t>• Keep event loop responsive.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CPU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process pool.</a:t>
            </a:r>
            <a:br/>
            <a:r>
              <a:t>• Separate GIL per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ProcessPoolExecutor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Reuse child processes.</a:t>
            </a:r>
            <a:br/>
            <a:r>
              <a:t>• Functions and values must be pickleable.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Retry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max_retries means extra attempts.</a:t>
            </a:r>
            <a:br/>
            <a:r>
              <a:t>• Use explicit bounded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Exponential backoff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Delay grows after repeated failures.</a:t>
            </a:r>
            <a:br/>
            <a:r>
              <a:t>• Protect unhealthy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Retry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Record attempt count.</a:t>
            </a:r>
            <a:br/>
            <a:r>
              <a:t>• Record next retry time.</a:t>
            </a:r>
            <a:br/>
            <a:r>
              <a:t>• Retain last failure summary.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Retry exhaustion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Terminal failure after final allowed attempt.</a:t>
            </a:r>
            <a:br/>
            <a:r>
              <a:t>• Do not retry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Graceful shutdown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Close new submissions.</a:t>
            </a:r>
            <a:br/>
            <a:r>
              <a:t>• Drain accepted work.</a:t>
            </a:r>
            <a:br/>
            <a:r>
              <a:t>• Stop consumers.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Forced shutdown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Cancel active work after deadline.</a:t>
            </a:r>
            <a:br/>
            <a:r>
              <a:t>• Cancel queued envelopes.</a:t>
            </a:r>
            <a:br/>
            <a:r>
              <a:t>• Wake receipt holders.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Plugin event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Plugin failure increments diagnostics.</a:t>
            </a:r>
            <a:br/>
            <a:r>
              <a:t>• Task result remains independent.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Worker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Created.</a:t>
            </a:r>
            <a:br/>
            <a:r>
              <a:t>• Running.</a:t>
            </a:r>
            <a:br/>
            <a:r>
              <a:t>• Stopping.</a:t>
            </a:r>
            <a:br/>
            <a:r>
              <a:t>• Stopped.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In-memory 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No cross-process transport.</a:t>
            </a:r>
            <a:br/>
            <a:r>
              <a:t>• No durable queue persistence.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Module 2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2: Asyncio, Threads, Processes, and Task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Choose execution by workload.</a:t>
            </a:r>
            <a:br/>
            <a:r>
              <a:t>• Build correct async worker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02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37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ptos"/>
              </a:defRPr>
            </a:pPr>
            <a:r>
              <a:t>Reference counts, cycles, slots, profiling, and native extension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Object lifetime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CPython primarily uses reference counting.</a:t>
            </a:r>
            <a:br/>
            <a:r>
              <a:t>• Zero references often releases object immediately.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Names and containers point to objects.</a:t>
            </a:r>
            <a:br/>
            <a:r>
              <a:t>• Reachability determines retention.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sys.getrefcount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Diagnostic reference count only.</a:t>
            </a:r>
            <a:br/>
            <a:r>
              <a:t>• Function call adds temporary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Immediate cleanup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Non-cyclic objects often disappear quickly in CPython.</a:t>
            </a:r>
            <a:br/>
            <a:r>
              <a:t>• Do not depend on this for critical resource cleanup.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__del__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Finalizers are unreliable for correctness.</a:t>
            </a:r>
            <a:br/>
            <a:r>
              <a:t>• Prefer explicit context managers.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Reference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Objects can keep each other alive.</a:t>
            </a:r>
            <a:br/>
            <a:r>
              <a:t>• Cyclic GC identifies unreachable groups.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gc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Inspect counts and statistics.</a:t>
            </a:r>
            <a:br/>
            <a:r>
              <a:t>• Collect cycles for diagnostics, not routine business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Weak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Observe without owning.</a:t>
            </a:r>
            <a:br/>
            <a:r>
              <a:t>• Prevent long-lived registries retaining short-lived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WeakMethod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Store bound callbacks safely.</a:t>
            </a:r>
            <a:br/>
            <a:r>
              <a:t>• Avoid keeping observer instances alive.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Common leaks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Global lists.</a:t>
            </a:r>
            <a:br/>
            <a:r>
              <a:t>• Caches without eviction.</a:t>
            </a:r>
            <a:br/>
            <a:r>
              <a:t>• Stored exceptions.</a:t>
            </a:r>
            <a:br/>
            <a:r>
              <a:t>• Background task 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Exception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Tracebacks retain frames and locals.</a:t>
            </a:r>
            <a:br/>
            <a:r>
              <a:t>• Store summaries instead of raw errors long term.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Result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In-memory results need bounds or TTL.</a:t>
            </a:r>
            <a:br/>
            <a:r>
              <a:t>• Production backends need cleanup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BoundedRetentionStore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Keep newest entries.</a:t>
            </a:r>
            <a:br/>
            <a:r>
              <a:t>• Evict oldest entries beyond capacity.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Instance dictionaries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Normal instances usually have __dict__.</a:t>
            </a:r>
            <a:br/>
            <a:r>
              <a:t>• Flexibility carries memory overhead.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__slots__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Fixed attributes reduce per-instance overhead.</a:t>
            </a:r>
            <a:br/>
            <a:r>
              <a:t>• Useful for high-volume internal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slots and inheritance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Every subclass must cooperate.</a:t>
            </a:r>
            <a:br/>
            <a:r>
              <a:t>• A child without slots can reintroduce __dict__.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slots plus __dict__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Allow wrapper metadata when required.</a:t>
            </a:r>
            <a:br/>
            <a:r>
              <a:t>• Trade some memory for compatibility.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Frozen dataclasses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Immutable snapshots prevent observer mutation.</a:t>
            </a:r>
            <a:br/>
            <a:r>
              <a:t>• Historical records stay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TaskEvent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slots plus frozen.</a:t>
            </a:r>
            <a:br/>
            <a:r>
              <a:t>• Compact immutable lifecycle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TaskResultSnapshot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Immutable state observation.</a:t>
            </a:r>
            <a:br/>
            <a:r>
              <a:t>• Internal store remains mutable.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sys.getsizeof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Measures shallow size.</a:t>
            </a:r>
            <a:br/>
            <a:r>
              <a:t>• Does not include all nested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tracemalloc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Trace Python allocations.</a:t>
            </a:r>
            <a:br/>
            <a:r>
              <a:t>• Compare snapshots across workload.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MemorySnapshotSession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Capture baseline.</a:t>
            </a:r>
            <a:br/>
            <a:r>
              <a:t>• Run workload.</a:t>
            </a:r>
            <a:br/>
            <a:r>
              <a:t>• Inspect largest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Leak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Reproduce.</a:t>
            </a:r>
            <a:br/>
            <a:r>
              <a:t>• Baseline.</a:t>
            </a:r>
            <a:br/>
            <a:r>
              <a:t>• Repeat.</a:t>
            </a:r>
            <a:br/>
            <a:r>
              <a:t>• Compare.</a:t>
            </a:r>
            <a:br/>
            <a:r>
              <a:t>• Find referrers.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Allocator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Freed Python objects may not reduce OS RSS immediately.</a:t>
            </a:r>
            <a:br/>
            <a:r>
              <a:t>• Allocator can retain arenas for reuse.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Process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CPU pools multiply interpreter memory.</a:t>
            </a:r>
            <a:br/>
            <a:r>
              <a:t>• Measure worker process footprint.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 extension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only after profiling.</a:t>
            </a:r>
            <a:br/>
            <a:r>
              <a:t>• Keep native boundary small.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Reference ownership in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New reference must be decref'd.</a:t>
            </a:r>
            <a:br/>
            <a:r>
              <a:t>• Borrowed reference must not be decref'd.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 API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Set Python exception.</a:t>
            </a:r>
            <a:br/>
            <a:r>
              <a:t>• Return NULL on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GIL release in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Only while no Python API or objects are accessed.</a:t>
            </a:r>
            <a:br/>
            <a:r>
              <a:t>• Native code must be independently thread-safe.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Module 3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3: CPython Internals and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Reason about memory retention.</a:t>
            </a:r>
            <a:br/>
            <a:r>
              <a:t>• Profile before optimizing.</a:t>
            </a:r>
            <a:br/>
            <a:r>
              <a:t>• Respect native safety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02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37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ptos"/>
              </a:defRPr>
            </a:pPr>
            <a:r>
              <a:t>Structural subtyping, generics, lifecycle composition, and extension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Type hints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Communicate intended contracts.</a:t>
            </a:r>
            <a:br/>
            <a:r>
              <a:t>• Support static analysis and refactoring.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Runtime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Type hints do not validate untrusted data.</a:t>
            </a:r>
            <a:br/>
            <a:r>
              <a:t>• Validate environment and messages explicitly.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Describe required behavior.</a:t>
            </a:r>
            <a:br/>
            <a:r>
              <a:t>• Avoid mandatory inheritance.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Structural subtyping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Compatible shape matters.</a:t>
            </a:r>
            <a:br/>
            <a:r>
              <a:t>• Implementation class hierarchy can remain independent.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runtime_checkable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Allow isinstance protocol checks.</a:t>
            </a:r>
            <a:br/>
            <a:r>
              <a:t>• Checks are shallow, not semantic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EventSink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Synchronous event consumer contract.</a:t>
            </a:r>
            <a:br/>
            <a:r>
              <a:t>• Useful for lightweight observers.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LifecyclePlugin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name.</a:t>
            </a:r>
            <a:br/>
            <a:r>
              <a:t>• start.</a:t>
            </a:r>
            <a:br/>
            <a:r>
              <a:t>• stop.</a:t>
            </a:r>
            <a:br/>
            <a:r>
              <a:t>• on_event.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ResultBackend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Create and transition task result state.</a:t>
            </a:r>
            <a:br/>
            <a:r>
              <a:t>• Support replacement storage implementations.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ResultTransformer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Transform typed input to typed output.</a:t>
            </a:r>
            <a:br/>
            <a:r>
              <a:t>• Preserve relationships with generics.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TypeVar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Represent related varying types.</a:t>
            </a:r>
            <a:br/>
            <a:r>
              <a:t>• Identity transforms preserve input 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Generic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TaskReceipt[T].</a:t>
            </a:r>
            <a:br/>
            <a:r>
              <a:t>• TaskResultSnapshot[T].</a:t>
            </a:r>
            <a:br/>
            <a:r>
              <a:t>• Task[P, R].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ParamSpec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Preserve callable parameter shapes.</a:t>
            </a:r>
            <a:br/>
            <a:r>
              <a:t>• Useful for decorators and task wrappers.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Context manager returns its concrete type.</a:t>
            </a:r>
            <a:br/>
            <a:r>
              <a:t>• Useful for fluent lifecycle APIs.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TypeAlias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Name complex unions.</a:t>
            </a:r>
            <a:br/>
            <a:r>
              <a:t>• RegisteredTask combines async and CPU task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Any restraint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at dynamic boundaries only.</a:t>
            </a:r>
            <a:br/>
            <a:r>
              <a:t>• Convert to strong internal types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PluginRegistry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Own plugin registration.</a:t>
            </a:r>
            <a:br/>
            <a:r>
              <a:t>• Start forward.</a:t>
            </a:r>
            <a:br/>
            <a:r>
              <a:t>• Stop reverse.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Plugin startup 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If later plugin fails, stop earlier started plugins.</a:t>
            </a:r>
            <a:br/>
            <a:r>
              <a:t>• Avoid partial resource leaks.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Plugin shutdown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Collect shutdown errors.</a:t>
            </a:r>
            <a:br/>
            <a:r>
              <a:t>• Expose lifecycle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Plugin event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Publish immutable events.</a:t>
            </a:r>
            <a:br/>
            <a:r>
              <a:t>• Keep execution and observability separate.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Plugin failure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Event failures do not alter task outcome.</a:t>
            </a:r>
            <a:br/>
            <a:r>
              <a:t>• Count diagnostics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ConsoleEventPlugin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Readable local lifecycle output.</a:t>
            </a:r>
            <a:br/>
            <a:r>
              <a:t>• Useful during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InMemoryEventPlugin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Collect events for tests.</a:t>
            </a:r>
            <a:br/>
            <a:r>
              <a:t>• Use only with bounded lifetime.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Decorator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Wrap result backend.</a:t>
            </a:r>
            <a:br/>
            <a:r>
              <a:t>• Add metrics without changing backend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CountingResultBackend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Count created, running, retrying, terminal transitions.</a:t>
            </a:r>
            <a:br/>
            <a:r>
              <a:t>• Delegate actual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Dependency inversion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Depend on ResultBackend protocol.</a:t>
            </a:r>
            <a:br/>
            <a:r>
              <a:t>• Do not hard-code storage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Context manager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Start related resources.</a:t>
            </a:r>
            <a:br/>
            <a:r>
              <a:t>• Guarantee shutdown in reverse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PulseQueueRuntime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Own app, broker, worker, plugins, result backend.</a:t>
            </a:r>
            <a:br/>
            <a:r>
              <a:t>• Provide one operational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Configuration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Environment becomes typed settings.</a:t>
            </a:r>
            <a:br/>
            <a:r>
              <a:t>• Runtime receives validated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Extension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Small contracts.</a:t>
            </a:r>
            <a:br/>
            <a:r>
              <a:t>• Explicit lifecycle.</a:t>
            </a:r>
            <a:br/>
            <a:r>
              <a:t>• Clear ownership.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Static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mypy or pyright catch incompatible contracts.</a:t>
            </a:r>
            <a:br/>
            <a:r>
              <a:t>• Run in 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Module 4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Module 4: Protocols, Typing, Plugins, and Design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Design extensible systems without fragile inheritance.</a:t>
            </a:r>
            <a:br/>
            <a:r>
              <a:t>• Compose behavior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02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37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ptos"/>
              </a:defRPr>
            </a:pPr>
            <a:r>
              <a:t>From decorated task definition to result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Capstone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PulseQueue is an educational task framework.</a:t>
            </a:r>
            <a:br/>
            <a:r>
              <a:t>• It exposes real architectural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Application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PulseQueue owns task registry.</a:t>
            </a:r>
            <a:br/>
            <a:r>
              <a:t>• Decorators make task intent explicit.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Async task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@app.task wraps async def.</a:t>
            </a:r>
            <a:br/>
            <a:r>
              <a:t>• Worker runs it on event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CPU task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@app.cpu_task wraps def.</a:t>
            </a:r>
            <a:br/>
            <a:r>
              <a:t>• Worker runs it in process pool.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queue.task_name is stable operational name.</a:t>
            </a:r>
            <a:br/>
            <a:r>
              <a:t>• Names support routing and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Retries.</a:t>
            </a:r>
            <a:br/>
            <a:r>
              <a:t>• Timeouts.</a:t>
            </a:r>
            <a:br/>
            <a:r>
              <a:t>• Backoff.</a:t>
            </a:r>
            <a:br/>
            <a:r>
              <a:t>•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Decorator runs during module import.</a:t>
            </a:r>
            <a:br/>
            <a:r>
              <a:t>• Registry rejects duplicates.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Application validates signature.</a:t>
            </a:r>
            <a:br/>
            <a:r>
              <a:t>• Broker creates envelope and receipt.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Envelope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Task ID.</a:t>
            </a:r>
            <a:br/>
            <a:r>
              <a:t>• Task name.</a:t>
            </a:r>
            <a:br/>
            <a:r>
              <a:t>• Args.</a:t>
            </a:r>
            <a:br/>
            <a:r>
              <a:t>• Kwargs.</a:t>
            </a:r>
            <a:br/>
            <a:r>
              <a:t>• Timestamp.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Bounded queue provides backpressure.</a:t>
            </a:r>
            <a:br/>
            <a:r>
              <a:t>• Result backend owns state transitions.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Worker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Start plugins.</a:t>
            </a:r>
            <a:br/>
            <a:r>
              <a:t>• Start process pool.</a:t>
            </a:r>
            <a:br/>
            <a:r>
              <a:t>• Start consumer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Consumer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Get broker item.</a:t>
            </a:r>
            <a:br/>
            <a:r>
              <a:t>• Handle stop signal.</a:t>
            </a:r>
            <a:br/>
            <a:r>
              <a:t>• Execute envelope.</a:t>
            </a:r>
            <a:br/>
            <a:r>
              <a:t>• Always task_done.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Task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Worker looks up task by stable name.</a:t>
            </a:r>
            <a:br/>
            <a:r>
              <a:t>• Envelope carries data, not function object.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Async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Call Task coroutine.</a:t>
            </a:r>
            <a:br/>
            <a:r>
              <a:t>• Apply timeout.</a:t>
            </a:r>
            <a:br/>
            <a:r>
              <a:t>• Await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CPU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Submit function to process pool.</a:t>
            </a:r>
            <a:br/>
            <a:r>
              <a:t>• Apply timeout around awaiting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Success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Mark succeeded.</a:t>
            </a:r>
            <a:br/>
            <a:r>
              <a:t>• Publish task.succeeded.</a:t>
            </a:r>
            <a:br/>
            <a:r>
              <a:t>• Wake receipt holders.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Failure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Mark failed after retry exhaustion.</a:t>
            </a:r>
            <a:br/>
            <a:r>
              <a:t>• Publish task.failed.</a:t>
            </a:r>
            <a:br/>
            <a:r>
              <a:t>• Raise TaskFailureError to receipt caller.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Retry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Mark retrying.</a:t>
            </a:r>
            <a:br/>
            <a:r>
              <a:t>• Publish task.retrying.</a:t>
            </a:r>
            <a:br/>
            <a:r>
              <a:t>• Sleep backoff.</a:t>
            </a:r>
            <a:br/>
            <a:r>
              <a:t>• Start next attempt.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Cancellation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Mark cancelled.</a:t>
            </a:r>
            <a:br/>
            <a:r>
              <a:t>• Publish task.cancelled.</a:t>
            </a:r>
            <a:br/>
            <a:r>
              <a:t>• Re-raise CancelledError.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Receipt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Read snapshot anytime.</a:t>
            </a:r>
            <a:br/>
            <a:r>
              <a:t>• Await final terminal state.</a:t>
            </a:r>
            <a:br/>
            <a:r>
              <a:t>• Return or raise based on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Result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InMemoryResultStore default.</a:t>
            </a:r>
            <a:br/>
            <a:r>
              <a:t>• Protocol allows durable replacement.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Event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Observe immutable event stream.</a:t>
            </a:r>
            <a:br/>
            <a:r>
              <a:t>• Do not control task result by default.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Runtime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PulseQueueRuntime owns lifecycle.</a:t>
            </a:r>
            <a:br/>
            <a:r>
              <a:t>• async with guarantees cleanup.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Typed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Concurrency.</a:t>
            </a:r>
            <a:br/>
            <a:r>
              <a:t>• Queue capacity.</a:t>
            </a:r>
            <a:br/>
            <a:r>
              <a:t>• CPU processes.</a:t>
            </a:r>
            <a:br/>
            <a:r>
              <a:t>• Shutdown timeout.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Structured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JSON logs for operations.</a:t>
            </a:r>
            <a:br/>
            <a:r>
              <a:t>• Include task and worker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Health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Runtime state.</a:t>
            </a:r>
            <a:br/>
            <a:r>
              <a:t>• Queue state.</a:t>
            </a:r>
            <a:br/>
            <a:r>
              <a:t>• Worker counters.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inspect.</a:t>
            </a:r>
            <a:br/>
            <a:r>
              <a:t>• check-config.</a:t>
            </a:r>
            <a:br/>
            <a:r>
              <a:t>• run.</a:t>
            </a:r>
            <a:br/>
            <a:r>
              <a:t>• submit-local.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Serialization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JSON envelopes.</a:t>
            </a:r>
            <a:br/>
            <a:r>
              <a:t>• No pickle for untrusted message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Non-root process.</a:t>
            </a:r>
            <a:br/>
            <a:r>
              <a:t>• Grace period exceeds shutdown timeout.</a:t>
            </a:r>
            <a:br/>
            <a:r>
              <a:t>• Healthcheck validates app import.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Known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Broker is process-local.</a:t>
            </a:r>
            <a:br/>
            <a:r>
              <a:t>• Cross-process submission needs durable transport.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Capstone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Capstone: PulseQueue Architecture and End-to-End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Reader can extend individual layers.</a:t>
            </a:r>
            <a:br/>
            <a:r>
              <a:t>• Architecture supports future durable broker replacement.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02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37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ptos"/>
              </a:defRPr>
            </a:pPr>
            <a:r>
              <a:t>Durability, idempotency, observability, deployment, and failure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In-memory broker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Restart loses queued messages.</a:t>
            </a:r>
            <a:br/>
            <a:r>
              <a:t>• Separate processes do not share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Durable broker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Persist task messages.</a:t>
            </a:r>
            <a:br/>
            <a:r>
              <a:t>• Coordinate producers and worker fleet.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Producer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Validate task call.</a:t>
            </a:r>
            <a:br/>
            <a:r>
              <a:t>• Serialize message.</a:t>
            </a:r>
            <a:br/>
            <a:r>
              <a:t>• Publish to shared transport.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Worker fleet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Consume from durable queue.</a:t>
            </a:r>
            <a:br/>
            <a:r>
              <a:t>• Acknowledge intentionally.</a:t>
            </a:r>
            <a:br/>
            <a:r>
              <a:t>• Scale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Delivery 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At-most-once.</a:t>
            </a:r>
            <a:br/>
            <a:r>
              <a:t>• At-least-once.</a:t>
            </a:r>
            <a:br/>
            <a:r>
              <a:t>• Exactly-once is difficult.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At-least-once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Message can redeliver after worker crash.</a:t>
            </a:r>
            <a:br/>
            <a:r>
              <a:t>• Tasks must tolerate duplicates.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Idempotency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Same business outcome despite repeated execution.</a:t>
            </a:r>
            <a:br/>
            <a:r>
              <a:t>• Use stable operation keys.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Acknowledgement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Acknowledge after durable outcome.</a:t>
            </a:r>
            <a:br/>
            <a:r>
              <a:t>• Early acknowledgement risks task loss.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Visibility timeout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Broker lease controls redelivery.</a:t>
            </a:r>
            <a:br/>
            <a:r>
              <a:t>• Too short duplicates; too long delays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Dead-letter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Store permanently unprocessable messages.</a:t>
            </a:r>
            <a:br/>
            <a:r>
              <a:t>• Support inspection and controlled replay.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Message schema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Producers and workers evolve independently.</a:t>
            </a:r>
            <a:br/>
            <a:r>
              <a:t>• Include schema_version.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Serialization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JSON, MessagePack, Protobuf, or Avro.</a:t>
            </a:r>
            <a:br/>
            <a:r>
              <a:t>• Validate before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No pickle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Pickle can execute code on deserialization.</a:t>
            </a:r>
            <a:br/>
            <a:r>
              <a:t>• Never trust external pickle payloads.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Payload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Prevent oversized messages.</a:t>
            </a:r>
            <a:br/>
            <a:r>
              <a:t>• Store large data externally and pass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Secrets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Do not put credentials in task payloads.</a:t>
            </a:r>
            <a:br/>
            <a:r>
              <a:t>• Use secret managers and least privilege.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Encrypt producer-broker and worker-broker links.</a:t>
            </a:r>
            <a:br/>
            <a:r>
              <a:t>• Protect command channel.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Separate producer and worker credentials.</a:t>
            </a:r>
            <a:br/>
            <a:r>
              <a:t>• Restrict publish and consume rights.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Queue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Separate latency-sensitive, CPU-heavy, and risky integration work.</a:t>
            </a:r>
            <a:br/>
            <a:r>
              <a:t>• Tune per queue.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Rate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Bound external calls.</a:t>
            </a:r>
            <a:br/>
            <a:r>
              <a:t>• Respect 429 and provider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Circuit breakers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Fail fast when dependency is unhealthy.</a:t>
            </a:r>
            <a:br/>
            <a:r>
              <a:t>• Avoid retry storms.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Jitter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Spread distributed retries.</a:t>
            </a:r>
            <a:br/>
            <a:r>
              <a:t>• Prevent synchronized retry spikes.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Submitted.</a:t>
            </a:r>
            <a:br/>
            <a:r>
              <a:t>• Completed.</a:t>
            </a:r>
            <a:br/>
            <a:r>
              <a:t>• Failed.</a:t>
            </a:r>
            <a:br/>
            <a:r>
              <a:t>• Retried.</a:t>
            </a:r>
            <a:br/>
            <a:r>
              <a:t>• Queue lag.</a:t>
            </a:r>
            <a:br/>
            <a:r>
              <a:t>• Duration.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Structured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stable fields.</a:t>
            </a:r>
            <a:br/>
            <a:r>
              <a:t>• Avoid secrets and raw sensitive payloads.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Distributed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Carry trace context in message.</a:t>
            </a:r>
            <a:br/>
            <a:r>
              <a:t>• Link request, task, and dependency spans.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Can worker accept work now?</a:t>
            </a:r>
            <a:br/>
            <a:r>
              <a:t>• Check broker and critical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Liveness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Is process alive?</a:t>
            </a:r>
            <a:br/>
            <a:r>
              <a:t>• Keep simpler than readiness.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Graceful deployment shutdown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Stop consuming.</a:t>
            </a:r>
            <a:br/>
            <a:r>
              <a:t>• Drain or cancel.</a:t>
            </a:r>
            <a:br/>
            <a:r>
              <a:t>• Exit before orchestrator deadline.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Load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Measure throughput, p95 latency, queue lag, RSS, retry volume.</a:t>
            </a:r>
            <a:br/>
            <a:r>
              <a:t>• Test failure scenarios.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Back up durable state.</a:t>
            </a:r>
            <a:br/>
            <a:r>
              <a:t>• Document restore and replay.</a:t>
            </a:r>
            <a:br/>
            <a:r>
              <a:t>• Review non-idempotent replays.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Go-live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Security.</a:t>
            </a:r>
            <a:br/>
            <a:r>
              <a:t>• Reliability.</a:t>
            </a:r>
            <a:br/>
            <a:r>
              <a:t>• Observability.</a:t>
            </a:r>
            <a:br/>
            <a:r>
              <a:t>• Capacity.</a:t>
            </a:r>
            <a:br/>
            <a:r>
              <a:t>• Runbooks.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Production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Operations, Security, and Distributed Production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Framework patterns are ready.</a:t>
            </a:r>
            <a:br/>
            <a:r>
              <a:t>• Durable infrastructure remains deliberate engineering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02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3756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ptos"/>
              </a:defRPr>
            </a:pPr>
            <a:r>
              <a:t>Troubleshooting, API reference, memory guide, and engineering 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Project file tree.</a:t>
            </a:r>
            <a:br/>
            <a:r>
              <a:t>• Purpose of each package module.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Public API reference.</a:t>
            </a:r>
            <a:br/>
            <a:r>
              <a:t>• Application, runtime, worker, receipt, settings.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Concurrency decision guide.</a:t>
            </a:r>
            <a:br/>
            <a:r>
              <a:t>• Async I/O versus thread versus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Async failure and cancellation cookbook.</a:t>
            </a:r>
            <a:br/>
            <a:r>
              <a:t>• Queue and shutdown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CPython memory and profiling cheat sheet.</a:t>
            </a:r>
            <a:br/>
            <a:r>
              <a:t>• Reference counts, cycles, slots, tracemalloc.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Protocols, generics, and static analysis reference.</a:t>
            </a:r>
            <a:br/>
            <a:r>
              <a:t>• Type-safe extension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 extension safety checklist.</a:t>
            </a:r>
            <a:br/>
            <a:r>
              <a:t>• References, errors, GIL,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Appendix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Production readiness checklist.</a:t>
            </a:r>
            <a:br/>
            <a:r>
              <a:t>• Durable messaging and distributed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Appendix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Troubleshooting guide.</a:t>
            </a:r>
            <a:br/>
            <a:r>
              <a:t>• Symptoms, causes, diagnostics,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Appendix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Consolidated source listing.</a:t>
            </a:r>
            <a:br/>
            <a:r>
              <a:t>• Final corrected framework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Confirm virtual environment.</a:t>
            </a:r>
            <a:br/>
            <a:r>
              <a:t>• Verify pulsequeue.__file__.</a:t>
            </a:r>
            <a:br/>
            <a:r>
              <a:t>• Use editable install.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event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Do not call asyncio.run inside a running loop.</a:t>
            </a:r>
            <a:br/>
            <a:r>
              <a:t>• Use await from async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task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Inspect registered task names.</a:t>
            </a:r>
            <a:br/>
            <a:r>
              <a:t>• Ensure task modules are imported.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Inspect task.signature.</a:t>
            </a:r>
            <a:br/>
            <a:r>
              <a:t>• Use keyword-only configuration clearly.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queue hangs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Every get requires task_done.</a:t>
            </a:r>
            <a:br/>
            <a:r>
              <a:t>• Inspect unfinished task 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retries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Check attempt and max_attempts.</a:t>
            </a:r>
            <a:br/>
            <a:r>
              <a:t>• Check retryable exception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cancellation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finally for cleanup.</a:t>
            </a:r>
            <a:br/>
            <a:r>
              <a:t>• Re-raise CancelledError.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CPU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module-level functions.</a:t>
            </a:r>
            <a:br/>
            <a:r>
              <a:t>• Pass pickleable arguments and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process startup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__main__ guard.</a:t>
            </a:r>
            <a:br/>
            <a:r>
              <a:t>• Avoid top-level runtime startup.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serialization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Restrict values to JSON-compatible types.</a:t>
            </a:r>
            <a:br/>
            <a:r>
              <a:t>• Convert dates and sets deliberately.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Check registry startup.</a:t>
            </a:r>
            <a:br/>
            <a:r>
              <a:t>• Inspect event_delivery_failures.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tracemalloc.</a:t>
            </a:r>
            <a:br/>
            <a:r>
              <a:t>• Find long-lived references.</a:t>
            </a:r>
            <a:br/>
            <a:r>
              <a:t>• Bound retention.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Troubleshooting native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Install compiler toolchain.</a:t>
            </a:r>
            <a:br/>
            <a:r>
              <a:t>• Reinstall editable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Engineering habit: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Profile before optimizing.</a:t>
            </a:r>
            <a:br/>
            <a:r>
              <a:t>• Benchmark representative workloads.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Engineering habit: isolate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Separate broker, worker, result, and plugin responsibilities.</a:t>
            </a:r>
            <a:br/>
            <a:r>
              <a:t>• Keep contracts narrow.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Engineering habit: validate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Validate at boundaries.</a:t>
            </a:r>
            <a:br/>
            <a:r>
              <a:t>• Make invalid states fail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Engineering habit: test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Test exceptions, retries, cancellation, and shutdown.</a:t>
            </a:r>
            <a:br/>
            <a:r>
              <a:t>• Do not test only success.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Engineering habit: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Document delivery guarantees.</a:t>
            </a:r>
            <a:br/>
            <a:r>
              <a:t>• Document retry and shutdown semantics.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Engineering habit: observe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Logs, metrics, health, traces, and runbooks.</a:t>
            </a:r>
            <a:br/>
            <a:r>
              <a:t>• Operational clarity is a feature.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Final learning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Understand Python runtime architecture.</a:t>
            </a:r>
            <a:br/>
            <a:r>
              <a:t>• Build maintainable concurrent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Aptos"/>
              </a:defRPr>
            </a:pPr>
            <a:r>
              <a:t>Series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3385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Aptos"/>
              </a:defRPr>
            </a:pPr>
            <a:r>
              <a:t>Appendices and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ptos"/>
              </a:defRPr>
            </a:pPr>
            <a:r>
              <a:t>• Use advanced features deliberately.</a:t>
            </a:r>
            <a:br/>
            <a:r>
              <a:t>• Prefer clear boundaries over accidental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Aptos"/>
              </a:defRPr>
            </a:pPr>
            <a:r>
              <a:t>289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