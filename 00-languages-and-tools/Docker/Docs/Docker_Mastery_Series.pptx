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DOCKER MASTERY</a:t>
            </a:r>
          </a:p>
          <a:p>
            <a:pPr algn="ctr">
              <a:spcBef>
                <a:spcPts val="2000"/>
              </a:spcBef>
              <a:defRPr sz="2000">
                <a:solidFill>
                  <a:srgbClr val="505050"/>
                </a:solidFill>
              </a:defRPr>
            </a:pPr>
            <a:r>
              <a:t>Containerize Anything From Zero to Production</a:t>
            </a:r>
            <a:br/>
            <a:br/>
            <a:r>
              <a:t>A Comprehensive Multi-Part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Series Overview — What You Will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From absolute beginner to confident container orchestrator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The Journey: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1. Understand why containers exist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2. Run containers on your machine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3. Build custom container images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4. Manage data and networking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5. Orchestrate multi-container apps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6. Prepare for production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7. Debug and optimize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8. Implement security workflows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9. Scale with orchestration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Outcome: Design, build, and deploy containerized applications in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Who This Series Is For: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Developers tired of "works on my machine" problems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System administrators modernizing application delivery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DevOps engineers building container workflows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Students learning modern infrastructure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Freelancers needing consistent deployments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Prerequisites: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Basic command-line familiarity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Some programming experience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Understanding of web applications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No prior Docker experience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What You'll Build — The Ultimate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Components: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Reverse Proxy Container (Nginx)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Frontend Container (React / Vue.js)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Backend API Container (Node / Python / Go)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Database Container (PostgreSQL / MySQL)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Named Volumes for Persistence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User-Defined Bridge Network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CI/CD Pipeline (GitHub Actions)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Container Registry (Docker Hub / GHCR)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Complete production-ready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1: The Core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Why Containers and How They Run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Topics: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Environment drift and deployment friction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Virtual machines vs containers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Namespaces and cgroups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Docker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Installing Docker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Images, containers, and layers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Container lifecycle management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Port mapping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Hands-On Lab: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Launch isolated Nginx container, map ports, experiment with lifecycle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1: Core Concepts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Problem: "It works on my machine"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Solution: Consistent environments through containers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Virtual Machines: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Heavy, full OS, slow boot, strong isolation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Containers: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Lightweight, shared kernel, fast boot, process isolation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Under the Hood: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Namespaces: Isolated view of system resources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Cgroups: Limit and account for resource usage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Docker Stack: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Client → Daemon → containerd → runc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1: Essential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Run Containers: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-d --name web nginx:alpine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-it ubuntu:22.04 bash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Manage Lifecycle: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start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stop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pause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rm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Inspect: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ps -a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logs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inspect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stats web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2: Crafting Custom Production-Ready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Moving from "running someone else's image" to authoring your own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Topics: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Dockerfile anatomy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Key directives: FROM, WORKDIR, COPY, RUN, CMD, ENTRYPOINT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Build cache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Multi-stage builds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Image size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.dockerignore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Non-root users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Hands-On Lab: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Shrink 1GB image to under 100MB through iterative refactoring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2: Dockerfile Directives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FROM: Base image (use specific versions, never latest)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FROM python:3.11-slim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WORKDIR: Working directory for commands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WORKDIR /app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COPY: Copy files from build context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COPY requirements.txt 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COPY . 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RUN: Execute commands (chain with &amp;&amp; for fewer layers)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RUN apt-get update &amp;&amp; apt-get install -y python3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2: CMD vs ENTRYPOINT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CMD: Provides defaults, can be overridden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CMD ["python", "app.py"]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Override: docker run image python app2.py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ENTRYPOINT: Configures executable, cannot be overridden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ENTRYPOINT ["python"]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CMD ["app.py"]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Override: docker run image app2.py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Best Practice: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Use ENTRYPOINT for main executable, CMD for default args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2: Multi-Stage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Problem: Build tools and dev dependencies end up in production images</a:t>
            </a: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Solution: Separate build and runtime stages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Stage 1: Builder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FROM python:3.11-slim AS builder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COPY requirements.txt 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RUN pip install --user -r requirements.txt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Stage 2: Runtime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FROM python:3.11-slim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COPY --from=builder /root/.local /root/.local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COPY . 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CMD ["python", "app.py"]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Result: Dramatically smaller, more secure images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2: Build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Cache Optimization: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Order from least-changing to most-changing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Install dependencies before copying source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COPY requirements.txt .       # Changes rarely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RUN pip install -r requirements.txt   # Cached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COPY . .                      # Changes frequently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.dockerignore: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Exclude .git, node_modules, secrets, build artifacts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Prevent secrets from being baked into images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Base Images: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Alpine: ~5MB, minimal attack surface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Slim: ~50MB, reduced attack surface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Distroless: No package manager, no shell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3: Persistence and Networking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Making Containers Talk and Remember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Topics: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Ephemeral nature of containers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Volumes (named, anonymous)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Bind mounts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tmpfs mounts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Backup and restore volumes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Docker network drivers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User-defined bridge networks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DNS-based service discovery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Hands-On Lab: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Wire up backend API and persistent database on private bridge network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3: Storage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Volumes: Docker-managed, production persistence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volume create my-data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-v my-data:/data postgres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Bind Mounts: Host directory mounted, development hot-reload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-v $(pwd):/app node:18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tmpfs: In-memory, caches and secrets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--tmpfs /tmp:rw,size=100M nginx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Comparison: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Type          Managed By    Use Case        Persistence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Volume        Docker        Production      Yes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Bind Mount    User          Development     Yes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tmpfs         Docker        Caches          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3: Networking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Network Drivers: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bridge:   Default, isolated, single-host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host:     Uses host network, no isolation, performance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none:     No network, maximum isolation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overlay:  Multi-host, Swarm / Kubernetes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macvlan:  Assign MAC addresses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User-Defined Bridge Networks: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DNS resolution between containers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Better isolation than default bridge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Containers communicate by 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create app-net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--network app-net --name redis redis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--network app-net alpine ping redis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3: Network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Create and Manage: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create app-net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ls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inspect app-net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rm app-net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Connect Containers: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connect app-net container1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disconnect app-net container1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Test Connectivity: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exec container1 ping container2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exec container1 nslookup redis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exec container1 curl http://api:5000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4: Multi-Container Systems with Docker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From verbose commands to declarative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Topics: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Compose file structure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Service definitions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Environment variables and .env files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Dependencies and health checks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Volumes and networks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Profiles for different environments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Hot reload in development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Hands-On Lab: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Bring up full three-tier stack with docker compose 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4: docker-compose.yml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version: '3.8'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services: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web: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image: nginx:alpine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ports: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- "8080:80"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networks: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- app-net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backend: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build: ./backend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environment: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- DB_HOST=postgres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depends_on: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postgres: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condition: service_healthy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postgres: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image: postgres:15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volumes: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- pg-data:/var/lib/postgresql/data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healthcheck: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test: ["CMD-SHELL", "pg_isready"]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volumes: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pg-data: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networks: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app-net: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4: Docker Compose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Start and Stop: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up -d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down -v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ps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Logs and Debug: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logs -f backend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exec backend bash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Build and Update: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build --no-cache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pull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restart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Scale: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up -d --scale backend=3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4: Environment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.env File: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NODE_ENV=production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DB_PASSWORD=secret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PORT=3000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Profiles: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services: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app: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profiles: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- production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- development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adminer: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profiles: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- dev-tools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--profile dev-tools up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Overrides: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docker-compose.override.yml (development)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docker-compose.prod.yml (production)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5: Security, Performance, and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From "it works" to "it's safe, fast, and reliable"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Topics: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Security hardening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Resource limits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Production logging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Health checks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Graceful shutdown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CI/CD pipeline (GitHub Actions)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Vulnerability scanning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Hands-On Lab: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Harden an unsafe container, add resource limits, wire up GitHub Actions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5: 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Non-Root User: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RUN addgroup -S appgroup &amp;&amp; adduser -S appuser -G appgroup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USER appuser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Read-Only Filesystem: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services: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app: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read_only: true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tmpfs: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- /tmp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Drop Capabilities: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cap_drop: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- ALL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cap_add: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- NET_BIND_SERVICE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Seccomp: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--security-opt seccomp=default.json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5: Resource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CPU Limits: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deploy: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resources: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limits: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cpus: '1.5'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reservations: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cpus: '0.5'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Memory Limits: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deploy: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resources: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limits: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memory: 512M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reservations: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  memory: 256M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Ulimits: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ulimits: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nofile: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soft: 65536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hard: 65536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Prevent noisy neighbors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5: Health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HTTP Check: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healthcheck: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test: ["CMD", "curl", "-f", "http://localhost/health"]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interval: 30s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timeout: 5s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retries: 3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start_period: 10s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TCP Check: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healthcheck: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test: ["CMD-SHELL", "pg_isready -U appuser"]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Custom Check: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healthcheck: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test: ["CMD", "python", "-c", "..."]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Use in Dependencies: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depends_on: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db: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condition: service_healthy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5: Production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Log to stdout/stderr (12-Factor):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import sys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logging.basicConfig(stream=sys.stdout)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logger.info("Application started")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Structured Logging (JSON):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{"timestamp":"2024-01-15","level":"INFO","message":"Started"}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Log Drivers: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logging: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driver: "json-file"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options: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max-size: "10m"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max-file: "3"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 compress: "true"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Alternatives: fluentd, syslog, awslogs, gelf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5: GitHub Actions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Workflow Stages: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1. Checkout code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2. Set up Docker Buildx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3. Cache Docker layers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4. Build images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5. Run tests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6. Security scan (Trivy)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7. Login to registry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8. Build and push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9. Deploy to staging / production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Multi-Platform Builds: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platforms: linux/amd64, linux/arm64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Security Scanning: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trivy image --severity HIGH,CRITICAL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grype --fail-on high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6: Debugging, Optimization, and Daily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Topics: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Debugging mindset and systematic approach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Container inspection commands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Common issues and solutions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Performance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Logging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Resource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Daily operations checklist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Hands-On Lab: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Debug a broken multi-container setup, fix issues using logs and inspect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6: Debugging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Container Status: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ps -a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inspect container-name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Logs: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logs -f --tail 100 container-name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logs --since 30m container-name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Inside Container: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exec -it container-name /bin/bash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exec container-name ps aux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exec container-name env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exec container-name netstat -tulpn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Resources: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stats --no-stream container-name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top container-name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6: Common Issues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Container Exits Immediately: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Check logs: docker logs container-name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Check command: docker inspect --format='{{.Config.Cmd}}'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Port Already Allocated: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Find: docker ps --filter "publish=8080"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Kill: docker stop conflicting-container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OOM Killed (Exit Code 137):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Check: docker inspect --format='{{.State.OOMKilled}}'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Increase memory: docker update --memory 1G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Permission Issues: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Check user: docker exec container-name id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Fix ownership: sudo chown -R 1001:1001 /path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6: 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Image Size: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multi-stage builds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slim / alpine base images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Clean package manager caches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.dockerignore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Build Time: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Order layers for caching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BuildKit: DOCKER_BUILDKIT=1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cache mounts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Resource Usage: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Set CPU / memory limits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connection pooling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Monitor with docker stats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Network: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host network for performance-critical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user-defined bridge for service discovery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7: Security Fundamentals and Registry-Centric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Topics: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Image signing with Cosign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Software Bill of Materials (SBOM)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Advanced secrets management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Registry strategies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Tagging best practices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Continuous scanning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Policy enforcement (OPA)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Hands-On Lab: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Build CI pipeline that builds, scans, tags, and pushes images to registry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7: Image Signing with Cosign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Generate Keys: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cosign generate-key-pair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Build and Sign: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build -t ghcr.io/user/app:v1.0.0 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push ghcr.io/user/app:v1.0.0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cosign sign --key cosign.key ghcr.io/user/app:v1.0.0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Verify: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cosign verify --key cosign.pub ghcr.io/user/app:v1.0.0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In CI/CD: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cosign sign --key env://COSIGN_PRIVATE_KEY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Trust but verify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7: SBOM and Secrets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SBOM (Software Bill of Materials):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syft image:latest -o spdx-json &gt; sbom.json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List all components and dependencies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Essential for compliance and auditing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Secrets Management: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Docker Secrets (Swarm): /run/secrets/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HashiCorp Vault: Centralized secret store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AWS Secrets Manager: Cloud-native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Environment Variables: Only for non-sensitive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• Secret Files: Mounted at runtime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Never bake secrets into images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7: Registry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Registry Options: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Docker Hub (public, official images)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GitHub Container Registry (GHCR) (GitHub integration)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AWS ECR (AWS deployments)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Google Artifact Registry (GCP)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Azure Container Registry (Azure)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Harbor (self-hosted)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JFrog Artifactory (enterprise)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Tagging Strategy: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Semantic versioning: v1.0.0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Environment: stable, staging, production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Git reference: main-abc123, pr-42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Date: 2024-01-15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Promotion Workflow: Develop → Staging → Production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8: Toward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When Single-Host Docker Isn't Enough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Topics: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Why orchestration exists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Docker Swarm concepts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Kubernetes concepts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Mapping Docker to orchestration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Scaling, high availability, rolling updates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Self-healing, service discovery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Hands-On Lab: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Deploy to Swarm or Kubernetes playground, scale services, observe management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8: Orchestration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Why Orchestration: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Scale beyond one machine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High availability (no single point of failure)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Zero-downtime deployments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Self-healing (restart failed containers)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Resource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Pets vs Cattle: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Pets: Named, nursed, replaced with care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Cattle: Numbered, replaced when sick, no big deal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Containers should be cattle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Swarm: Simpler, Docker-native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Kubernetes: Industry standard, more features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8: Docker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Initialize: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swarm init --advertise-addr 192.168.1.100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Join Workers: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swarm join --token SWMTKN-... 192.168.1.100:2377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Deploy Service: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service create --name web --replicas 3 --publish 8080:80 nginx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service scale web=5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service update --image nginx:1.25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service rollback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Stack Deploy: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stack deploy -c docker-compose.swarm.yml myapp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stack services myapp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stack rm myapp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Part 8: Kubernetes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Core Resources: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Pod:              Smallest unit (one or more containers)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Deployment:       Desired state (replicas, updates)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Service:          Stable access point (load balancing)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Ingress:          External HTTP/HTTPS routing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ConfigMap:        Configuration data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Secret:           Sensitive data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PersistentVolume: Storage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Commands: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kubectl apply -f deployment.yaml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kubectl get pods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kubectl scale deployment app --replicas=5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kubectl set image deployment/app app=image:v2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kubectl rollout undo deployment/app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Appendices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Appendix A: Docker Command Reference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Complete command reference organized by category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Appendix B: Dockerfile Reference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All Dockerfile instructions with examples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Appendix C: docker-compose.yml Reference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Complete Compose configuration reference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Appendix D: Common Docker Errors and Solutions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Troubleshooting guide for common issues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Appendix E: Docker Glossary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Complete terminology and acronym reference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Quick reference for daily use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Primers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Primer 1: Linux Fundamentals for Docker Users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Processes, signals, filesystem, permissions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Namespaces, cgroups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Essential Linux commands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Primer 2: Networking Fundamentals for Docker Users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OSI model, IP addressing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TCP/UDP, ports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DNS, Docker networks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Primer 3: Storage and Filesystem Fundamentals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Filesystem types, overlay2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Volumes, bind mounts, permissions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Primer 4: Security Fundamentals for Docker Users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Linux security features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Security hardening, best practices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Quick Command Reference — Containers &amp;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Containers: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-d --name web nginx:alpine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ps -a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logs -f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exec -it web bash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stop web &amp;&amp; docker rm web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Images: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build -t my-app .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images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rmi my-app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push myrepo/my-app:latest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Volumes: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volume create my-data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-v my-data:/data postgres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volume ls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volume prune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Quick Command Reference — Networks, Compose &amp;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Networks: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create app-net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ls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network inspect app-net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run --network app-net nginx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Compose: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up -d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down -v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logs -f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exec web bash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compose build --no-cache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System: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system df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system prune -a --volumes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info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docker version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Container Best Practices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Dockerfile: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specific base images (never latest)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Order layers for caching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multi-stage builds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Run as non-root user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Set health checks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Running: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Set resource limits (CPU / memory)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read-only filesystem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Drop unnecessary capabilities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seccomp profiles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Log to stdout / stderr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Compose: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environment variables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Define dependencies with health checks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named volumes for persistence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Use profiles for different environments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Production Security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Image: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From trusted source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Scanned for vulnerabilities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Minimal base image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Non-root user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No secrets in image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Signed (if applicable)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SBOM generated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Container: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Read-only filesystem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Capabilities dropped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Seccomp profile applied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Resource limits set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Health check defined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Environment: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Secrets via secrets system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SSL / TLS configured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Network isolation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Logging configured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Troubleshooting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1. Check Status: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ps -a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compose ps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2. Check Logs: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logs --tail 50 container-name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compose logs -f service-name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3. Check Details: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inspect container-name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stats container-name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4. Enter Container: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exec -it container-name /bin/bash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 b="1">
                <a:solidFill>
                  <a:srgbClr val="000000"/>
                </a:solidFill>
                <a:latin typeface="Courier New"/>
              </a:defRPr>
            </a:pPr>
            <a:r>
              <a:t>5. Check Resources: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system df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df -h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volume ls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     docker network ls</a:t>
            </a: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00000"/>
                </a:solidFill>
                <a:latin typeface="Courier New"/>
              </a:defRPr>
            </a:pPr>
            <a:r>
              <a:t>Be systematic. Logs are truth.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Foundation (Parts 0-1):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Understand containers vs VMs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Run and manage containers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Building (Parts 2-3):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Create custom images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Manage data and networking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Orchestration (Parts 4-5):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Docker Compose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Production readiness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Advanced (Parts 6-8):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Debugging and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Security and registry workflows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Orchestration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Reference (Appendices A-E, Primers 1-4):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Command references, glossary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Linux, networking, storage, security fundamentals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Your Docker Journey Continues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What You Can Build Now: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Complete web application stacks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Production-grade container images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Multi-service applications with Compose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CI/CD pipelines with security scanning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Registry workflows with signing and SBOM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Where to Go Next: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Build a real project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Contribute to open source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Get certified (DCA, CKA, CKAD)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Explore service mesh (Istio, Linkerd)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Learn GitOps (ArgoCD, Flux)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Master observability (Prometheus, Grafana)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Thank you for completing the Docker Mastery series!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Official Documentation: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docs.docker.com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kubernetes.io/docs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docs.docker.com/compose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Security Tools: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Trivy: aquasecurity.github.io/trivy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Grype: github.com/anchore/grype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Cosign: sigstore.dev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Learning: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Docker Curriculum: docker-curriculum.com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Play with Docker: play-with-docker.com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Kubernetes the Hard Way: github.com/kelseyhightower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Community: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Docker Community: docker.com/community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Kubernetes Slack: slack.k8s.io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• Stack Overflow: #docker, #kubernetes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Complete Series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Main Parts: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0: Introduction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1: Core Foundation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2: Custom Images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3: Persistence &amp; Networking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4: Docker Compose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5: Production Readiness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6: Debugging &amp; Operations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7: Security &amp; Registry Workflows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Part 8: Orchestration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Primers: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Primer 1: Linux Fundamentals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Primer 2: Networking Fundamentals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Primer 3: Storage Fundamentals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Primer 4: Security Fundamentals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Appendices: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A: Command Reference  |  B: Dockerfile Reference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  C: Compose Reference  |  D: Error Solutions  |  E: Glossary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000">
                <a:solidFill>
                  <a:srgbClr val="505050"/>
                </a:solidFill>
              </a:defRPr>
            </a:pPr>
            <a:r>
              <a:t>Docker Mastery: Containerize Anything From Zero to Production</a:t>
            </a:r>
            <a:br/>
            <a:br/>
            <a:r>
              <a:t>You've completed the journey from absolute beginner to confident container orchestrator.</a:t>
            </a:r>
            <a:br/>
            <a:br/>
            <a:r>
              <a:t>You can now:</a:t>
            </a:r>
            <a:br/>
            <a:r>
              <a:t>• Design containerized applications</a:t>
            </a:r>
            <a:br/>
            <a:r>
              <a:t>• Write production-quality Dockerfiles</a:t>
            </a:r>
            <a:br/>
            <a:r>
              <a:t>• Orchestrate multi-service applications</a:t>
            </a:r>
            <a:br/>
            <a:r>
              <a:t>• Debug container issues systematically</a:t>
            </a:r>
            <a:br/>
            <a:r>
              <a:t>• Implement CI/CD pipelines</a:t>
            </a:r>
            <a:br/>
            <a:r>
              <a:t>• Make informed security decisions</a:t>
            </a:r>
            <a:br/>
            <a:r>
              <a:t>• Speak Docker fluently</a:t>
            </a:r>
            <a:br/>
            <a:br/>
            <a:r>
              <a:t>Happy containerizing!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