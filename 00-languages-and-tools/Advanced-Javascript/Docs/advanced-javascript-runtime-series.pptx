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JavaScript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The minimum language foundation required for the advanced runtime series.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minimum language foundation required for the advanced runtime series.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javascript essentials.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Values and variables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Primitive values and objects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Functions and parameters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Arrays and object collections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Errors and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Prefer const when a binding is not reassigned.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let only when reassignment is necessary.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Validate values at module and API boundaries.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pure functions for deterministic transformations.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 examples with node.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Check expected values with strict assertions.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invalid inputs explicitly.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Confirm original objects remain unchanged when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Confusing const bindings with immutable objects.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Using loose equality accidentally.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Mutating shared nested objects.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Ignoring rejected promises later in the series.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Values feed functions.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Functions transform collections.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Modules define explicit boundaries.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Validation protects downstream layers.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a service object.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Validate its name and status.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Write a pure status selector.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Return a new object for status updates.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Primitive values are not objects.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Object spread is shallow.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Strict equality is preferred.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Modules make dependencies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Modern JavaScript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Modern syntax patterns used throughout the implementation.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Modern syntax patterns used throughout the implementation.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modern javascript syntax.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Template literals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Destructuring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Spread and rest syntax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Optional chaining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Nullish coalescing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Classes and private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object destructuring for options objects.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spread for explicit immutable updates.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?? when zero and false are valid values.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optional chaining for genuinely optional structure.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private fields to protect class invariants.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 each syntax example independently.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Compare shallow-copy references.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missing, null, zero, and false values.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private fields are not public properties.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Using || when zero is meaningful.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Assuming spread performs a deep copy.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Using arrow functions as object methods needing this.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Overusing classes where functions are clearer.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Syntax should clarify data flow.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Options objects make APIs extensible.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Private fields protect local invariants.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Dynamic imports create asynchronous boundaries.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a Service class.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a private status field.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Validate status assignments.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Expose a read-only summary getter.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Rest collects values.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Spread expands values.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Computed properties use square brackets.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Map and Set have specialized semantics.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Node.js and Project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The runtime, command-line, package, and filesystem foundation.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runtime, command-line, package, and filesystem foundation.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node.js and project tooling.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Node.js as a host runtime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The command line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package.json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npm scripts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Environment variables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Filesystem and HTTP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Set type to module in package.json.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explicit relative import extensions.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Validate environment variables at startup.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node:fs/promises for asynchronous files.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node:path for portable paths.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 node --version.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 npm scripts.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Read and write a JSON file.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Start and query a local HTTP server.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Stop the server with Ctrl+C.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Logging the entire process environment.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Concatenating untrusted filesystem paths.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Assuming fetch rejects on HTTP 500.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Calling process.exit before cleanup.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Bootstrap loads configuration.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Infrastructure adapters wrap host APIs.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Shared modules remain environment-neutral.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Process signals trigger shutdown.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a health endpoint.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Read PORT from the environment.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Return JSON for /live and /ready.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Close the server gracefully.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process.cwd is launch-location dependent.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import.meta.url identifies module location.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npm ci installs from the lockfile.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Exit code zero means success by convention.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Asynchronous JavaScript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Callbacks, promises, async functions, concurrency, cancellation, and timeouts.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Callbacks, promises, async functions, concurrency, cancellation, and timeouts.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asynchronous javascript foundations.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Synchronous versus asynchronous code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Callbacks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Promises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async and await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Promise combinators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AbortController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Timeouts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Wrap callback APIs in promises.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await for readable sequential workflows.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Promise.all for independent required work.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Promise.allSettled for partial results.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Pass AbortSignal through asynchronous layers.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Observe synchronous code before timer callbacks.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fulfilled and rejected promises.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Cancel a delayed operation.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a timeout aborts underlying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Using forEach with async callbacks.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Accidentally running independent work sequentially.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Racing without cancelling the losing operation.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Treating cancellation as a dependency failure.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Caller owns cancellation.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Workflow owns deadlines.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Services classify failures.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Boundaries preserve error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Build a dashboard refresh.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Load three services concurrently.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Preserve partial failures.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Cancel an older refresh when a new one starts.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Promises settle once.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await pauses one async function.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Promise.race does not cancel losers.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AbortController cannot be reset.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Scope, architecture, audience, and expectations for the complete series.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Scope, architecture, audience, and expectations for the complete series.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introduction.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JavaScript as a runtime platform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Architecture as responsibility boundaries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Concurrency and resilience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Functional and reactive design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Production-oriented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Build the Runtime Monitor application.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Separate UI, state, services, and infrastructure.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cancellation and failure policies.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Measure and verify each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the project workspace.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 the first demonstration.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Keep a working copy per phase.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Compare observed behavior with predictions.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Treating advanced syntax as advanced engineering.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Skipping verification steps.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Hiding required implementation in references.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Optimizing without measurement.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UI displays state.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Workflows coordinate operations.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Resilience protects dependencies.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Runtime behavior supports every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Draw the final architecture.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Identify each layer's responsibility.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List likely dependency failures.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Define what must be observable.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Part 1 explains execution.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Part 2 explains asynchronous scheduling.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Part 3 explains state and composition.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Part 4 explains production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Engine Mechanics and Execution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How JavaScript creates contexts, resolves names, and executes functions.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How JavaScript creates contexts, resolves names, and executes functions.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engine mechanics and execution context.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Global execution context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Function execution context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Creation and execution phases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Call stack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Lexical environments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Hoisting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Trace nested function calls.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Compare var, let, and const.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Inspect lexical scope.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strict mode to expose unsafe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Predict declaration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 the call-stack laboratory.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temporal-dead-zone errors.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Compare declaration and expression timing.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Thinking hoisting literally moves source lines.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Reading let before initialization.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Confusing scope with execution order.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Assuming every declaration behaves alike.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Every function call creates local execution state.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Lexical scope determines name lookup.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The stack controls synchronous execution.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Context lifetime affects memory.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Draw stack frames for nested calls.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Predict output before execution.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Replace var with let.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Explain every ReferenceError.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Function declarations initialize early.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var initializes to undefined.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let and const have a temporal dead zone.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Modules execute in strict mode.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Closures and Lexical Environments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Functions that retain access to surrounding variables.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Functions that retain access to surrounding variables.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closures and lexical environments.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Closure creation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Lexical environment retention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Private state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Factory functions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Callback retention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Memory leaks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Build a private counter.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a configured tax calculator.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Return unsubscribe functions.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Remove retained callbacks from registries.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independent counters.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private state is inaccessible directly.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Register and remove a listener.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Inspect retained registrations.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Assuming all closures leak memory.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Capturing unnecessarily large objects.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Forgetting to unsubscribe.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Storing callbacks in long-lived collections.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Closures enable controlled encapsulation.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Owners must release retained callbacks.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Factories can replace dynamic this.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Lifecycle design controls memory lifetime.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Build a subscription factory.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Return an unsubscribe function.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a bounded listener registry.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that cleanup removes the callback.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 closure is function plus environment.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Each factory call can create independent state.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Reachability determines collection eligibility.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Cleanup contracts make ownership explicit.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this Binding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Implicit, explicit, hard, default, and constructor binding.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Implicit, explicit, hard, default, and constructor binding.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this binding.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Default binding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Implicit binding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Explicit binding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Hard binding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Constructor binding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Arrow-function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Call methods through objects.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Extract a method and observe failure.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call and apply.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bind for callback-safe methods.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Predict this from call sites.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Compare ordinary and arrow functions.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bind cannot be overridden.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constructor-created instances.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Assuming this is determined only by source location.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Passing unbound methods as callbacks.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Using arrow functions as object methods.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Trying to rebind arrow-function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Closure-based factories can avoid dynamic this.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Bound methods preserve callback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Explicit parameters can improve dependency visibility.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Classes combine prototype behavior with instance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Build a callback-safe logger.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Extract an object method.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Fix it with bind.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Rewrite it using a closure.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object.method gives object as this.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plain function calls use default binding.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new creates constructor binding.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arrows capture surrounding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Event Loop and Task 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Call stack, microtasks, tasks, timers, and host scheduling.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Call stack, microtasks, tasks, timers, and host scheduling.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event loop and task scheduling.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Call stack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Event loop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Microtask queue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Task queue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Timers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Rendering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Schedule Promise callbacks.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Schedule queueMicrotask callbacks.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Schedule zero-delay timers.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Record observed event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Predict synchronous output first.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microtasks before timers.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Observe nested microtasks.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Measure timer delay during blocking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Thinking zero-delay means immediate.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Creating infinite microtask chains.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Assuming browser and Node scheduling are identical.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Using timing accidents as application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Synchronous work owns the current stack.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Microtasks run before later tasks.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Host environments add scheduling phases.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Long tasks damage responsiveness.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Write an ordering prediction.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 the experiment.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a nested microtask.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Explain the final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Promise reactions are microtasks.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queueMicrotask schedules a microtask.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setTimeout schedules later work.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Current synchronous work cannot be interrupted.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Promise Concurrency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Coordinating independent asynchronous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Coordinating independent asynchronous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promise concurrency.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Promise.all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Promise.allSettled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Promise.race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Promise.any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Concurrency versus parallelism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Partial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 independent service calls together.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Preserve successful and failed panel results.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Race an operation against a deadline.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Select the first successful replica.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Compare sequential and concurrent duration.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result order.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all-settled outcome records.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AggregateError when any fails.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Using all when partial results matter.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Assuming race cancels losers.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Calling concurrency parallelism.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Starting too many operations at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Business meaning determines the combinator.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Independent panels can fail independently.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Concurrency limits protect dependencies.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Workflows decide whether failure is fatal.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Build a three-panel dashboard.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Make one service fail.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Preserve the other results.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a concurrency limit.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all requires every result.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allSettled waits for every outcome.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race returns first settlement.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any returns first fulfillment.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Cancellation and Deadlines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Stopping obsolete work with AbortController and timeouts.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Stopping obsolete work with AbortController and timeouts.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cancellation and deadlines.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AbortController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AbortSignal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AbortError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TimeoutError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Parent and child signals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Latest-request-wins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Pass signals through service layers.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Clear timers on success and cancellation.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Abort stale dashboard refreshes.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Cancel fetch requests at deadlines.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Cancel a long delay.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Abort an already-aborted operation.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cleanup after cancellation.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Distinguish timeout from user cancellation.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Creating hidden controllers everywhere.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Racing without cancelling underlying work.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Retrying AbortError.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Leaving abort listeners attached.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The caller owns cancellation intent.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Low-level operations honor signals.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Deadlines propagate through retries.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Cancellation is not an unexpected failure.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Build latest-request-wins search.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Cancel the previous request.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a request timeout.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stale results are ignored.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An AbortController cannot be reset.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AbortSignal.reason can preserve context.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Timeouts should stop underlying work.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Cancellation should usually be silent to users.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Functional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Pure functions, immutable data, composition, and controlled effects.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Pure functions, immutable data, composition, and controlled effects.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functional programming.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Pure functions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Side effects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Immutability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Higher-order functions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Composition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Reducers and selectors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Write deterministic transformations.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immutable nested updates.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Separate formatting from logging.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Compose small data-processing functions.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Call pure functions repeatedly.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Compare old and new references.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unrelated branches remain shared.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side effects at explicit boundaries.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Calling hidden global state from pure logic.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Mutating input arrays.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Combining too many responsibilities.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Using abstraction that obscures simple data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Pure core logic is easy to test.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Side effects live at boundaries.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Reducers calculate state transitions.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Selectors derive values without mutation.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a service selector pipeline.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validation as a transformation.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logging only at the boundary.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the original data remains unchanged.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Same input should produce same output.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Immutability means replacement, not no change.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Higher-order functions accept or return functions.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Composition connects small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Currying and Partial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Specialized functions created from general functions.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Specialized functions created from general functions.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currying and partial application.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Currying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Partial application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Configured functions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Function factories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Async pipelines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Reusable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Curry a multi-argument function.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Pre-fill service names and log levels.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configured request builders.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Compose asynchronous stages.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Call curried functions one argument at a time.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Call with grouped arguments.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specialized functions reuse fixed values.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async stages preserve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Currying functions with unclear argument meaning.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Adding abstraction without reuse.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Losing useful stack-trace clarity.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Confusing partial application with composition.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Factories make policies reusable.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Configured functions expose dependencies.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Partial application can simplify service construction.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Async pipelines preserve explicit stage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Curry a request URL builder.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Partially apply a log formatter.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Build an async data pipeline.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validation to each stage.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Currying creates a sequence of calls.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Partial application fixes selected arguments.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Both techniques create reusable functions.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them when they improve clarity.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Proxy, Reflect, and Reactivity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Intercepting state operations and notifying subscribers.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Intercepting state operations and notifying subscribers.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proxy, reflect, and reactivity.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Proxy targets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Proxy traps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Reflect operations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Validation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Reactive state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Subscriptions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Validate property writes with a Proxy.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Delegate ordinary operations through Reflect.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Notify subscribers after actual changes.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Return unsubscribe functions.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Reject invalid status assignments.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Reflect preserves normal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Observe state changes.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unsubscribe removes notifications.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Using Proxy as a substitute for architecture.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Forgetting nested objects are not automatically reactive.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Retaining subscribers forever.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Not preserving object invariants.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Proxy detects mutation boundaries.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Reflect delegates standard semantics.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Subscribers form lifecycle-owned resources.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Selectors derive view-ready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Build a validated service proxy.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a subscription API.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Batch synchronous notifications.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a destroy method.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get intercepts reads.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set intercepts writes.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deleteProperty intercepts deletion.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WeakMap can cache nested proxies.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Memory and Garbage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Reachability, mark-and-sweep, retention, and cleanup.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Reachability, mark-and-sweep, retention, and cleanup.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memory and garbage collection.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Heap memory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Garbage collection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Reachability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Mark-and-sweep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Retaining paths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Memory leaks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and remove listener registrations.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Own timers through resource scopes.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Bound caches and histories.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WeakMap for object metadata.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Compare registrations before and after close.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Inspect heap usage trends.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Take a heap snapshot.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Check cleanup contracts directly.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Assuming garbage collection fixes lifecycle design.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Leaving intervals active.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Keeping closures in global registries.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Creating unbounded caches.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Every resource has an owner.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Creation and destruction are paired.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Cleanup is part of a module API.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Memory behavior is observable and testable.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Build a resource scope.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Register an interval.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Close the scope.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no active registration remains.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Garbage collection is reachability-based.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Closures can retain objects.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WeakMap does not strongly retain object keys.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Explicit cleanup is usually clearer.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Performance 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Debouncing, throttling, batching, yielding, and rendering.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Debouncing, throttling, batching, yielding, and rendering.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performance scheduling.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Debouncing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Throttling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Batching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Yielding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DOM update control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Frame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Debounce search input.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Throttle high-frequency events.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Batch state notifications.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Yield during large workloads.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requestAnimationFrame for visual updates.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Confirm only the final debounced call runs.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Confirm throttle limits frequency.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Confirm many updates cause one render.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Measure long-task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Using debounce for continuous visual feedback.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Using throttle for search submission.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Forgetting cancel methods.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Assuming batching removes all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Frequency control protects responsiveness.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Batching reduces repeated renders.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Yielding lets other tasks run.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Scheduling belongs near the side-effect boundary.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Build a debounced search manager.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Build a throttled telemetry reporter.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Batch dashboard renders.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cancellation on teardown.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Debounce waits for quiet.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Throttle limits frequency.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Batching groups work.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Yielding protects responsiveness.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Retries and Backoff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Recovering from temporary failures without amplifying outages.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Recovering from temporary failures without amplifying outages.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retries and backoff.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Retryable errors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Maximum attempts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Exponential backoff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Jitter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Retry-After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Idempotency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Classify errors before retrying.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Calculate capped backoff.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full jitter.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Honor cancellation during retry delays.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Respect server retry guidance.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Retry a temporary failure.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Stop on a permanent error.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Stop at the maximum attempt count.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deterministic jitter with injected randomness.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Retrying every error.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Retrying forever.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Retrying unsafe non-idempotent operations.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Using immediate synchronized retries.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Retry policy belongs outside basic request logic.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Callers provide retry classification.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Deadlines bound the entire retry sequence.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Metrics expose retry exhaustion.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Build a retry helper.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Inject a deterministic clock.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Inject random values.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retry metrics and logs.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Retries should be selective.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Backoff reduces pressure.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Jitter prevents synchronization.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Timeout budgets include retry delays.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Circuit Breakers and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Stopping traffic to unhealthy dependencies and bounding resource usage.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Stopping traffic to unhealthy dependencies and bounding resource usage.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circuit breakers and capacity.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Closed circuit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Open circuit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Half-open circuit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Bulkheads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Concurrency limits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Rate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Count consecutive dependency failures.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Open the circuit at a threshold.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Allow a controlled half-open probe.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Limit active operations.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Reject excess queue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CLOSED to OPEN.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OPEN rejects immediately.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HALF_OPEN after cooldown.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successful probe closes the circuit.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bulkhead rejection.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Opening a circuit without recovery.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Allowing unlimited half-open probes.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Counting cancellation as dependency failure.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Letting one workload consume all capacity.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Circuit breakers protect dependencies.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Bulkheads protect the application.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Rate limits protect service contracts.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Capacity policies belong near dependency boundaries.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a circuit breaker.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state-transition logs.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a concurrency bulkhead.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dependency recovery.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Open means fail fast.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Half-open means probe recovery.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Bulkheads isolate capacity.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Concurrency and rate limits solve different problems.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Error Boundaries and Shutdown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Classifying failures, reporting them, and stopping safely.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Classifying failures, reporting them, and stopping safely.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error boundaries and shutdown.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Operational errors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Programming errors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Error boundaries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Unhandled rejection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Graceful shutdown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Process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structured error classes.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Preserve error causes.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Report failures without replacing originals.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Stop accepting work during shutdown.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Close timers, servers, and subscriptions.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local error handling.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reporting failure.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Send SIGINT to a running process.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readiness changes during shutdown.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Catching and ignoring errors.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Treating cancellation as an outage.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Continuing after an unsafe uncaught exception.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Calling process.exit before cleanup.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Local boundaries have the most context.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Application boundaries provide fallback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Process boundaries are final safety nets.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Shutdown is a lifecycle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Build an error boundary.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structured reporting.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Install SIGTERM handling.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a shutdown deadline.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Operational errors may recover.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Programming errors require correction.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Error reporting can fail too.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Shutdown must be idempotent.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Runtime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Definitions for execution, asynchronous, memory, performance, and architecture terms.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Definitions for execution, asynchronous, memory, performance, and architecture terms.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runtime glossary.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Execution context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Lexical environment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Closure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Event loop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Microtask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Garbage collection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Circuit breaker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the glossary during first encounters.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terms to runnable examples.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Record environment-specific meanings.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Keep a personal concept 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Define each term in plain language.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Give one code example per term.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Explain why the term matters architecturally.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Distinguish language from host APIs.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Memorizing names without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Using terms interchangeably.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Treating simplified diagrams as specifications.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Ignoring runtime differences.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Vocabulary enables design discussions.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Precise terms expose responsibility boundaries.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Shared definitions reduce operational confusion.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Definitions should connect to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flash cards.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Explain five terms to another developer.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Map terms to project files.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Write a glossary entry from an experiment.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 glossary supports learning.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 glossary is not a replacement for implementation.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Examples make definitions memorable.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Terms become useful when tied to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Promise and Async API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A practical lookup for promise and cancellation APIs.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A practical lookup for promise and cancellation APIs.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promise and async api reference.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Promise states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then, catch, finally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async and await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Promise combinators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AbortController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Async iteration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promises only when adapting callbacks.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Return values from promise handlers.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finally for cleanup.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Pass signals through requests.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fulfilled promises.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rejected promises.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Compare all, allSettled, race, and any.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cancellation and timeout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Forgetting to return a promise.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Leaving background promises unobserved.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Using race as cancellation.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Running too much work concurrently.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Promise APIs express workflow contracts.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Combinators encode business failure meaning.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Abort signals carry lifecycle intent.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Async iterators support incremental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Build a cancellable timeout helper.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a concurrency limiter.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an async iterator.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Write tests for all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 promise settles once.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await pauses one async function.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allSettled preserves every outcome.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AbortController is one-shot.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Event Loop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Scheduling details for stacks, microtasks, tasks, browsers, and Node.js.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Scheduling details for stacks, microtasks, tasks, browsers, and Node.js.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event loop reference.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Current task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Microtask checkpoint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Timer task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Node.js phases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process.nextTick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setImmediate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Build ordering laboratories.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Measure timer delay.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Yield between large batches.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Monitor event-loop delay.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Predict output order.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 the experiment.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Explain differences between hosts.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Identify starvation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Assuming unspecified ordering.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Creating endless microtasks.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Blocking the event loop.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Using nextTick as a general scheduler.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Scheduling choices affect responsiveness.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Long tasks delay every later callback.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Host-specific APIs belong in adapters.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CPU-heavy work may require workers.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Write a five-callback experiment.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Predict the output.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 it in Node.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Compare with browser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Synchronous code runs first.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Microtasks drain before later tasks.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Timers are minimum delays.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Node has host-specific phases.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this Binding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A decision guide for ordinary functions, arrows, methods, bind, and constructors.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A decision guide for ordinary functions, arrows, methods, bind, and constructors.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this binding reference.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Default binding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Implicit binding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Explicit binding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Hard binding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Constructor binding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Lexical arrow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Call methods through objects.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Extract and bind callbacks.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call and apply.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constructor instances.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Predict this from call syntax.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method extraction.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bound functions.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Compare ordinary and arrow functions.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Assuming source location determines this.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Using arrow object methods incorrectly.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Forgetting callbacks change call form.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Binding arrows and expecting a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Closure-based factories can avoid dynamic this.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Classes provide shared prototype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Explicit dependencies often improve testing.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Callback boundaries require intentional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Build a callback-safe service.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Break it through extraction.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Repair it with bind.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Rewrite it without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object.method uses object as this.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plain calls use default binding.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new creates constructor binding.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arrows cannot be rebound.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Testing and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How to test behavior, failures, cleanup, and integration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How to test behavior, failures, cleanup, and integration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testing and verification.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Unit tests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Integration tests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Assertions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Fixtures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doubles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Isolation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node:test.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node:assert/strict.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Inject clocks and dependencies.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cleanup contracts.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fakes instead of live networks.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 one test file.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 the full suite.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 coverage.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Filter by test name.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success and failure paths.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Not awaiting asynchronous tests.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Sharing mutable fixtures.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Asserting implementation details.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Using exact timing thresholds.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Pure modules need focused unit tests.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Boundaries need integration tests.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External systems need fakes or contract tests.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Cleanup is observable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Write tests for retry.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Write tests for a breaker.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Write a dashboard integration test.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a performance regression check.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Behavior-focused names survive refactoring.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Coverage is evidence, not proof.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Determinism matters.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Tests document operational contracts.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Browser and Node.js Differences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Language features, host APIs, lifecycle, security, and scheduling differences.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Language features, host APIs, lifecycle, security, and scheduling differences.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browser and node.js differences.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Language versus host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Browser DOM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Node process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Fetch and CORS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Workers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Streams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Keep domain logic environment-neutral.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Inject DOM and filesystem adapters.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browser rendering boundaries.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Node process and filesystem boundaries.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 shared logic in Node.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Serve browser modules over HTTP.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browser-specific adapters separately.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process shutdown.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Using document in shared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Exposing secrets in browser bundles.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Assuming CORS applies to Node fetch.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Assuming browser and Node event loops match.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Shared layer contains domain logic.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Browser layer contains UI and rendering.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Node layer contains server and process APIs.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Adapters isolate host differences.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Build a shared service summary.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Render it in a browser adapter.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Print it in a Node adapter.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the shared function in Node.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globalThis is portable.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document is browser-specific.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process is Node-specific.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Shared code should avoid host assumptions.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Performance Profiling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Measurement, CPU profiles, heap snapshots, event-loop diagnostics, and budgets.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Measurement, CPU profiles, heap snapshots, event-loop diagnostics, and budgets.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performance profiling.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Wall-clock time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CPU time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User timing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Benchmarks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Heap snapshots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Event-loop delay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Tail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Measure named workflow phases.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Warm up benchmark operations.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Generate CPU profiles.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Take heap snapshots.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Monitor event-loop delay.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Compare sequential and concurrent work.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Inspect self and total CPU time.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Compare heap snapshots.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Record p50 and p95 latency.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Optimizing without evidence.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Trusting one benchmark run.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Ignoring tail latency.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Treating heap usage alone as proof of a leak.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Instrumentation belongs across boundaries.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Metrics show frequency and severity.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Profiles identify local bottlenecks.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Budgets convert goals into checks.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Benchmark a selector.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user timing marks.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Generate a CPU profile.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Measure repeated-workload memory.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performance.now is monotonic.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p95 exposes tail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Self time excludes child calls.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Heap snapshots show retaining paths.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Resilience and Failure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Error classification, retries, circuit breakers, fallbacks, and graceful degradation.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Error classification, retries, circuit breakers, fallbacks, and graceful degradation.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resilience and failure handling.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Operational errors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Timeouts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Retry policy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Idempotency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Circuit breakers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Bulkheads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Fallbacks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typed error classes.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Classify retryable errors.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Apply backoff and jitter.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circuit states.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Bound concurrency and queues.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temporary failure recovery.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permanent failure stopping.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circuit transitions.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stale-cache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shutdown during active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Retrying every error.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Retrying unsafe writes.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Allowing unlimited capacity.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Returning stale data without labeling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Deadlines bound workflows.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Bulkheads protect application capacity.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Breakers protect dependencies.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Fallbacks preserve honest partial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Build a resilient service wrapper.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retry and breaker metrics.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a stale cache.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a dependency outage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Resilience bounds failure impact.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Cancellation is not failure.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Idempotency determines retry safety.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Circuit recovery requires half-open probes.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Correctness, security, deployment, observability, operations, and recovery.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Correctness, security, deployment, observability, operations, and recovery.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production readiness.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Configuration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Security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Observability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Health checks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Deployment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Incident response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Validate startup configuration.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Redact sensitive logs.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Expose liveness and readiness.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rollback procedures.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Document runbooks.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Build from a clean checkout.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 tests and coverage.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Check health endpoints.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graceful shutdown.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recovery procedures.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Treating documentation as evidence.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Publishing secrets in bundles.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Alerting on every expected failure.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Assuming backups are restorable.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Production readiness spans every layer.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Observability explains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Deployment and rollback are product capabilities.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Runbooks make ownership explicit.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Write a production checklist.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Add live and ready endpoints.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Create a dependency outage runbook.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Define latency and availability objectives.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Liveness asks if the process is alive.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Readiness asks if traffic is safe.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SLOs define targets.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RTO and RPO define recovery expectations.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Project Structure and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The complete project map, dependency direction, and verification commands.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Appendix 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complete project map, dependency direction, and verification commands.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Understand project structure and commands.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Connect the concept to runtime behavior.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Implement the pattern in complete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Verify behavior before moving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Directory responsibility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Module dependency direction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Runtime adapters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 organization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Diagnostics artifacts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Command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Implementation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Separate public, shared, runtime, and application code.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Mirror source responsibilities in tests.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Keep diagnostics out of version control.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 npm scripts for repeatable commands.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Representative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implementation should be complete, explicit, and independently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835640" cy="425196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function demonstrateFeature(input) {
  if (input === undefined) {
    throw new TypeError("input is required");
  }
  return {
    status: "verified",
    input
  };
}
console.log(demonstrateFeature({
  topic: "runtime behavior"
}));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Install with npm ci.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 npm test.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 coverage.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Start the server.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Query health endpoints.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Stop gracefully.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Circular module dependencies.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Environment-specific code in shared modules.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Missing scripts for required checks.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Untracked diagnostic artifacts.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Architecture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UI depends on workflows.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Workflows depend on domain and resilience.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Infrastructure adapters depend downward.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Tests verify each responsibility boundary.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Hands-On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Map every source file.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Identify each owner.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Run the complete verification sequence.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Write a README for a new developer.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289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Reference and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Appendix 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42519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Project structure communicates architecture.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Commands are part of the developer experience.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 lockfile supports reproducibility.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600" b="0">
                <a:solidFill>
                  <a:srgbClr val="000000"/>
                </a:solidFill>
                <a:latin typeface="Arial"/>
              </a:defRPr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Diagnostics may contain sensitive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290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0000"/>
                </a:solidFill>
                <a:latin typeface="Arial"/>
              </a:rPr>
              <a:t>Series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97180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Runtime mechanics, asynchronous control flow, functional design, reactivity, performance, resilience, testing, and production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6634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Advanced JavaScript: Runtime Engines, Optimization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291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