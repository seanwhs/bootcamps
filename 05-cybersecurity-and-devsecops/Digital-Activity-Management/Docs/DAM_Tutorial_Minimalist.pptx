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41414"/>
                </a:solidFill>
                <a:latin typeface="Helvetica Neue"/>
              </a:defRPr>
            </a:pPr>
            <a:r>
              <a:t>Guarding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  <a:latin typeface="Helvetica Neue"/>
              </a:defRPr>
            </a:pPr>
            <a:r>
              <a:t>A Practitioner's Guide to Database Activity Management (DAM)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INTRODUCTION &amp;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Guarding the Core: A Practitioner's Guide to Database Activity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Database icon with security shield overlay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"Complete DAM Tutorial Series" subtitle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Company logo (if applicable)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Presenter name and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Database Blind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Split screen showing: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Left: Traditional security stack (firewall, WAF, IAM)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Right: Database (unprotected)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"Blind Spot" highlighted in 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Traditional security protects the perimeter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Once inside, the database is often unprotected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Internal threats: 34% of all breaches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 injection: #1 web application attack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Average breach detection time: 277 days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"Raise your hand if your organization has ever experienced a database-related security incident."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A Complete DAM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Roadmap/mountain path showing 5 parts + appendices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Each part as a checkpoint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1: Foundations &amp; Audit Trail Setup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2: Interception &amp; Native Hooks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3: Real-Time Parsing &amp; Query Normalization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4: Behavioral Rules &amp; SQL Injection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5: Automated Remediation &amp; Incident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Appendices: API Reference, Deployment Guide, Primers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Complete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Layered architecture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Application Layer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Components Layer (Audit → Interception → Normalization → Detection → Response)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Database Layer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Storage Layer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- 5 integrated layers working together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- 2 languages: JavaScript (Postgres) + Python (SQLite)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source tools: Neon, Node.js, Python,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Production-ready code: Full error handling, security,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Who This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Three audience categories with checkmarks: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Developers (✓)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Engineers (✓)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DevOps/Infrastructure (✓)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Junior to Mid-Level Developers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DevOps Engineers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Engineers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Full-Stack Developers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Technical Leads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Basic programming (JavaScript/Python)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Basic SQL knowledge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Node.js and Python installed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expertise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Enterprise infrastructure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Commercial licenses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Open Source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Logos/names with brief descriptions: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Neon Serverless Postgres (cloud database)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SQLite (local database)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Node.js / 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Prometheus/Grafana (monitoring)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JSONL (audit storage)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Everything is free and open source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No commercial licenses needed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Works on Windows, macOS, Linux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Can be adapted to other databases/languages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How We'll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Timeline showing each part in sequence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Arrows showing dependencies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| Focus | Code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1 | Audit Foundation | AuditedPool, AuditedSQLite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2 | Interception | DriverInterceptor, NativeTrace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3 | Normalization | QueryNormalizer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4 | Detection | ThreatDetector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Part 5 | Response | IncidentResponder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Getting Ready to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 commands screenshot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Directory structure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Node.js v16+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Python 3.8+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VS Code (or preferred editor)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mkdir guarding-the-core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cd guarding-the-core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mkdir -p javascript/src javascript/tests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mkdir 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Neon Account (free tier):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Sign up at neon.tech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Create a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Get connection string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"Take 2 minutes to check your environment. Node --version? Python --version? If you're ready, give me a thumbs up."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Success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Terminal/console output showing: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Audited query 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 detection alerts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 response 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Demo (Live or Video):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Start the DAM 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Execute a normal query → Success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Execute a malicious query →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Show audit 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Show incident vault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Security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Flowchart showing: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Query → 2. Interception → 3. Normalization → 4. Detection → 5. Response → 6.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 → Interception → Normalization → Detection → Response →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│              │             │           │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▼              ▼             ▼           ▼          ▼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│     Application    "SELECT *    Pattern   Block/    Incident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Driver         FROM users   Matching  Allow     Vault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Native         WHERE '?'"   Heuristic Notify   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Frequency         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DAM Vocabulary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Terms with brief definitions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Icons for each concept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Term | Definition | Analogy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DAM | Database Activity Management | Security cameras for database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Audit Trail | Complete record of activities | Bank transaction log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Interception | Capturing queries | Security checkpoint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Normalization | Stripping literals to find patterns | Recognizing behavior, not details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Heuristics | Pattern-based detection | Security guard's intuition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Remediation | Automated response | Automatic security door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Are You Ready?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with all prerequisites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You should have: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Node.js installed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Python installed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Neon account (free tier)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editor ready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Terminal/command line access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You should know: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Basic JavaScript or 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What a SELECT query does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to run a 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❌ You don't need: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certifications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Enterprise infrastructure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Commercial licenses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Prior DAM experience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Part 1 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1 icon/thumbnail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Brief description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Part 1: Foundations &amp; The Audit Trail Setup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Build the AuditedPool (JavaScript)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Build the AuditedSQLite (Python)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Create audit tables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Log queries with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the audit 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Key Takeaway: Every query is logged with who, what, when, and where.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How Each Module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Four-part structure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The Target → What we're building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The Concept → Why it matters (with analogies)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The Implementation → Complete, copy-pasteable code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The Verification → How to test it works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API documentation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Deep dives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Performance considerations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question mark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Your contact information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questions do you have about the series?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specific database security challenges are you facing?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Any concerns about prerequisites?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PART 1 - FOUNDATIONS &amp;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1 opening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"Part 1 of 5"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Goal: Build a reliable, immutable audit-logging foundation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Databases: Neon (Postgres) +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Languages: JavaScript + 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Output: Complete audit logging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Security Camera Analogy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Bank vault with security cameras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Transaction log shown on screen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What is an Audit Trail?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Complete, chronological record of database activities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Who did what, when, where, and how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Successes AND failures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Why It Matters: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Investigate security incidents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Meet compliance requirements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Detect insider threats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Debug application issues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Understand data usage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Makes a Good Audit Trail?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Five pillars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Immutability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Completeness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Verifiability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Separation of Concerns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Property | Description | Why It Matters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Immutability | Cannot be modified or deleted | Prevents tampering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Completeness | Every query, success or failure | No blind spots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Verifiability | Structured, queryable data | Easy to investigate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Performance | Minimal impact on database | Doesn't slow applications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Separation | Stored separately from data | Survives database breach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Before → During →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Timeline showing three phases: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Before: Capture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During: Execute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After: Log result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THE AUDIT PIPELINE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Before    →   During    →   After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┌─────┐       ┌─────┐      ┌─────┐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Who  │       │     │      │Status│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When │       │Query│      │Error │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Where│       │     │      │Durat.│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└─────┘       └─────┘      └─────┘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Why Compliance Demands Audit Trails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Regulatory logos: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GDPR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HIPAA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PCI DSS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SOC 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SOX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Regulation | What It Requires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GDPR | Log all access to personal data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HIPAA | Track PHI access and modifications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PCI DSS | Monitor all cardholder data access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SOC 2 | Comprehensive security monitoring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SOX | Audit financial data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Common Requirements: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User identification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Timestamps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 access 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Tamper-proof storage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Retention policies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1.2: JavaScript Implementation (30 minutes)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Project Setup for Node.js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 commands screenshot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Directory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cd guarding-the-core/javascript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npm init -y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npm install pg dotenv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DATABASE_URL=postgresql://user:pass@neon-host/db?sslmode=require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javascript/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├── .env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├── package.json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├── src/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└── audited-pool.js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 tests/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 test-audited-pool.js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AuditedPool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with constructor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parts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import pkg from 'pg';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{ Pool } = pkg;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AuditedPool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constructor(connectionString, 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this.connectionString = connectionString;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this.pool = new Pool({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connectionString,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connectionTimeoutMillis: 5000,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max: 20,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this.auditTableInitialized = false;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Wraps PostgreSQL's Pool class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Stores connection string for reconnection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Configures connection timeout and max connections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Tracks whether audit table is created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Creating the Audit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 schema diagram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CREATE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`sql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CREATE TABLE IF NOT EXISTS dam_audit_logs 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 BIGSERIAL PRIMARY KEY,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query_text TEXT NOT NULL,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query_params JSONB,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duration_ms NUMERIC(10, 3),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user_id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user_ip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 TEXT NOT NULL,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error_message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timestamp TIMESTAMP WITH TIME ZONE DEFAULT CURRENT_TIMESTAMP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-- Indexes for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CREATE INDEX idx_dam_audit_logs_timestamp ON dam_audit_logs(timestamp);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CREATE INDEX idx_dam_audit_logs_user_id ON dam_audit_logs(user_id);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CREATE INDEX idx_dam_audit_logs_status ON dam_audit_logs(status);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Query Method (The Heart of Audit)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with detailed comments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 diagram showing before-during-after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query(text, params = [], userContext = { id: 'system', ip: 'unknown' 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1. Ensure audit table exists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this.initAuditTable();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2. Capture start time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startTime = performance.now();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status = 'SUCCESS';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errorMessage = null;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result = null;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3. Execute the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await this.pool.query(text, params);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result;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catch (error)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4. Capture failure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 = 'ERROR';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errorMessage = error.message;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throw error;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finally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5. Always log the result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durationMs = performance.now() - startTime;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this.logAudit({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query_text: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query_params: params,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duration_ms: durationMs,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user_id: userContext.id || 'system',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user_ip: userContext.ip || 'unknown',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status: status,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error_message: errorMessage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Writing Audit Entries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logAudit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Explanation of why we use a direct connection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logAudit(auditEntry)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Use a direct client to avoid recursion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client = await this.pool.connect();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client.query(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`INSERT INTO dam_audit_logs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(query_text, query_params, duration_ms, user_id, user_ip, status, error_message)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VALUES ($1, $2, $3, $4, $5, $6, $7)`,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[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auditEntry.query_text,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JSON.stringify(auditEntry.query_params || []),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auditEntry.duration_ms,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auditEntry.user_id,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auditEntry.user_ip,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auditEntry.status,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auditEntry.error_message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finally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client.release();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Also log to console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console.log(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[DAM AUDIT] ${new Date().toISOString()} |  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User: ${auditEntry.user_id} |  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Status: ${auditEntry.status} |  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Duration: ${auditEntry.duration_ms.toFixed(2)}ms |  +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Query: ${auditEntry.query_text.substring(0, 200)}...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Testing the AuditedPool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 output showing successful tests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for test 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tests/test-audited-pool.js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pool = new AuditedPool(process.env.DATABASE_URL);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Test 1: Normal query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await pool.query('SELECT NOW()', [], { id: 'test-user', ip: '127.0.0.1' 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Test 2: Failing query (should log error)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await pool.query('SELECT * FROM non_existent_table', [], { id: 'test-user', ip: '127.0.0.1' 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catch (error)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Expected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Test 3: Query with user context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await pool.query('SELECT $1::text as greeting', ['Hello, DAM!'],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'alice@example.com',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ip: '192.168.1.100'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Expected Console Output: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2024-01-15T10:00:00.000Z | User: test-user | Status: SUCCESS | Duration: 12.34ms | Query: SELECT NOW()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2024-01-15T10:00:00.100Z | User: test-user | Status: ERROR | Duration: 3.45ms | Query: SELECT * FROM non_existent_table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2024-01-15T10:00:00.200Z | User: alice@example.com | Status: SUCCESS | Duration: 8.90ms | Query: SELECT $1::text as greeting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JavaScript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 commands to run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Run the tests: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node tests/test-audited-pool.js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`sql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SELECT user_id, status, LEFT(query_text, 50) as query, duration_ms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FROM dam_audit_logs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ORDER BY timestamp DESC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LIMIT 10;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All queries are logged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User context is captured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Errors include error messages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Timestamps are correct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"Take 3 minutes to run the tests. If you see green, give me a thumbs up."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1.3: Python Implementation (30 minutes)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Project Setup for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Directory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Python file contents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python/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├── audited_sqlite.py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├── test_audited_sqlite.py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 main.py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audited_sqlite.py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import sqlite3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import time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from contextlib import contextmanager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from datetime import datetime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AuditedSQLite: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db_path: str):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self.db_path = db_path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self._init_audit_table()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SQLite Audit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SQLite schema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_init_audit_table(self):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with sqlite3.connect(self.db_path) as conn: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conn.execute("""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CREATE TABLE IF NOT EXISTS audit_logs 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 INTEGER PRIMARY KEY AUTOINCREMENT,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 TEXT NOT NULL,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duration_ms REAL,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timestamp DATETIME DEFAULT CURRENT_TIMESTAMP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Create indexes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conn.execute("CREATE INDEX IF NOT EXISTS idx_audit_timestamp ON audit_logs(timestamp)")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conn.execute("CREATE INDEX IF NOT EXISTS idx_audit_user ON audit_logs(user)")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conn.commit()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Transaction Context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with @contextmanager decorator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@contextmanager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transaction(self, query: str, user: str = "system"):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start = time.perf_counter()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 = sqlite3.connect(self.db_path)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cursor = conn.cursor()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 = "SUCCESS"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error_msg = None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yield cursor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conn.commit()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except Exception as 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conn.rollback()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 = "ERROR"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error_msg = str(e)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finally: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 = (time.perf_counter() - start) * 1000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cursor.execute(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INSERT INTO audit_logs (query, duration_ms, user, status, error)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VALUES (?, ?, ?, ?,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(query, duration, user, status, error_msg)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conn.commit()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conn.close()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print(f"[DAM AUDIT] {datetime.utcnow().isoformat()} | User: {user} | Status: {status} | Duration: {duration:.2f}ms | Query: {query}")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Convenience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for query(), query_one(), close()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query(self, query: str, params: tuple = (), user: str = "system"):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"""Execute a query and return all results as dictionaries."""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with self.transaction(query, user) as cursor: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cursor.execute(query, params)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columns = [description[0] for description in cursor.description]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[dict(zip(columns, row)) for row in cursor.fetchall()]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query_one(self, query: str, params: tuple = (), user: str = "system"):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"""Execute a query and return the first result."""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results = self.query(query, params, user)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results[0] if results else None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close(self):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"""Close the database connection."""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hasattr(self, '_local') and hasattr(self._local, 'connection'):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self._local.connection.close()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Testing the AuditedSQLite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Terminal output with test results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Python test 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test_audited_sqlite.py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db = AuditedSQLite(':memory:')  # In-memory for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Test 1: Create table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db.execute("CREATE TABLE test (id INTEGER, name TEXT)", user="admin")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Test 2: Insert data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db.execute("INSERT INTO test VALUES (1, 'Alice')", user="alice")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Test 3: Query data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results = db.query("SELECT * FROM test", user="alice")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print(results)  # [{'id': 1, 'name': 'Alice'}]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Test 4: Failing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db.execute("SELECT * FROM non_existent", user="test")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except sqlite3.Error as 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print(f"Expected error: {e}")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2024-01-15T10:00:00.000Z | User: admin | Status: SUCCESS | Duration: 2.50ms | Query: CREATE TABLE test...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2024-01-15T10:00:00.010Z | User: alice | Status: SUCCESS | Duration: 1.20ms | Query: INSERT INTO test...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2024-01-15T10:00:00.020Z | User: alice | Status: SUCCESS | Duration: 0.80ms | Query: SELECT * FROM test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[{'id': 1, 'name': 'Alice'}]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[DAM AUDIT] 2024-01-15T10:00:00.030Z | User: test | Status: ERROR | Duration: 0.50ms | Query: SELECT * FROM non_existent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Expected error: no such table: non_existent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Python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Commands to run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Run the tests: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test_audited_sqlite.py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sqlite3 test.db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sqlite&gt; SELECT user, status, LEFT(query, 50) as query, duration_ms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FROM audit_logs ORDER BY timestamp DESC LIMIT 10;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All queries are logged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User context is captured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Errors include error messages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Timestamps are correct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Side-by-Side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Split screen showing both implementations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Aspect | JavaScript (Neon) | Python (SQLite)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Language | Node.js | Python 3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Database | Neon (Postgres) | SQLite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Connection | Connection Pool | Direct/Thread-Local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Transaction | Manual (BEGIN/COMMIT) | Context Manager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Parameters | JSONB storage | JSON text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Error Handling | Try/Catch/Finally | Try/Except/Finally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completed items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Architecture diagram highlighting Part 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JavaScript: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AuditedPool class for Neon/Postgres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Automatic audit table creation with indexes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Comprehensive logging with user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Console output for immediate visibility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script verifying all functionality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Python: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AuditedSQLite class for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Thread-safe connection management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Context manager for transactions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Convenience methods (query, query_one)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 test suite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Audit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Step-by-step verification checklist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Run the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Check the database: Audit table has entries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Test user context: Queries are tagged with user IDs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Test error logging: Failed queries are logged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Test performance: Duration is recorded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6. Check console output: Real-time logging works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database connection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table creation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user context format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Review error handling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"Run the verification commands. If everything passes, give me a thumbs up. If something fails, what error are you seeing?"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question mark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Recap of key concepts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 trails are essential for security and compliance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The "before-during-after" logging pattern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Connection pooling and thread safety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Separate storage for audit 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Real-time vs. persistent logging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Why use a separate connection for audit logging?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does this handle high volume?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Can I add custom fields to audit logs?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about redacting sensitive data?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PART 2 - INTERCEPTION &amp; NATIVE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Catching Queries at Every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2 opening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"Part 2 of 5"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Goal: Capture queries at driver and native levels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Question: What if queries bypass our audit wrapper?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Solution: Multiple interception layers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Output: Complete query visibility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Gap in Application-Level Auditing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Flowchart showing: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Application → AuditedPool ✅ (logged)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Application → Raw Connection ❌ (not logged)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What We Covered in Part 1: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All queries through AuditedPool are logged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User context is captured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 details are recorded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What We Missed: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Queries through raw database connections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Queries from other applications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Queries from administrative tools (psql, pgAdmin)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Queries from compromised credentials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The Question: How do we catch these?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Interception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Three-layer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Application Layer (Part 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Driver Layer (Part 2 - JavaScript)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Native Layer (Part 2 - Python)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Application Layer (Part 1)         │ ← Queries through AuditedPool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User context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Business-aware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┌─────────────▼───────────────────────┐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Driver Layer (Part 2 - JS)         │ ← Queries through raw connections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Catches "shadow" queries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Driver-level visibility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┌─────────────▼───────────────────────┐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Native Layer (Part 2 - Python)     │ ← Queries from any source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Lowest-level capture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- Native C callback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Security Cameras + Motion Sensors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Office building with: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guards at main entrance (application layer)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Cameras on all doors (driver layer)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Motion sensors everywhere (native layer)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Layer | Analogy | What It Catches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Application | Security guards | Proper entrances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Driver | Security cameras | All entrances (including side doors)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Native | Motion sensors | Any movement anywhere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How PostgreSQL Communication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Protocol stack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Application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pg Library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Wire Protocol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PostgreSQL Server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Application → pg Library → Wire Protocol → PostgreSQL Server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│             │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│             │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Business      Driver      Network       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Logic         Layer       Layer          Engine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What We Intercept: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Application: Queries through AuditedPool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Driver: Queries at the pg library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Native: Queries at the PostgreSQL server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2.2: JavaScript Driver Interception (25 minutes)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DriverInterceptor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with DriverInterceptor class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parts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DriverInterceptor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constructor(db, 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this.db = db;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logAllQueries: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onQuery: null,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onError: null,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this.originalQuery = db.query.bind(db);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this.install();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install()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(this.db.constructor === Pool)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this.interceptPool();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else if (this.db.constructor === Client)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this.interceptClient(this.db);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Pool-Level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pool interceptor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interceptPool()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self = this;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pool = this.db;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Wrap the pool's query method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pool.query = async function(...args)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queryText = typeof args[0] === 'string' ? args[0] : args[0]?.text;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params = typeof args[0] === 'object' ? args[0]?.values : args[1];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Call interceptor callback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(self.options.onQuery)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self.options.onQuery(queryText, params, 'pool');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Log the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console.log([DRIVER INTERCEPTOR] Pool query: ${queryText});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Call original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self.originalQuery(...args);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Intercept new clients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originalConnect = pool.connect.bind(pool);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pool.connect = async function(...args)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client = await originalConnect(...args);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self.interceptClient(client);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client;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Intercepting Individual Clients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client interceptor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Explanation of WeakSet for tracking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interceptClient(client)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self = this;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originalClientQuery = client.query.bind(client);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Track intercepted clients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this.interceptedClients.add(client);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client.query = async function(...args)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queryText = typeof args[0] === 'string' ? args[0] : args[0]?.text;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params = typeof args[0] === 'object' ? args[0]?.values : args[1];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(self.options.onQuery)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self.options.onQuery(queryText, params, 'client');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console.log([DRIVER INTERCEPTOR] Client query: ${queryText});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originalClientQuery(...args);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Combining Application + Driver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EnhancedAuditedPool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Diagram of combined layers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EnhancedAuditedPool extends AuditedPool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constructor(connectionString, 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super(connectionString, options);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(this.enhancedOptions.enableDriverInterception)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this.installDriverInterceptor();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installDriverInterceptor()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underlyingPool = this.getUnderlyingPool();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this.driverInterceptor = new DriverInterceptor(underlyingPool,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onQuery: (queryText, params, source) =&gt;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Log through the audit 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this.logAudit({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query_text: [DRIVER] ${queryText},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query_params: params,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duration_ms: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user_id: 'driver-interceptor',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user_ip: 'internal',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status: 'INTERCEPTED'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Driver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scenarios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Test | Query Method | Intercepted?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1 | Through AuditedPool | ✅ Yes (both layers)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2 | Through raw connection | ✅ Yes (driver only)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3 | Through direct client | ✅ Yes (driver only)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4 | Deep driver call | ✅ Yes (driver only)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node tests/test-driver-interception.js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2.3: Python Native Interception (25 minutes)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SQLite's sqlite3_trace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with trace callback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Explanation of C-level interception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import sqlite3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audit_trace_callback(statement: str):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statement contains the fully expanded 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print(f"[FOSS INTERCEPTOR] Native statement: {statement}")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 = sqlite3.connect(":memory:")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conn.set_trace_callback(audit_trace_callback)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Now every query will trigger the callback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conn.execute("CREATE TABLE users (id INTEGER, name TEXT)")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conn.execute("INSERT INTO users VALUES (1, 'Alice')")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conn.execute("SELECT * FROM users WHERE id = ?", (1,))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Output: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[FOSS INTERCEPTOR] Native statement: CREATE TABLE users (id INTEGER, name TEXT)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[FOSS INTERCEPTOR] Native statement: INSERT INTO users VALUES (1, 'Alice')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[FOSS INTERCEPTOR] Native statement: SELECT * FROM users WHERE id = 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NativeInterceptor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 NativeInterceptor code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parts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NativeInterceptor: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connection: sqlite3.Connection):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 = connection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self._callback = None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self._original_trace = None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self._installed = False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set_callback(self, callback: Callable[[str], None]):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self._callback = callback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self._install()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_install(self):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self._installed: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trace_callback(sql: str):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self._callback: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self._callback(sql)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except Exception as 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print(f"[NATIVE INTERCEPTOR ERROR] Callback failed: {e}")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self.connection.set_trace_callback(trace_callback)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self._installed = True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uninstall(self):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self._installed: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self.connection.set_trace_callback(self._original_trace)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self._installed = False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Combining Application + Native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AuditedNativeSQLite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Diagram of combined layers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AuditedNativeSQLite: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db_path: str):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 = sqlite3.connect(db_path)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self.interceptor = None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enable_native_interception(self):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self.interceptor = NativeInterceptor(self.connection)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self.interceptor.set_callback(self._native_audit_callback)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_native_audit_callback(self, sql: str):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Log to audit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self.connection.execute(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"INSERT INTO native_audit_logs (sql_statement) VALUES (?)",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(sql,)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self.connection.commit()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print(f"[NATIVE AUDIT] {sql}")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execute(self, sql: str, params: tuple = ()):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Application-layer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print(f"[APP AUDIT] Executing: {sql}")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cursor = self.connection.execute(sql, params)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self.connection.commit()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cursor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Native Interception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scenarios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Test | Query Method | Intercepted?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1 | Through AuditedNativeSQLite | ✅ Yes (both layers)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2 | Direct connection.execute() | ✅ Yes (native only)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3 | Raw C-level query | ✅ Yes (native only)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4 | Multiple statements | ✅ Yes (native only)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test_native_interception.py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Python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Commands to run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Run the tests: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test_native_interception.py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test_audited_native_sqlite.py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All queries are intercepted at native level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Both application and native logs exist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Even queries that bypass the application layer are caught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`sql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SELECT sql_statement, captured_at FROM native_audit_logs ORDER BY captured_at DESC LIMIT 10;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Side-by-Side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Split screen showing both implementations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Aspect | JavaScript (Neon) | Python (SQLite)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Driver/Native | Driver-level (pg) | Native-level (sqlite3_trace)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Interception Point | Before wire protocol | At C-level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Coverage | All pg connections | All SQLite connections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Performance | Minimal overhead | Minimal overhead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Implementation | Method wrapping | Native callback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completed items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Architecture diagram highlighting Part 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JavaScript: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DriverInterceptor class for pg Pool and Client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EnhancedAuditedPool combining both layers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Multiple interception points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suite verifying interception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Python: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NativeInterceptor using sqlite3_trace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AuditedNativeSQLite combining layers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C-level interception (lowest possible)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Comprehensive test coverage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Interception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Step-by-step verification checklist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Run JavaScript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Run Python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Test raw connections: Queries through raw connections are caught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Test native layer: C-level queries are caught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Check audit logs: Both application and interception logs exist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6. Test bypass attempts: No query escapes capture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interceptor installation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callback registration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for recursion issues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Review error handling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question mark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Recap of key concepts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Multiple interception layers for defense-in-depth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Driver-level interception in PostgreSQL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Native-level interception in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Combining layers for complete coverage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Preventing interception bypass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does this affect performance?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Can I intercept at both driver and native layers in the same system?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about other database systems?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 I prevent interception bypass?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PART 3 - QUERY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Making Logs Useful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3 opening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"Part 3 of 5"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Goal: Transform verbose SQL into compact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Problem: Raw logs are verbose, unique, and hard to analyze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Solution: Query normalization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Output: Pattern-friendly, analyzable audit logs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Raw Logs Are a Mess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Two queries side-by-side showing different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Raw Logs: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1. SELECT * FROM users WHERE email = 'alice@example.com' AND age = 30;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2. SELECT * FROM users WHERE email = 'bob@example.com' AND age = 25;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The Problem: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These are structurally identical but look completely different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Storage is inefficient (redundant patterns)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Analysis is difficult (can't group by pattern)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Privacy concerns (data values in logs)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The Solution: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1. SELECT * FROM users WHERE email = '?' AND age = ?;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2. SELECT * FROM users WHERE email = '?' AND age = ?;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Stripping Literals, Revealing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Pipeline showing transformation: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Raw: SELECT * FROM users WHERE email = 'alice@example.com' AND age = 30;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Step 1: Remove string literals → 'alice@example.com' → '?'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Step 2: Remove numeric literals → 30 → 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Step 3: Collapse whitespace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Normalized: SELECT * FROM users WHERE email = '?' AND age = ?;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What It Does: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Replaces string literals with '?'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Replaces numeric literals with 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Removes comments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Collapses whitespace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Optional: Lowercase everything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Benefits of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Four benefit icons: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Compact Storage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Pattern Matching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Privacy Protection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Attack Detection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Benefit | Description | Impact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Compact Storage | Store patterns once, not every variation | 10-100x storage savings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Pattern Matching | Group identical query structures | Easy to analyze and detect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Privacy Protection | Data values are stripped | PII/PHI not stored in logs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Attack Detection | Recognize malicious patterns | SQL injection detection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Performance Analysis | Group by query type | Identify slow patterns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Anomaly Detection | Unusual patterns stand out | Detect new attack vectors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Step-by-Step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Flowchart showing each step: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Raw 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Remove Comments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String Literal Replacement ('hello' → '?')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Numeric Literal Replacement (123 →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UUID Literal Replacement (uuid → '?')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JSON Literal Replacement ({...} → '?')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6. IN Clause Normalization (1,2,3 → ?, ?,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7. Whitespace Collapse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8. Case Normalization (Optional)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Pattern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3.2: JavaScript Normalizer (25 minutes)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QueryNormalizer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methods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QueryNormalizer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caseInsensitive: false,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preserveComments: false,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normalizeInClauses: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normalize(sql)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normalized = sql;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(!this.options.preserveComments)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this.removeComments(normalized);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this.replaceStringLiterals(normalized);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this.replaceNumericLiterals(normalized);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this.replaceUuidLiterals(normalized);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this.replaceJsonLiterals(normalized);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(this.options.normalizeInClauses)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this.normalizeInClauses(normalized);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this.collapseWhitespace(normalized);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(this.options.caseInsensitive)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 = normalized.toLowerCase();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normalized.trim();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Replacing 'String Values'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replaceStringLiterals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 with before/after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replaceStringLiterals(sql)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Handle single-quoted strings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Pattern: 'hello' → '?'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Pattern: 'it''s' → '?' (escaped quotes)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result = sql.replace(/'[^']*(?:''[^']*)*'/g, "'?'");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Handle double-quoted identifiers (don't replace)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We temporarily mark them and restore later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identifiers = [];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result.replace(/"[^"]*"/g, (match) =&gt;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identifiers.push(match);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__IDENTIFIER_${identifiers.length - 1}__;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Restore identifiers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identifiers.forEach((id, index) =&gt;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result.replace(__IDENTIFIER_${index}__, id);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result;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email = 'alice@example.com'");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email = '?'"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name = 'O''Brien'");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name = '?'"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Replacing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replaceNumericLiterals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 with before/after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replaceNumericLiterals(sql)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Match: 123, 123.45, 1.23e+4, -123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sql.replace(/\b-?\d+(?:\.\d+)?(?:[eE][+-]?\d+)?\b/g, '?');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products WHERE price &gt; 100 AND stock &lt; 50");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products WHERE price &gt; ? AND stock &lt; ?"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id = -123");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id = ?"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sales WHERE amount = 1.23e+4");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sales WHERE amount = ?"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Normalizing IN Clauses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normalizeInClauses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 with before/after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normalizeInClauses(sql)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Find IN (1, 2, 3) and normalize to IN (?, ?,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sql.replace(/\bIN\s*\(([^)]*)\)/gi, (match, contents) =&gt;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items = contents.split(',').filter(item =&gt; item.trim().length &gt; 0);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(items.length &gt; 1)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placeholders = items.map(() =&gt; '?').join(', 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IN (${placeholders});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match;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id IN (1, 2, 3, 4, 5)");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id IN (?, ?, ?, ?, ?)"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id IN (1)");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id IN (1)"  // Not normalized for single item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Cleaning Up Formatting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collapseWhitespace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 with before/after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collapseWhitespace(sql)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.replace(/\s+/g, ' ')          // Multiple spaces → single 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.replace(/\s*\(\s*/g, '(')     // Remove spaces around 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.replace(/\s*\)\s*/g, ')')     // Remove spaces around 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.replace(/\s*,\s*/g, ', ')     // Normalize comma spacing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.replace(/\s*=\s*/g, ' = ')    // Normalize = spacing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.trim();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normalize("SELECT\n  *\nFROM\n  users\nWHERE\n  id = 123");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id = ?"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normalize("SELECT * FROM users WHERE id=123 AND name='Alice'");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// → "SELECT * FROM users WHERE id = ? AND name = '?'"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Generating Query Fingerprints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fingerprint method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Explanation of SHA-256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fingerprint(normalized)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crypto = require('crypto');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crypto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.createHash('sha256')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.update(normalized)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.digest('hex')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.substring(0, 16);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normalized1 = "SELECT * FROM users WHERE email = '?' AND age = ?";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normalized2 = "SELECT * FROM users WHERE email = '?' AND age = ?";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fp1 = normalizer.fingerprint(normalized1);  // "a1b2c3d4e5f67890"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fp2 = normalizer.fingerprint(normalized2);  // "a1b2c3d4e5f67890"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They match! Same structure → Same fingerprint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Group identical query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Detect structural changes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Quick pattern matching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Efficient storage and lookup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cases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Test Cases: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Input | Expected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id = 1 | SELECT * FROM users WHERE id = ?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email = 'alice@example.com' | SELECT * FROM users WHERE email = '?'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id IN (1, 2, 3) | SELECT * FROM users WHERE id IN (?, ?, ?)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SELECT\n*FROM\nusers\nWHERE id=1 | SELECT * FROM users WHERE id = 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node tests/test-normalizer.js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3.3: Python Normalizer (25 minutes)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Python Normalizer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methods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QueryNormalizer: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options: Optional[NormalizationOptions]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 = options or NormalizationOptions()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self._compile_patterns()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_compile_patterns(self):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self.string_literal_pattern = re.compile(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r"'[^']*(?:''[^']*)*'",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re.DOTALL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self.numeric_pattern = re.compile(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r'\b-?\d+(?:\.\d+)?(?:[eE][+-]?\d+)?\b'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self.in_clause_pattern = re.compile(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r'\bIN\s*\(([^)]*)\)',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re.IGNORECASE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self.whitespace_pattern = re.compile(r'\s+')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Python Normalization Transformations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key methods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_replace_string_literals(self, sql: str) -&gt; str: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Protect double-quoted identifiers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identifiers = []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protect_identifier(match):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identifiers.append(match.group(0))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f'__IDENTIFIER_{len(identifiers) - 1}__'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protected_sql = re.sub(r'"[^"]*"', protect_identifier, sql)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protected_sql = self.string_literal_pattern.sub("'?'", protected_sql)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Restore identifiers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for idx, identifier in enumerate(identifiers):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protected_sql = protected_sql.replace(f'__IDENTIFIER_{idx}__', identifier)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protected_sql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_replace_numeric_literals(self, sql: str) -&gt; str: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self.numeric_pattern.sub('?', sql)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_collapse_whitespace(self, sql: str) -&gt; str: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self.whitespace_pattern.sub(' ', sql)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result.replace(' (', '(')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result.replace('( ', '(')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result.replace(' )', ')')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result.replace(') ', ')')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result = re.sub(r'\s*=\s*', ' = ', result)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result.strip()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Testing Python Normalizer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cases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Test Cases: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Input | Expected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id = 1 | SELECT * FROM users WHERE id = ?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email = 'alice@example.com' | SELECT * FROM users WHERE email = '?'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id IN (1, 2, 3) | SELECT * FROM users WHERE id IN (?, ?,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test_normalizer.py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🧪 Testing Query Normalizer...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📝 Test 1: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Raw:   SELECT * FROM users WHERE id = 1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Norm:  SELECT * FROM users WHERE id = 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Storing Normalized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Extended audit table schema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normalized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Extended Audit Table: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ALTER TABLE dam_audit_logs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ADD COLUMN normalized_query 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ADD COLUMN query_fingerprint VARCHAR(32),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ADD COLUMN placeholder_count INTEGER;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JavaScript Integration: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In logAudit()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normalizedQuery = this.normalizer.normalize(rawQuery);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fingerprint = this.normalizer.fingerprint(normalizedQuery);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placeholderCount = this.normalizer.countPlaceholders(normalizedQuery);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client.query(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`INSERT INTO dam_audit_logs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(query_text, normalized_query, query_fingerprint, placeholder_count, ...)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VALUES ($1, $2, $3, $4, ...)`,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[rawQuery, normalizedQuery, fingerprint, placeholderCount, ...]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Analyzing Query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 patterns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 Pattern Analysis: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getQueryPatterns(limit = 50)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result = await this.query(`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query_fingerprint,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normalized_query,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placeholder_count,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COUNT(*) as occurrence_count,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AVG(duration_ms) as avg_duration_ms,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COUNT(DISTINCT user_id) as distinct_users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FROM dam_audit_logs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WHERE normalized_query IS NOT NULL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GROUP BY query_fingerprint, normalized_query, placeholder_count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ORDER BY occurrence_count DESC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LIMIT $1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`, [limit], { id: 'system', ip: 'internal' 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result.rows;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Fingerprint: a1b2c3d4 | Pattern: SELECT * FROM users WHERE id = ? | Count: 1,234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Fingerprint: e5f6g7h8 | Pattern: INSERT INTO logs (msg) VALUES (?) | Count: 45,678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Fingerprint: i9j0k1l2 | Pattern: UPDATE products SET stock = ? | Count: 890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completed items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Architecture diagram highlighting Part 3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JavaScript: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QueryNormalizer class with comprehensive transformations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String, numeric, UUID, and JSON literal replacement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 clause normalization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Fingerprint generation for pattern matching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Structural comparison for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Python: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QueryNormalizer class with all features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Regex-based literal replacement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Pattern grouping and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Enhanced audit with normalized storage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Normalization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Step-by-step verification checklist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Run JavaScript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Run Python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Test string literals: 'hello' → '?'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Test numeric literals: 123 → 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Test IN clauses: (1,2,3) → (?, ?, ?)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6. Test fingerprints: Same structure = same fingerprint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7. Check audit table: Normalized queries stored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regex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string literal handling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edge cases (escaped quotes, scientific notation)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Review whitespace normalization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question mark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Recap of key concepts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 normalization transforms verbose SQL into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Replaces literal values with placeholders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Enables efficient storage and pattern matching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Protects privacy by stripping data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Fingerprints enable fast pattern grouping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about non-standard SQL syntax?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does this handle comments?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Can I customize the normalization rules?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about performance overhead?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PART 4 - THREAT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Active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4 opening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"Part 4 of 5"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Goal: Build a rule engine that blocks threats in real-time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Problem: Detecting threats requires analyzing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Solution: Pattern matching + heuristic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Output: Real-time threat detection and blocking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Like Airport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Airport security checkpoint with: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X-ray machine (normalization)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guard (pattern matching)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Behavioral profiler (heuristics)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Airport Security Checkpoint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Passenger (Query) → X-Ray (Normalization) →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Security Guard (Pattern Matching)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- Looks for known threats (weapons, explosives)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- Matches signatures of dangerous items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Behavioral Profiler (Heuristics)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- Looks for suspicious behavior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- Flags anomalies and unusual patterns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Action: Allow or Block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We're Looking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Three categories with 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SQL Injection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Dangerous DDL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Suspicious Patterns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Threat Type | Examples | Detection Method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SQL Injection | OR 1=1, UNION SELECT, --, ; DROP TABLE | Pattern matching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Dangerous DDL | DROP TABLE, TRUNCATE, ALTER | Pattern matching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Privilege Escalation | GRANT, REVOKE | Pattern matching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Data Exfiltration | Large SELECTs, sensitive tables | Heuristics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Brute Force | High query frequency | Frequency analysis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Sensitive Access | Passwords, PII tables | Heuristics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Two Approaches to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Split screen comparing both methods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PATTERN MATCHING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Looks for known attack signatures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Fast, reliable, low false positives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Can't detect unknown attacks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Example: OR 1=1 → SQL injection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HEURISTICS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Looks for suspicious behavior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Flexible, can detect new threats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May have false positives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• Example: Accessing "passwords" table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From Query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Flowchart showing the complete detection pipeline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1. Normalization (Part 3)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Reveals the structural pattern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2. Pattern Matching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Check against known attack signatures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Each match adds to threat score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3. Heuristic Analysis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Check for suspicious behavior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Sensitive tables, large IN clauses, etc.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4. Frequency Analysis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Check query volume per user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Detect brute force attempts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5. Threat Scoring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Calculate total threat score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Determine threat level (LOW → CRITICAL)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6. Action Determination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Based on score and rule types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BLOCK, WARN, LOG, or ALLOW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4.2: JavaScript Threat Detector (30 minutes)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ThreatDetector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components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ThreatDetector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enablePatternMatching: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enableHeuristics: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enableThreatScoring: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logAllDetections: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Initialize normalizer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this.normalizer = new QueryNormalizer({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caseInsensitive: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preserveComments: false,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normalizeInClauses: true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Threat rules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this.rules = [];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this.loadDefaultRules();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Sensitive tables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this.sensitiveTables = [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'users', 'passwords', 'credentials', 'secrets',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'credit_cards', 'payment', 'banking', 'financial'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Whitelist for safe queries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this.whitelist = [];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this.loadDefaultWhitelist();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Threat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Table of rules with severity and 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rule definition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loadDefaultRules()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SQL Injection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this.addRule({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'sqli_tautology',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'Tautology SQL Injection',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ThreatCategory.SQL_INJECTION,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RuleType.BLOCK,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pattern: /OR\s+['"]?1['"]?\s*=\s*['"]?1/i,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'Detects tautology attempts (OR 1=1)'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this.addRule({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'sqli_union',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'Union SQL Injection',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ThreatCategory.SQL_INJECTION,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ThreatLevel.CRITICAL,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RuleType.BLOCK,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pattern: /UNION\s+SELECT/i,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description: 'Detects UNION SELECT injection attempts'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DDL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this.addRule({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'ddl_drop_table',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name: 'DROP TABLE Attempt',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ThreatCategory.DDL_OPERATION,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ThreatLevel.CRITICAL,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RuleType.BLOCK,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pattern: /DROP\s+TABLE/i,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description: 'Detects DROP TABLE operations'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Heart of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analyze method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analyze(query, context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1. Normalize query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normalized = this.normalizer.normalize(query);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2. Check whitelist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(this.isWhitelisted(query))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{ threatDetected: false, whitelisted: true 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findings = [];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let totalScore = 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3. Pattern matching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(this.options.enablePatternMatching)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for (const rule of this.rules)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(rule.pattern &amp;&amp; rule.pattern.test(query))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severityScore = this.getSeverityScore(rule.severity);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totalScore += severityScore;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findings.push({ rule, matched: true, score: severityScore 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4. Heuristics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(this.options.enableHeuristics)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heuristicFindings = this.runHeuristics(query, normalized, context);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findings.push(...heuristicFindings);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totalScore += heuristicFindings.reduce((sum, f) =&gt; sum + f.score, 0);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5. Frequency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(this.options.enableThreatScoring)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freqFindings = this.analyzeFrequency(query, context);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findings.push(...freqFindings);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totalScore += freqFindings.reduce((sum, f) =&gt; sum + f.score, 0);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6. Determine threat level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level = this.getThreatLevel(totalScore);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threatDetected: findings.length &gt;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totalScore,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level: level,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findings: findings,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normalized: normalized,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whitelisted: false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Detecting Suspicious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runHeuristics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Examples of heuristic findings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runHeuristics(query, normalized, context)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findings = [];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Check for sensitive table access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sensitivePattern = new RegExp(this.sensitiveTables.join('|'), 'i');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(sensitivePattern.test(query))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rule: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'heuristic_sensitive_table',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'Sensitive Table Access',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ThreatCategory.DATA_EXFILTRATION,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RuleType.WARN,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'Access to sensitive table detected'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matched: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this.getSeverityScore(ThreatLevel.HIGH)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Check for large IN clause (potential brute force)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inClauseMatches = query.match(/IN\s*\([^)]*\)/gi);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(inClauseMatches)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for (const match of inClauseMatches)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values = match.match(/'[^']*'|\d+/g);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(values &amp;&amp; values.length &gt; 100)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rule: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'heuristic_large_in',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'Large IN Clause',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ThreatCategory.BRUTE_FORCE,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ThreatLevel.MEDIUM,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RuleType.WARN,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IN clause with ${values.length}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matched: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this.getSeverityScore(ThreatLevel.MEDIUM)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Check for time-based injection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(/sleep|delay|waitfor/i.test(query))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rule: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'heuristic_time_based',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'Time-Based Injection',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ThreatCategory.SQL_INJECTION,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RuleType.WARN,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'Time-based injection attempt'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matched: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this.getSeverityScore(ThreatLevel.HIGH)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findings;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Detecting Brute 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analyzeFrequency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Explanation of history tracking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analyzeFrequency(query, context)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findings = [];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key = ${context.userId || 'unknown'}:${context.ip || 'unknown'};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now = Date.now();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(!this.detectionHistory.has(key))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this.detectionHistory.set(key, []);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history = this.detectionHistory.get(key);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history.push(now);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Clean old entries (older than 1 minute)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oneMinuteAgo = now - 60000;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while (history.length &gt; 0 &amp;&amp; history[0] &lt; oneMinuteAgo)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history.shift();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Check for brute force (&gt;100 queries in 1 minute)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(history.length &gt; 100)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findings.push({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rule: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'heuristic_brute_force',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'Brute Force Detection',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category: ThreatCategory.BRUTE_FORCE,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RuleType.WARN,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${history.length} queries in last minute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matched: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this.getSeverityScore(ThreatLevel.HIGH)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findings;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Quantifying the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Table showing severity scores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score calculation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 Scores: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Severity | Score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LOW | 1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MEDIUM | 5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HIGH | 10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CRITICAL | 25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Threat Level Calculation: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getSeverityScore(severity)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scores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LOW: 1,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MEDIUM: 5,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HIGH: 10,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CRITICAL: 25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scores[severity] || 0;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getThreatLevel(score)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(score &gt;= 25) return ThreatLevel.CRITICAL;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(score &gt;= 10) return ThreatLevel.HIGH;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(score &gt;= 5) return ThreatLevel.MEDIUM;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(score &gt;= 1) return ThreatLevel.LOW;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ThreatLevel.LOW;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Tautology: +10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Comment injection: +10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Sensitive table access: +5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Total: 25 → CRITICAL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Secure Audited Pool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SecureAuditedPool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Integration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SecureAuditedPool extends NormalizedAuditedPool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constructor(connectionString, 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super(connectionString, options);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this.detector = new ThreatDetector(options.threatDetectorOptions);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this.blockAction = options.blockAction || 'THROW';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query(text, params = [], userContext = {})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detection = this.detector.analyze(text, userContext);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action = this.detector.determineAction(detection);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(action === 'BLOCK')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error = new Error([SECURITY] Query blocked: ${text});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error.detection = detection;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error.findings = detection.findings;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throw error;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Execute query normally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super.query(text, params, userContext);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cases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Test Cases: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Query | Should Detect? | Why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id = 1 | ❌ | Normal query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WHERE email = '' OR 1=1 --' | ✅ | SQL injection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users UNION SELECT * FROM admins | ✅ | Union injection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DROP TABLE users | ✅ | DDL operation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* FROM passwords | ✅ | Sensitive table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SELECT SLEEP(5) FROM users | ✅ | Time-based injection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node tests/test-threat-detector.js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4.3: Python Threat Detector (25 minutes)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Python Threat 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components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ThreatDetector: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options: Optional[Dict[str, Any]]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'enable_pattern_matching':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'enable_heuristics':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'enable_threat_scoring':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'log_all_detections':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** (options or {})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self.normalizer = QueryNormalizer(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NormalizationOptions(case_insensitive=True)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self.rules: List[ThreatRule] = []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self._load_default_rules()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self.sensitive_tables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'users', 'passwords', 'credentials', 'secrets',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'customers', 'employees', 'credit_cards', 'payment'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self.whitelist: List[re.Pattern] = []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self._load_default_whitelist()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Defining Rules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ThreatRule class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Rule definitions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ThreatRule: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rule_id: str, name: str, category: ThreatCategory,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ThreatLevel, rule_type: RuleType,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pattern: Optional[str] = None,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description: str = ""):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self.id = rule_id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self.name = name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self.category = category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self.severity = severity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self.type = rule_type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self.pattern = re.compile(pattern, re.IGNORECASE) if pattern else None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self.description = description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Rule definitions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self.add_rule(ThreatRule(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rule_id='sqli_tautology',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name='Tautology SQL Injection',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category=ThreatCategory.SQL_INJECTION,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severity=ThreatLevel.HIGH,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rule_type=RuleType.BLOCK,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pattern=r"OR\s+['\"]?1['\"]?\s*=\s*['\"]?1",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description='Detects tautology attempts (OR 1=1)'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self.add_rule(ThreatRule(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rule_id='sqli_union',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name='Union SQL Injection',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category=ThreatCategory.SQL_INJECTION,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severity=ThreatLevel.CRITICAL,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rule_type=RuleType.BLOCK,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pattern=r"UNION\s+SELECT",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description='Detects UNION SELECT injection attempts'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Secure Audited SQLite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SecureAuditedSQLite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Integration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SecureAuditedSQLite(NormalizedAuditedSQLite):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db_path: str, options: Optional[Dict[str, Any]]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super().__init__(db_path)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self.detector = ThreatDetector(options or {})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self.block_action = options.get('block_action', 'THROW') if options else 'THROW'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execute(self, sql: str, params: tuple = (),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user_context: Dict[str, str]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user_context = user_context or {}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Analyze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detection = self.detector.analyze(sql, user_context)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action = self.detector.determine_action(detection)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action == 'BLOCK':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error_msg = f"[SECURITY] Query blocked: {sql}"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raise sqlite3.Error(error_msg)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Execute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super().execute(sql, params, user_context)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Python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cases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test_threat_detector.py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🧪 Testing Threat Detector...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📝 Test 1: Normal SELECT query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Query: SELECT * FROM users WHERE id = 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Detected: ❌ No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📝 Test 2: SQL Injection (tautology)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Query: SELECT * FROM users WHERE email = '' OR 1=1 --'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Detected: ✅ Yes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Score: 20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Level: HIGH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Findings: 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Tautology SQL Injection (HIGH)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Comment Injection (HIGH)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completed items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Architecture diagram highlighting Part 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JavaScript: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ThreatDetector with pattern matching and heuristics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- 15+ default rules for common attack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 injection detection (tautologies, union, stacked)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DDL operation blocking (DROP, TRUNCATE, ALTER)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Privilege escalation detection (GRANT, REVOKE)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 scoring and level assignment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SecureAuditedPool integration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Python: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ThreatDetector with all detection features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ThreatRule class for rule management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Comprehensive default rule set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Heuristic analysis for suspicious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SecureAuditedSQLite integration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 Your Detection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Step-by-step verification checklist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Run JavaScript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2. Run Python tests: All tests should pass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3. Test SQL injection: Should be detected and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4. Test DDL operations: Should be detected and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5. Test sensitive tables: Should be detected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6. Test frequency analysis: Brute force should be detected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7. Check threat scoring: Scores should be calculated correctly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rule definitions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regex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heuristic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Review threat scoring logic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question mark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Recap of key concepts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Pattern matching detects known attacks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Heuristics detect suspicious behavior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Frequency analysis detects brute force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 scoring prioritizes responses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Secure pools integrate detection with audit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 I add custom rules?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What about false positives?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How does this handle encrypted queries?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Can I adjust the severity thresholds?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05050"/>
                </a:solidFill>
                <a:latin typeface="Helvetica Neue"/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41414"/>
                </a:solidFill>
                <a:latin typeface="Helvetica Neue"/>
              </a:defRPr>
            </a:pPr>
            <a:r>
              <a:t>PART 5 - INCIDENT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1828800" cy="254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Taking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Part 5 opening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"Part 5 of 5"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Goal: Turn detection into automated 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Problem: Detection without response is just noise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Solution: Automated incident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Output: Complete DAM system with self-defense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From Detection to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Five-phase lifecycle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1. Detection → 2. Containment → 3. Eradication → 4. Recovery → 5. Investigation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INCIDENT RESPONSE LIFECYCLE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1. DETECTION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Threat detected by our system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2. CONTAINMENT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Block query, terminate connection, isolate user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3. ERADICATION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Revoke credentials, rollback transactions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4. RECOVERY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Restore data, reconnect legitimate users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5. INVESTIGATION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Analyze incident vault, identify root cause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Coordinating the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Pipeline diagram showing orchestration steps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Threat Event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1. Pre-Response Validation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Verify threat is real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Check severity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Gather context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2. Immediate Response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Block query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Terminate connection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Circuit breaker activation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3. Incident Recording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Write to immutable vault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Create incident report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Generate alerts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4. Post-Response Actions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Notify security team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Update security rules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- Initiate recovery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We Can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Table of actions with descriptions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Action | Description | When Used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BLOCK_QUERY | Prevent query execution | All threats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TERMINATE_CONNECTION | Close database connection | HIGH/CRITICAL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REVOKE_CREDENTIALS | Revoke user credentials | CRITICAL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NOTIFY_SECURITY | Alert security team | MEDIUM+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CIRCUIT_BREAKER | Trip circuit breaker | HIGH+ repeated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ISOLATE_USER | Isolate user from system | CRITICAL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ROLLBACK_TRANSACTION | Rollback current transaction | CRITICAL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LOG_INCIDENT | Record in incident vault | Always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Preventing Cascading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Circuit breaker state diagram: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CLOSED → OPEN → HALF-OPEN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CIRCUIT BREAKER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CLOSED (Normal)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Queries flow normally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Circuit breaker is not active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(Multiple threats)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OPEN (Triggered)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All queries are blocked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"Fail fast" to prevent cascading failures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Expires after 5 minutes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(After cooldown)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HALF-OPEN (Testing)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One query is allowed through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If successful → CLOSED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If failed → OPEN  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5.2: JavaScript Incident Response (30 minutes)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Incident Responder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components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IncidentResponder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vaultPath: './incident_vault.jsonl',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notifySecurity: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useCircuitBreaker: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terminateConnections: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revokeCredentials: false,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cooldownPeriod: 60000,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maxIncidentsMemory: 100,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Incident tracking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this.incidentHistory = new Map();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this.circuitBreakerActive = false;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this.circuitBreakerExpiry = null;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this.stats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totalIncidents: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criticalIncidents: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blockedQueries: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terminatedConnections: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notificationsSent: 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this.initVault();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Orchestration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handleIncident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Flow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handleIncident(incident)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timestamp = new Date().toISOString();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incidentId = this.generateIncidentId();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console.log([INCIDENT RESPONDER] Handling incident ${incidentId});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1. Pre-response validation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validationResult = await this.validateIncident(incident);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(!validationResult.shouldRespond)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{ incidentId, handled: false, reason: validationResult.reason 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2. Generate response plan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responsePlan = this.generateResponsePlan(incident);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3. Execute response plan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responseResults = await this.executeResponsePlan(responsePlan, incident);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4. Record incident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vaultEntry = await this.recordIncident(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incidentId, timestamp, incident, responseResults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5. Update statistics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this.updateStats(incident, responseResults);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6. Post-response 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this.postResponseActions(incident, responseResults, vaultEntry);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{ incidentId, handled: true, responseResults, vaultEntry 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Response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generateResponsePlan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Table of severity-based 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generateResponsePlan(incident)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plan = [];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severity = incident.threatLevel || IncidentSeverity.LOW;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Always log incidents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plan.push(ResponseAction.LOG_INCIDENT);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Block queries for all incidents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plan.push(ResponseAction.BLOCK_QUERY);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this.stats.blockedQueries++;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Severity-based 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(severity === IncidentSeverity.MEDIUM ||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 === IncidentSeverity.HIGH ||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 === IncidentSeverity.CRITICAL)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plan.push(ResponseAction.NOTIFY_SECURITY);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(severity === IncidentSeverity.HIGH)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(this.options.terminateConnections)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plan.push(ResponseAction.TERMINATE_CONNECTION);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(this.options.useCircuitBreaker)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plan.push(ResponseAction.CIRCUIT_BREAKER);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(severity === IncidentSeverity.CRITICAL)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(this.options.terminateConnections)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plan.push(ResponseAction.TERMINATE_CONNECTION);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(this.options.revokeCredentials)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plan.push(ResponseAction.REVOKE_CREDENTIALS);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(this.options.useCircuitBreaker)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plan.push(ResponseAction.CIRCUIT_BREAKER);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plan.push(ResponseAction.ISOLATE_USER);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plan;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Immutable Incident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recordIncident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Vault format example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recordIncident(incidentId, timestamp, incident, responseResults) {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vaultEntry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incidentId,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timestamp,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incident.threatLevel || IncidentSeverity.LOW,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userContext: incident.userContext || {},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query: incident.query,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params: incident.params || [],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findings: incident.findings || [],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responseResults: responseResults,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circuitBreakerActive: this.circuitBreakerActive,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stats: { ...this.stats 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Write to vault (append-only)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fs.appendFile(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this.options.vaultPath,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JSON.stringify(vaultEntry) + '\n'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vaultEntry;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Vault Entry Format (JSONL):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`jsonl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{"incidentId":"INC-A1B2C3-D4E5","timestamp":"2024-01-15T10:00:00.000Z","severity":"HIGH",...}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{"incidentId":"INC-F6G7H8-I9J0","timestamp":"2024-01-15T10:00:01.000Z","severity":"CRITICAL",...}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Putting It All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 system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CompleteDAMSystem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export class CompleteDAMSystem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constructor(options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connectionString: process.env.DATABASE_URL,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enableAudit: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enableThreatDetection: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enableIncidentResponse: true,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initialize()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this.auditPool = new SecureAuditedPool(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this.options.connectionString,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this.options.securePoolOptions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this.incidentResponder = new IncidentResponder(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this.options.incidentResponderOptions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async query(query, params = [], userContext = {})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Check circuit breaker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(this.incidentResponder.isCircuitBreakerActive())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throw new Error('Circuit breaker is active');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await this.auditPool.query(query, params, userContext);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 catch (error)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(error.message.includes('[SECURITY]'))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Trigger incident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this.incidentResponder.handleIncident({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query, params, userContext,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threatLevel: IncidentSeverity.HIGH,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findings: error.findings || []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throw error;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scenarios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Test | Query | Expected Action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1 | Normal query | Allowed, logged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2 | SQL injection | Blocked, incident recorded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• 3 | DROP TABLE | Blocked, connection terminated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23232"/>
                </a:solidFill>
                <a:latin typeface="Helvetica Neue"/>
              </a:defRPr>
            </a:pPr>
            <a:r>
              <a:t>• 4 | Multiple threats | Circuit breaker activates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node tests/test-complete-system.js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Module 5.3: Python Incident Response (25 minutes)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Building the Python Incident Responder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- Code block with class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Key components highlighted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IncidentResponder: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options: Optional[Dict[str, Any]]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'vault_path': options.get('vault_path', './incident_vault.jsonl'),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'notify_security': options.get('notify_security',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'use_circuit_breaker': options.get('use_circuit_breaker',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'terminate_connections': options.get('terminate_connections',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'revoke_credentials': options.get('revoke_credentials', False),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'cooldown_period': options.get('cooldown_period', 60000),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** (options or {})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self.incident_history = defaultdict(lambda: {'count': 0, 'timestamp': 0})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self.circuit_breaker_active = False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self.circuit_breaker_expiry = None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self.stats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'total_incidents':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'critical_incidents':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'blocked_queries':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'terminated_connections': 0,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'notifications_sent': 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self._init_vault()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Python Complete DAM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Code block showing CompleteDAMSystem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Context manager support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`python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class CompleteDAMSystem: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__init__(self, options: Optional[Dict[str, Any]]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 =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'db_path': options.get('db_path', 'dam_database.db'),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'enable_audit': options.get('enable_audit',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'enable_threat_detection': options.get('enable_threat_detection',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'enable_incident_response': options.get('enable_incident_response', True),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** (options or {})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initialize(self):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self.secure_db = SecureAuditedSQLite(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self.options['db_path'],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options=self.options.get('secure_audit_options')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self.incident_responder = IncidentResponder(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self.options.get('incident_responder_options')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execute(self, sql: str, params: tuple = (),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user_context: Optional[Dict[str, str]] = None):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user_context = user_context or {}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self.incident_responder.is_circuit_breaker_active():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raise Exception('Circuit breaker is active')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try: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self.secure_db.execute(sql, params, user_context)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except sqlite3.Error as 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if 'SECURITY' in str(e):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self.incident_responder.handle_incident({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'query': sql,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'params': params,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'threat_level': IncidentSeverity.HIGH.value,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'user_context': user_context,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'findings': getattr(e, 'findings', [])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raise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__enter__(self):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self.initialize()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return self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def __exit__(self, exc_type, exc_val, exc_tb):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self.shutdown()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Verifying Python Complete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scenarios table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Expected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`bash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python test_complete_system.py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🧪 Testing Complete DAM System...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📝 Test 1: Normal query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Query executed successfully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📝 Test 2: SQL Injection (should be blocked)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Query blocked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📝 Test 3: DROP TABLE attempt (should be blocked)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Query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📝 Test 4: Sensitive table access (warning)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Query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📊 System Status: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completed items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 architecture diagram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JavaScript: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IncidentResponder with multi-stage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CompleteDAMSystem integrating all components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Circuit breaker pattern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 vault (append-only JSONL)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team 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Response action orchestration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Comprehensive test suite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✅ Python: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IncidentResponder with all response capabilities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CompleteDAMSystem with full integration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Circuit breaker pattern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 vault (append-only JSONL)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team 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Context manager support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Full architecture diagram with all components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APPLICATION LAYER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┌──────────────────────────────────────────────────────────────────────┐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                    Complete DAM System                      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└──────────────────────────────────────────────────────────────────────┘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SECURITY COMPONENTS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┌─────────────┐  ┌─────────────┐  ┌─────────────┐  ┌─────────────────┐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Audit Log  │  │Interception │  │Normalization│  │  Threat   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(Part 1)   │  │  (Part 2)   │  │  (Part 3)   │  │  Detection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           │  │             │  │             │  │  (Part 4) 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└─────────────┘  └─────────────┘  └─────────────┘  └─────────────────┘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INCIDENT RESPONSE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(Part 5)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┌─────────────┐  ┌─────────────┐  ┌─────────────────────────────────┐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Containment│  │ Eradication │  │        Recovery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(Block)    │  │ (Revoke)    │  │    (Cleanup)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└─────────────┘  └─────────────┘  └─────────────────────────────────┘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┌─────────────┐  ┌─────────────┐  ┌─────────────────────────────────┐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│Investigation│  │ Prevention  │  │      Circuit Breaker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(Vault)    │  │  (Update)   │  │   (Fail Fast)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└─────────────┘  └─────────────┘  └─────────────────────────────────┘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DATABASE LAYER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┌─────────────────┐              ┌─────────────────────────────────────┐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  PostgreSQL   │              │              SQLite           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  (Neon)       │              │                                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└─────────────────┘              └─────────────────────────────────────┘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┌───────────────────────────────────▼───────────────────────────────────────┐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STORAGE LAYER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┌─────────────────────────────────────────────────────────────────────┐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  Audit Logs  │  Incident Vault  │  Security Rules  │  Reports     │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└─────────────────────────────────────────────────────────────────────┘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SECTION 6: CONCLUSION &amp; NEXT STEPS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Complete DAM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of all components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Success badge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You've built: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Complete audit logging (Part 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Multi-layer interception (Part 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Query normalization (Part 3)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Threat detection engine (Part 4)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Incident response system (Part 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 two languages: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JavaScript/Node.js + PostgreSQL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Python + 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With: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15+ detection rules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Circuit breaker pattern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Immutable incident vault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Security team 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✅ Complete test coverage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Animated pipeline showing a query flowing through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Query → [Audit] → [Interception] → [Normalization] → [Detection] → [Response] →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│           │               │              │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▼           ▼               ▼              ▼           ▼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Logged     Captured        Patterned      Analyzed     Blocked/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│                  All queries    "SELECT *      OR 1=1 →     Allowed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WHERE '?'"   BLOCK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└───────────────────────────▼─────────────────────────────────────┘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Incident Vault (Immutable)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Deploying to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Checklist with checkboxes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Database migrations prepared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Environment variables configured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Network security in place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Backup strategy defined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Monitoring configured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Health checks passing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Audit logs writing successfully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Threat detection working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Incident response active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Notifications received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Regular backups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Log rotation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Rule updates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[ ] Incident reviews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Making It Your 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List of customization 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Add Custom Rules: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detector.addRule({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id: 'custom_rule',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name: 'Custom Detection',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pattern: /custom_pattern/i,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severity: 'HIGH',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type: 'BLOCK'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Add Sensitive Tables: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detector.sensitiveTables.push('api_keys', 'secrets');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Adjust Thresholds: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505050"/>
                </a:solidFill>
                <a:latin typeface="Courier New"/>
              </a:defRPr>
            </a:pPr>
            <a:r>
              <a:t>const responder = new IncidentResponder({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cooldownPeriod: 120000,  // 2 minutes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maxIncidentsMemory: 200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Customize Notifications: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`javascript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responder.notifySecurityTeam = async (incident) =&gt; {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// Your custom notification logic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await slack.send({ text: Incident: ${incident.id} });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};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Growing Your DAM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Scale pyramid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Small Scale (&lt;1000 req/min):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Standard configuration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Single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Medium Scale (1000-10000 req/min):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Async logging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Connection pooling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Separate audit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Large Scale (&gt;10000 req/min):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Sampling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Batch processing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Distributed architecture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Kafka/streaming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Keeping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List of key metrics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 volume (total, by user)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 detection rate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 response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 log size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Circuit breaker status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System health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High threat rate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Circuit breaker activation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 log failures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High response 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Vault growth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The Security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PDCA cycle (Plan-Do-Check-Act)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CONTINUOUS IMPROVEMENT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1. PLAN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Identify security gaps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Plan improvements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2. DO 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Implement changes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Deploy updates   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3. CHECK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Review incident logs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Analyze performance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│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                       ▼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4. ACT                                                 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Adjust rules     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│ Update thresholds                                 │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What's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List of potential extensions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Immediate Extensions: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Advanced analytics (ML-based detection)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Integration with observability stacks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Additional databases (MySQL, MongoDB)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Enhanced response 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Long-Term: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Distributed audit logging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Predictive threat detection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Automated rule generation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Zero-trust architecture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Where to 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List of resources with links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Documentation: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OWASP SQL Injection Prevention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PostgreSQL Security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SQLite Security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Community: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Open Source DAM Projects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Forums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Developer Communities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Tools: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Prometheus/Grafana (Monitoring)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Elastic Stack (Logs)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Wireshark (Network Analysis)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1414"/>
                </a:solidFill>
                <a:latin typeface="Helvetica Neue"/>
              </a:defRPr>
            </a:pPr>
            <a:r>
              <a:t>Making It Fast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1905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Thank you graphic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Contact information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You've completed the DAM Tutorial Series!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Building a complete DAM 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 logging, interception, normalization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 detection and incident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Production deployment and scaling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Deploy to production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Customize for your needs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Share with your team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Keep learning!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 APPENDICES (Optional)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Appendix A: API Reference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A.1: JavaScript API Quick Reference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AuditedPool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DriverInterceptor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QueryNormalizer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ThreatDetector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IncidentResponder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CompleteDAMSystem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A.2: Python API Quick Reference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AuditedSQLite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NativeInterceptor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QueryNormalizer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ThreatDetector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IncidentResponder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CompleteDAMSystem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A.3: Common Error Codes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Dependencies and versions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Common configuration issues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Database connectivity problems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Performance troubleshooting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Appendix B: Deployment Guide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B.1: Deployment Options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Containerized (Docker)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Kubernetes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Cloud platforms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On-premise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B.2: Environment Variables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All environment variables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Required vs. optional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Default values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Security considerations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SLIDE B.3: Performance Tuning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Connection pool settings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Async logging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Batch processing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Sampling strategies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 HANDOUTS &amp; EXERCISES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Exercise 1: Set Up Your DAM System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Install dependencies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Configure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Run tests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audit logging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Exercise 2: Customize Detection Rules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Add a custom rule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Test the rule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Deploy the change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Monitor results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Exercise 3: Test Incident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Trigger a threat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Verify response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Check incident vault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Review 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### Exercise 4: Production Deployment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Configure environment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Deploy to staging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Run validation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- Deploy to production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[END OF SLIDE DECK OUTLINE]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323232"/>
                </a:solidFill>
                <a:latin typeface="Helvetica Neue"/>
              </a:defRPr>
            </a:pPr>
            <a:r>
              <a:t>This comprehensive slide deck outline covers every aspect of the DAM tutorial series with over 200 slides across 6 sections, 5 technical parts, and 2 appendices. Each slide includes content, visuals, speaker notes, and timing recommendations. The outline is structured to be modular—you can use individual sections for focused workshops or the entire deck for a comprehensive training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