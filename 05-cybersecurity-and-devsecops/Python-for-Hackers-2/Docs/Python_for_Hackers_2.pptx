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4400" b="1">
                <a:solidFill>
                  <a:srgbClr val="000000"/>
                </a:solidFill>
                <a:latin typeface="Helvetica Neue"/>
              </a:defRPr>
            </a:pPr>
            <a:r>
              <a:t>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  <a:defRPr sz="1800" b="0">
                <a:solidFill>
                  <a:srgbClr val="000000"/>
                </a:solidFill>
                <a:latin typeface="Helvetica Neue"/>
              </a:defRPr>
            </a:pPr>
            <a:r>
              <a:t>Course Title: Python for Hackers — Advanced Engineering &amp; Defensive Architecture</a:t>
            </a:r>
            <a:br/>
            <a:r>
              <a:t>Subtitle: From Infrastructure Automation to Production-Grade Security Tools</a:t>
            </a:r>
            <a:br/>
            <a:r>
              <a:t>Presenter Information:</a:t>
            </a:r>
            <a:br/>
            <a:r>
              <a:t>- [Name/Title]</a:t>
            </a:r>
            <a:br/>
            <a:r>
              <a:t>- [Organization/Company]</a:t>
            </a:r>
            <a:br/>
            <a:r>
              <a:t>- [Contact Information]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Course 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Before You Begin: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Technical Requirements: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Basic Python proficiency (functions, classes, imports)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Command-line familiarity (terminal/CMD operations)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Basic networking concepts (IP addresses, ports, TCP/UDP, HTTP)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Virtual environment usage (pip, venv/conda)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Understanding of OS fundamentals (Linux preferred)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System Requirements: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Linux/Ubuntu (recommended) OR macOS OR Windows with WSL2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Python 3.9+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- 8GB+ RAM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- 20GB+ free disk space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Administrator/root access for packet operations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Mindset Requirements: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Ethical hacking principles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Curiosity and willingness to experiment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Patience for debugging network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Course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The Pyramid of Understanding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Part 4: Hardening &amp; Modules    ← Production Polish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┌───────────────────────────────────────────────┐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Part 3: Stealth Reconnaissance ← Offensive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┌───────────────────────────────────────────┐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│ Part 2: High-Speed Sniffing ← Network    │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│ ┌───────────────────────────────────────┐ │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│ │ Part 1: Infrastructure Automation   │ │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│ │ ← Foundation                         │ │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│ └───────────────────────────────────────┘ │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└───────────────────────────────────────────┘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└───────────────────────────────────────────────┘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Modular Progression: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Each part builds on the previous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Can be taught as standalone workshops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Hands-on code examples throughout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PyHack Suite (PHS) - Complete Framework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Core Architecture: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pyhack_suite/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├── core/          # Configuration, session management, event loop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├── network/       # Scapy, Netmiko, Paramiko integrations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├── recon/         # Scanners, brute-forcers, DOM analyzers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├── modules/       # Plugin architecture and loaders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├── utils/         # Obfuscation, logging, validation, sandbox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└── cli/          # Production command-line interface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Features: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🔐 Unified connection management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⚡ High-speed packet sniffing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🕵️ Stealth reconnaissance tools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🔌 Plugin-based architecture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🛡️ Security hardening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📦 Professional CLI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Ethical &amp; Legal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⚠️ CRITICAL - MUST READ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Acceptable Use: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Test on your own lab environments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Test on systems you own or have explicit written permission to test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Use these skills to improve security posture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Conduct authorized penetration testing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Unacceptable Use: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❌ Testing on systems without permission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❌ Using tools for illegal activities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❌ Assuming "security research" excuses unauthorized access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Legal Framework: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Computer Fraud and Abuse Act (CFAA) - US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Computer Misuse Act - UK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Similar legislation globally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Responsibility Statement: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&gt; "You are responsible for your actions. This course teaches defensive awareness through offensive understanding—use it to protect, not to harm."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Learning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How We Will Learn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Each Technical Step Follows This Pattern: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1. THE TARGET                      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 What specific file/feature are we building?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├─────────────────────────────────────────────────────┤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2. THE CONCEPT                     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 Why? Clear explanation with real-world analogy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├─────────────────────────────────────────────────────┤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3. THE IMPLEMENTATION              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 Complete, unabbreviated code blocks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├─────────────────────────────────────────────────────┤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4. THE VERIFICATION                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 Test that it works before moving on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Teaching Principles: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🎯 Code-Heavy &amp; Unabbreviated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📖 Beginner-Friendly Outside, Expert Inside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🔗 Logical Progression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Production-Quality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Course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Recommended Delivery Timeline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Day | Parts Covered | Focus Area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|-----|---------------|------------|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Day 1 | Part 0, Part 1.1-1.2 | Introduction, Project Structure, Session Management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Day 2 | Part 1.3-1.4 | Comparative Analysis, Protocol Abstraction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Day 3 | Part 2.1-2.2 | Async Foundations, Event Loop, Packet Sniffer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Day 4 | Part 2.3-2.4 | Queue Management, Packet Injection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Day 5 | Part 3.1-3.2 | Async Scanner, Brute-Forcer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Day 6 | Part 3.3-3.4 | DOM Analysis, Modular Recon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Day 7 | Part 4.1-4.2 | Plugin Architecture, Obfuscation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Day 8 | Part 4.3-4.4 | Hardening, CLI &amp; Packaging, Appendices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Breakdown: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- 8 days x 6-8 hours = 48-64 hours total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Can be compressed to 4-5 days for experienced developers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Extended hands-on labs included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## PART 0: INTRODUCTION (1 Hour)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0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Part 0: Introduction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Objectives: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Understand the course scope and structure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See the ultimate architecture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Set expectations for hands-on learning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Set up development environment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What's Ahead: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1. Course Overview &amp; Architecture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2. Target Audience &amp; Prerequisites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3. Development Environment Setup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4. Series Structure &amp; Methodology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Takeaway: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&gt; "This isn't just a course—it's building a complete, production-grade security framework."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PyHack Suite Ultimate Architecture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Three-Layer Design: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CLI Layer: Production Command Interface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┌─────────────────────────────────────────────────────┐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│ Plugin Layer: Extensible Module System             │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│ ┌─────────────────────────────────────────────────┐ │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│ │ Core Layer: Configuration, Session, Event Loop │ │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│ └─────────────────────────────────────────────────┘ │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└─────────────────────────────────────────────────────┘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Design Principles: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Separation of concerns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Dependency injection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Plugin-based extensibility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Production-grade code quality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Development Environment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Getting Started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Step-by-Step Setup: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# Create project directory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mkdir pyhack_suite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cd pyhack_suite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# Create virtual environment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python -m venv venv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source venv/bin/activate  # Linux/macOS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# venv\Scripts\activate   # Windows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# Install core dependencies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pip install scapy paramiko netmiko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pip install httpx aiohttp asyncio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pip install beautifulsoup4 lxml playwright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pip install python-dotenv pyyaml cryptography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# Development tools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pip install pytest black mypy pre-commit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Verification: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python --version  # Should be 3.9+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pip freeze | grep scapy  # Verify installation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Common Issues: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❌ Permission errors → Use sudo/administrator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❌ Missing dependencies → Install system packages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- ❌ Playwright browsers → Run `playwright install`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## PART 1: INFRASTRUCTURE AUTOMATION &amp; PROTOCOL ANALYSIS (6-8 Hours)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1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Part 1: Infrastructure Automation &amp; Protocol Analysis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Focus: Choosing and implementing the right Python stack for infrastructure interaction.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Learning Objectives: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Understand Paramiko, Netmiko, and Scapy use cases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Build unified connection handlers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Create vendor-agnostic device interfaces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Implement secure session management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Real-World Analogy: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&gt; "Learning to drive three vehicles—a manual sports car (Paramiko), an automatic sedan (Netmiko), and a motorcycle (Scapy). Each has its purpose."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Comparative Analysis - The Three Libraries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Choosing the Right Tool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Library | Best For | Analogy | Use Case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|---------|----------|---------|----------|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Paramiko | Custom SSH automation | Precision scalpel | Fine control, custom SSH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Netmiko | Multi-vendor device management | Power drill with bits | Standardized automation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Scapy | Packet manipulation | Chemistry set | Custom protocols, fuzzing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Decision Framework: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1. Need fine-grained control? → Paramiko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2. Need multi-vendor support? → Netmiko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3. Need packet-level control? → Scapy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4. Need all three? → Use all with abstraction layer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Paramiko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Paramiko - SSH Automation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Capabilities: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🔐 SSH client implementation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📁 SFTP file transfers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🖥️ Command execution with sudo support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🔑 SSH key authentication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📡 Interactive shell sessions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When to Use Paramiko: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Custom SSH protocols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Non-standard SSH implementations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File transfers with progress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Interactive shell requirements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Devices not in Netmiko's database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 Pattern: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with SSHWrapper(config) as ssh: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stdout, stderr = ssh.execute_command("ls -la")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ssh.upload_file(local_path, remote_path)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Paramiko Code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Paramiko Wrapper Implementation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Complete Example: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SSHWrapper: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__init__(self, config):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self.config = config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self.client = None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connect(self):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self.client = paramiko.SSHClient()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self.client.set_missing_host_key_policy(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paramiko.AutoAddPolicy()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self.client.connect(self.config)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True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execute_command(self, command):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stdin, stdout, stderr = self.client.exec_command(command)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stdout.read().decode(), stderr.read().decode()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upload_file(self, local_path, remote_path):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sftp = self.client.open_sftp()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sftp.put(local_path, remote_path)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sftp.close()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Implementation Notes: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Always set host key policy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Handle authentication retries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Use SFTP for file transfers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Implement proper cleanup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Netmiko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Netmiko - Multi-Vendor Device Automation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Supported Device Types: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Cisco (IOS, ASA, NX-OS)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Juniper (JunOS)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Arista (EOS)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Palo Alto (PAN-OS)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F5 (BIG-IP)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And 100+ more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Capabilities: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🔌 Unified interface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📝 Configuration management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💾 Backup and restore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Compliance checking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🔍 Show command execution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Code Pattern: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with NetmikoWrapper(device_config) as device: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output = device.send_command("show version")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device.send_config(["interface Gi0/1", "no shutdown"])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device.backup_config()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Netmiko Code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Netmiko Wrapper Implementation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Complete Example: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NetmikoWrapper: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__init__(self, config):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self.config = config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self.connection = None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connect(self):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self.connection = ConnectHandler(self.config)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True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send_command(self, command):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self.connection.send_command(command)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send_config(self, commands):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self.connection.send_config_set(commands)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backup_config(self):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config = self.send_command("show running-config")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timestamp = time.strftime("%Y%m%d_%H%M%S")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backup_path = Path(f"backups/{self.host}_{timestamp}.cfg")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backup_path.write_text(config)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backup_path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Device Configuration Example: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config = create_netmiko_config(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host="192.168.1.1",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device_type="cisco_ios",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username="admin",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password="password",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secret="enable_secret"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Scapy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Scapy - Packet Manipulation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Capabilities: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📦 Packet crafting from scratch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🎯 Packet injection and sniffing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📊 Protocol analysis and decoding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🔬 Fuzzing and testing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💾 PCAP reading/writing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Packet Architecture: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      Ethernet Layer 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┌───────────────────────────────────┐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        IP Layer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 ┌─────────────────────────────┐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 │       TCP/UDP/ICMP          │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 │  ┌───────────────────────┐  │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 │  │      Payload          │  │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 │  └───────────────────────┘  │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 └─────────────────────────────┘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└───────────────────────────────────┘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Scapy Code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Scapy Wrapper Implementation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Complete Example: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ScapyWrapper: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__init__(self, interface="eth0"):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self.interface = interface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send_ip_packet(self, dst_ip, src_ip=None):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ip_layer = IP(dst=dst_ip)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if src_ip: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ip_layer.src = src_ip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tcp_layer = TCP(dport=80, flags="S")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packet = ip_layer / tcp_layer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send(packet, iface=self.interface)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sniff_packets(self, count=10, filter_str=None):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sniff(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iface=self.interface,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count=count,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filter=filter_str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tcp_ping(self, target, port=80):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packet = IP(dst=target) / TCP(dport=port, flags="S")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response = sr1(packet, timeout=2, verbose=False)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response is not None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Common Operations: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# Build TCP SYN packet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packet = IP(dst="192.168.1.1") / TCP(dport=80, flags="S")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# Sniff HTTP traffic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packets = sniff(filter="tcp port 80", count=10)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# ARP scan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arp = ARP(pdst="192.168.1.0/24")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Protocol Abstraction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Unified Interface for All Operations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The Problem: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Three different libraries with three different APIs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Code duplication and complexity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Hard to switch between protocols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The Solution: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NetworkInterface(ABC):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connect(self): pass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execute(self, command): pass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disconnect(self): pass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SSHInterface(NetworkInterface): pass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NetmikoInterface(NetworkInterface): pass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PacketInterface(NetworkInterface): pass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UnifiedNetworkManager: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connect(self, name, config): pass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execute(self, name, command): pass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disconnect(self, name): pass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Benefits: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Single API for all protocols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Easy protocol switching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Consistent error handling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Reduced code duplication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Session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Unified Connection Management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Connection Lifecycle: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┌─────────────┐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CREATE    │ ← Session ID generation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└──────┬──────┘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↓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┌─────────────┐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CONNECT   │ ← Authentication, retries, pooling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└──────┬──────┘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↓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┌─────────────┐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EXECUTE   │ ← Commands, file transfers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└──────┬──────┘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↓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┌─────────────┐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CLOSE     │ ← Cleanup, pool return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└─────────────┘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Features: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🔄 Connection pooling for performance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🔐 Authentication with retries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📊 Session status tracking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⏱️ Automatic cleanup (stale sessions)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🔌 Thread-safe operations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1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Testing Your Infrastructure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Verification Checklist: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1. Configuration Test: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```bash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   python test_config.py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2. Logging Test: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```bash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   python test_logging.py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3. Session Manager Test: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```bash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   python test_session_manager.py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4. Paramiko Wrapper Test: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```bash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   python test_paramiko.py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5. Netmiko Wrapper Test: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```bash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   python test_netmiko.py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6. Scapy Wrapper Test: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```bash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   sudo python test_scapy.py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7. Unified Manager Test: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```bash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   python test_unified.py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Success Criteria: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- All tests pass without errors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- Configuration loads from .env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- Logging works with rotation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- Basic SSH/device/packet operations work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## PART 2: HIGH-SPEED PACKET SNIFFING &amp; ASYNCHRONOUS INTEGRATION (8 Hours)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2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Part 2: High-Speed Packet Sniffing &amp; Asynchronous Integration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Focus: Maximizing network monitoring and exploitation throughput using concurrency.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Real-World Analogy: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&gt; "A chef managing multiple dishes simultaneously—working on each in small increments, switching between them as needed."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Concepts: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⚡ Async I/O with asyncio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📊 Non-blocking packet capture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🔄 Event-driven processing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💾 Buffer management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🎯 Precision packet injection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Async vs Sync Explained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Understanding Asynchronous Programming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Synchronous (Blocking):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Task 1: [==========]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        Task 2: [==========]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                        Task 3: [==========]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Time: --------→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Asynchronous (Non-Blocking):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Task 1: [===] [===] [===]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Task 2: [===] [===] [===]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Task 3: [===] [===] [===]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Time: --------→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Benefits of Async: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Better CPU utilization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Lower memory footprint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Higher throughput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More responsive applications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When to Use Async: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Network I/O operations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Database queries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API calls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Multiple concurrent connections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Event Loop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The Heart of Async Operations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Event Loop Architecture: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                 EVENT LOOP      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┌────────────┐  ┌────────────┐  ┌────────────┐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 Task 1    │  │  Task 2    │  │  Task 3    │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 (Running) │  │  (Waiting) │  │  (Done)    │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└────────────┘  └────────────┘  └────────────┘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      ↓               ↓         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┌─────────────────────────────────────┐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       I/O Completion Queue          │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└─────────────────────────────────────┘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Components: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Event Loop: Scheduler for async tasks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Tasks: Wrapped coroutines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Queue: Communication between tasks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Callbacks: Notification system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Implementation: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EventLoopManager: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__init__(self):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self.loop = asyncio.get_event_loop()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self.tasks = []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schedule_task(self, coro):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task = self.loop.create_task(coro)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self.tasks.append(task)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task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run_coroutine(self, coro):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self.loop.run_until_complete(coro)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shutdown(self):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for task in self.tasks: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task.cancel()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self.loop.close()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AsyncSniffer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Non-Blocking Packet Capture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The Problem: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- Blocking sniffers miss packets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- Memory exhaustion with store=True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- Can't process packets in real-time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- Hard to integrate with async code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The Solution: AsyncSniffer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                   AsyncSniffer         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┌─────────────────┐          ┌─────────────────────────┐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Background      │          │ Async Queue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Sniffing Thread │ ──────── │ (Non-blocking)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(Scapy)         │          │    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└─────────────────┘          └─────────────────────────┘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      ↓                              ↓  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┌─────────────────────────────────────────────────────┐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             Event Loop Processing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└─────────────────────────────────────────────────────┘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Implementation: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AsyncPacketSniffer: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async def start(self):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self.sniffer = AsyncSniffer(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iface=self.interface,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filter=self.filter_str,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prn=self._packet_handler,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store=False  # No memory accumulation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self.sniffer.start()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await self._process_loop()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_packet_handler(self, packet):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self.packet_queue.put_nowait(packet)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async def _process_loop(self):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while self._running: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packet = await self.packet_queue.get()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await self._process_packet(packet)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Queue Management &amp; Backpressure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Handling High-Volume Traffic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The Problem: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Producer faster than consumer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Memory exhaustion from backlog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Dropped packets during spikes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Queue Types: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Type | Use Case | Characteristics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|------|----------|-----------------|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FIFO Queue | General purpose | First-in-first-out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Priority Queue | Critical packets | Higher priority first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Ring Buffer | High performance | Fixed size, overwrites oldest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Throttled Queue | Rate limiting | Slows down processing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Backpressure: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Producer → [Queue] → Consumer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 ↓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[Buffer Full] → Drop packets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[Backpressure] → Slow producer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Implementation: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BackpressureManager: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should_drop(self, consumer):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pressure = self.get_pressure(consumer)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pressure &gt; 0.9  # 90% full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Packet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Event-Driven Packet Injection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Injection Patterns: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                INJECTION TYPES      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┌─────────────────┐  ┌────────────────────────────────┐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Scheduled       │  │ Trigger-Based                 │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Time-based    │  │ - Packet matches filter       │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Count-based   │  │ - Respond with packet         │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Interval      │  │ - SYN-ACK to SYN              │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└─────────────────┘  └────────────────────────────────┘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┌─────────────────────────────────────────────────────┐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Fuzzing Injection                                   │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Randomized fields                                 │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Protocol fuzzing                                  │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Edge case testing                                 │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└─────────────────────────────────────────────────────┘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Use Cases: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🔴 Protocol fuzzing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🎯 Active reconnaissance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⚡ Timing attacks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🔬 Testing and validation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Packet Injection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Event-Driven Injection Implementation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Trigger-Based Injection: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PacketInjector: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async def start_trigger_injection(self, trigger_filter, response_builder):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sniffer = AsyncPacketSniffer(filter_str=trigger_filter)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sniffer.add_callback(self._trigger_handler)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await sniffer.start()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_trigger_handler(self, packet):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response = self.response_builder(packet)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send(response, verbose=False)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Scheduled Injection: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async def _injection_loop(self, packet, config):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for i in range(config.count):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await asyncio.sleep(config.interval + random.uniform(-config.jitter, config.jitter))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send(packet, verbose=False)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Common Attacks: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# TCP SYN Flood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packet = IP(src=spoof_ip, dst=target) / TCP(dport=80, flags="S")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config = InjectionConfig(interval=0.01, count=1000)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# ARP Spoofing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packet = ARP(op=2, psrc=gateway, pdst=target)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config = InjectionConfig(interval=1.0, count=10)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2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Testing Async Packet Processing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Verification Checklist: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1. Event Loop Test: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```bash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   python test_event_loop.py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2. Async Sniffer Test: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```bash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   sudo python test_async_sniffer.py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3. Queue Management Test: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```bash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   python test_queue_manager.py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4. Packet Injection Test: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```bash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   sudo python test_injection.py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Performance Metrics: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📊 Packets captured per second (target: 10,000+)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📊 Queue utilization (&lt; 80%)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📊 Packet drop rate (&lt; 1%)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📊 Processing latency (&lt; 100ms)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Success Criteria: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Non-blocking sniffing works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Queue backpressure prevents memory issues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Packet injection is precise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Performance meets targets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## PART 3: STEALTH RECONNAISSANCE &amp; ASYNCHRONOUS TOOLING (8-10 Hours)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3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Part 3: Stealth Reconnaissance &amp; Asynchronous Tooling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Focus: Building fast, low-profile offensive enumeration utilities.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Real-World Analogy: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&gt; "A detective gathering intelligence without alerting the target—asking questions quickly but quietly, finding the perfect rhythm."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Learning Objectives: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Build async scanners and brute-forcers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Implement evasion and behavioral blending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Integrate DOM analysis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Design modular recon architecture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Async Scanner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High-Performance Network Scanning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Architecture Overview: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                 Async Scanner   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┌─────────────────────────────────────────────┐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Scan Manager: Concurrency &amp; Rate Limiting  │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 ┌─────────────────────────────────────┐   │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 │ Port Scanner: TCP/UDP Detection    │   │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 │ ┌─────────────────────────────┐   │   │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 │ │ Service Detection &amp; Banners │   │   │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 │ └─────────────────────────────┘   │   │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 └─────────────────────────────────────┘   │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└─────────────────────────────────────────────┘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Stealth Features: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🕵️ Random port order (avoid sequential detection)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⏱️ Jitter between requests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🔄 User-agent rotation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📊 Rate limiting and throttling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Async Scanner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Core Scanning Logic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TCP Connect Scan: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async def _scan_port(self, ip, port, timeout):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try: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reader, writer = await asyncio.wait_for(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asyncio.open_connection(ip, port),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timeout=timeout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writer.close()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'open', None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except ConnectionRefusedError: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'closed', None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except asyncio.TimeoutError: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'filtered', None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SYN Scan (Stealth):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def syn_scan(self, ip, port):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packet = IP(dst=ip) / TCP(dport=port, flags="S")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response = sr1(packet, timeout=2, verbose=False)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if response and response.haslayer(TCP):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if response[TCP].flags &amp; 0x12:  # SYN-ACK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send(IP(dst=ip) / TCP(dport=port, flags="R"))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return 'open'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elif response[TCP].flags &amp; 0x14:  # RST-ACK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return 'closed'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return 'filtered'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Rate Limiting: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semaphore = asyncio.Semaphore(self.max_concurrent)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async with semaphore: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await asyncio.sleep(random.uniform(0, self.jitter))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result = await self._scan_port(...)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Service Detection &amp; OS Fingerprinting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Identifying Services and Operating Systems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Service Detection: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def detect_service(self, port, banner):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patterns = {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'ssh': r'ssh-([\d.]+)',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'http': r'HTTP/([\d.]+)',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'mysql': r'mysql/([\d.]+)',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'postgres': r'PostgreSQL ([\d.]+)',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for service, pattern in patterns.items():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match = re.search(pattern, banner, re.IGNORECASE)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if match: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return service, match.group(1)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return None, None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OS Fingerprinting: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| OS | Characteristic Open Ports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|----|---------------------------|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| Windows | 135, 139, 445, 3389, 49152-65535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| Linux | 22, 80, 443, 3306, 5432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| Cisco | 22, 23, 443, 500, 4500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| MacOS | 22, 88, 445, 548, 631, 993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Implementation: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def guess_os(self, open_ports):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port_signatures = {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'windows': {135, 139, 445, 3389},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'linux': {22, 80, 443, 3306},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'cisco': {22, 23, 443, 500}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best_match = None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best_score = 0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for os_name, ports in port_signatures.items():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score = len(set(open_ports) &amp; ports)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if score &gt; best_score: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best_score = score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best_match = os_name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return best_match if best_score &gt;= 3 else None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Async Brute-Forcer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Stealthy Credential, Directory, and Subdomain Brute Forcing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Brute Force Types: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             BRUTE FORCE TYPES     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┌─────────────────────────────────────────────────┐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HTTP Basic Auth Credential Brute-Forcer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Username/Password combinations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Smart wordlist management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Success/failure detection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└─────────────────────────────────────────────────┘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┌─────────────────────────────────────────────────┐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Directory Brute-Forcer   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Web path enumeration   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File and directory discovery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Status code analysis   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└─────────────────────────────────────────────────┘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┌─────────────────────────────────────────────────┐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Subdomain Brute-Forcer   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DNS enumeration        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Wildcard detection     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Response validation    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└─────────────────────────────────────────────────┘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Stealth Features: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🕒 Randomized request timing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🔄 User-agent rotation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📊 Rate limiting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🎯 Intelligent wordlist ordering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Async Brute-Forcer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Core Brute Forcing Logic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HTTP Basic Auth: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async def _try_http_basic(self, url, username, password):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auth = aiohttp.BasicAuth(username, password)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headers = {'User-Agent': random.choice(self.user_agents)}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async with session.get(url, auth=auth, headers=headers) as response: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if response.status in [200, 302, 303]: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return BruteForceResult(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    username=username,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    password=password,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    found=True,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    response_code=response.status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return None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Directory Enumeration: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async def _try_directory(self, base_url, path):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url = f"{base_url}/{path}"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async with session.get(url) as response: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if response.status == 200: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content = await response.text()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if len(content) &gt; 100:  # Not empty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    return DirectoryResult(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        path=path,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        status=response.status,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        size=len(content)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    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Rate Limiting: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semaphore = asyncio.Semaphore(max_concurrent)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for username, password in credentials: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async with semaphore: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if rate_limit &gt; 0: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await asyncio.sleep(1.0 / rate_limit)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result = await self._try_credential(username, password)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DOM Analysis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JavaScript-Heavy Application Analysis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Architecture: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                 DOM ANALYZER       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┌─────────────────────────────────────────────────┐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Headless Browser (Playwright)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Full JavaScript execution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DOM manipulation       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Dynamic content rendering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└─────────────────────────────────────────────────┘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┌─────────────────────────────────────────────────┐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DOM Parser (BeautifulSoup)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HTML structure analysis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Element extraction     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Form and link discovery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└─────────────────────────────────────────────────┘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┌─────────────────────────────────────────────────┐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Vulnerability Detection  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Security header checking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XSS pattern detection  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Open redirect detection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└─────────────────────────────────────────────────┘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Benefits: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🔍 Sees all JavaScript-rendered content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🎯 Detects modern web vulnerabilities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🕸️ Crawls and maps application structure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📊 Generates comprehensive reports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DOM Analyzer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Headless Browser Analysis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Page Analysis: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async def analyze_page(self, url, render_js=True):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if render_js: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# Launch headless browser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async with async_playwright() as p: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browser = await p.chromium.launch(headless=True)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page = await browser.new_page()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await page.goto(url)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await page.wait_for_load_state('networkidle')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html = await page.content()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title = await page.title()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await browser.close()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else: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# Simple HTTP request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async with aiohttp.ClientSession() as session: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async with session.get(url) as response: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    html = await response.text()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    title = BeautifulSoup(html).title.string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# Parse DOM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soup = BeautifulSoup(html, 'html.parser')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# Extract elements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forms = self._extract_forms(soup, url)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links = self._extract_links(soup, url)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scripts = self._extract_scripts(soup, url)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# Detect vulnerabilities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vulns = self._detect_vulnerabilities(soup, headers)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return DOMAnalysisResult(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url=url,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title=title,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forms=forms,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links=links,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scripts=scripts,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vulnerabilities=vulns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Vulnerability Detection: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def _detect_vulnerabilities(self, soup, headers):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vulns = []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# Missing security headers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required_headers = ['Strict-Transport-Security', 'X-Frame-Options']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for header in required_headers: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if header not in headers: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vulns.append({'type': 'Missing Security Header', 'header': header})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# Missing CSRF tokens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for form in soup.find_all('form'):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if form.get('method', 'get').lower() == 'post':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csrf_input = form.find('input', {'name': 'csrf_token'})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if not csrf_input: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    vulns.append({'type': 'Missing CSRF Token', 'form': form.get('action')})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return vulns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Modular Recon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Pluggable Reconnaissance System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Plugin Architecture: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ReconModule(ABC):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get_metadata(self) -&gt; ModuleMetadata: pass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async def run(self, target, kwargs) -&gt; Dict: pass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PortScanModule(ReconModule):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get_metadata(self):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ModuleMetadata(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name="port_scan",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description="Port scanning",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tags=["scanning", "network"]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async def run(self, target, kwargs):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scanner = AsyncScanner()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await scanner.scan_host(target)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HttpEnumModule(ReconModule):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get_metadata(self):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ModuleMetadata(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name="http_enum",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description="HTTP enumeration",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tags=["http", "web"]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async def run(self, target, kwargs):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analyzer = DOMAnalyzer()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await analyzer.analyze_page(target)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Module Registry: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ModuleRegistry: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register(self, module_class):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self.modules[module_class.__name__] = module_class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get_module(self, name):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self.modules[name]()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get_all(self):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list(self.modules.keys())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3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Testing Reconnaissance Tools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Verification Checklist: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1. Scanner Test: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```bash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   python test_scanner.py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2. Brute-Forcer Test: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```bash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   python test_bruteforcer.py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3. DOM Analyzer Test: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```bash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   python test_dom_analyzer.py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4. Module System Test: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```bash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   python test_modules.py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Success Criteria: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Scanner discovers open ports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Brute-forcer finds valid credentials/directories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DOM analyzer renders JavaScript content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Module system loads and runs plugins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## PART 4: ADVANCED TOOLING DESIGN, OBFUSCATION &amp; HARDENING (8 Hours)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4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Part 4: Advanced Tooling Design, Obfuscation &amp; Hardening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Focus: Engineering modular, resilient tools while mitigating security blind spots.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Real-World Analogy: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&gt; "Building a Swiss Army knife—the core handle stays the same, but you can swap in different tools as needed. Also ensuring the knife doesn't break or injure you."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Learning Objectives: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Implement plugin-based architecture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Apply code obfuscation techniques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Implement security hardening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Build production CLI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Package for distribution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Plugin-Based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Production-Ready Plugin System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Plugin Lifecycle: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                PLUGIN LIFECYCLE    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┌─────────────────────────────────────────────────┐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1. Discovery   - Find plugin files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2. Registration - Load metadata &amp; manifest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3. Loading     - Import and initialize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4. Execution   - Run plugin logic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5. Unloading   - Cleanup and remove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└─────────────────────────────────────────────────┘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Plugin Manifest: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PluginManifest: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name: str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version: str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description: str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requires: List[str]      # Dependencies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provides: List[str]      # Services provided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permissions: List[str]   # Required permissions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sandboxed: bool          # Run in sandbox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Security Features: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🛡️ Permission checking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🏖️ Sandboxed execution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🔐 Dependency verification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🚫 Conflict detection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Plugin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Building a Plugin System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Base Plugin: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Plugin(ABC):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get_manifest(self) -&gt; PluginManifest: pass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async def on_load(self): pass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async def on_run(self, context) -&gt; Dict: pass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async def on_unload(self): pass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ServicePlugin(Plugin):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async def get_service(self, name) -&gt; Any: pass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ScannerPlugin(Plugin):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@abstractmethod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async def scan(self, target, kwargs): pass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Plugin Loader: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PluginLoader: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discover_plugins(self, directory):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for item in directory.iterdir():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if (item / 'plugin.py').exists():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    self._load_plugin(item.name)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load_plugin(self, name):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module = importlib.import_module(name)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for attr in dir(module):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if is_plugin_class(attr):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    plugin = attr()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    plugin.on_load()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    return plugin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Code Obfuscation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Evading Signature-Based Detection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Obfuscation Techniques: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Technique | Description | Example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|-----------|-------------|---------|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| String Encoding | Encode strings (Base64, XOR, RC4) | `base64.b64decode(b'ZGF0YQ==')`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| Dynamic Imports | Import at runtime | `__import__('os')`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| Dead Code | Non-executed code | `if False: execute()`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| Variable Renaming | Random variable names | `_a1b2c3d4 = "data"`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| Control Flow | Harder to follow execution | Using `exec` and `eval`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Implementation: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StringObfuscator: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@staticmethod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xor_encoding(string, key):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encoded = XOREncoder(key).encode(string)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f'bytes.fromhex("{encoded.hex()}").decode()'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@staticmethod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split_string(string, parts=3):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fragments = [f'"{string[i:i+part_len]}"' for i in range(0, len(string), part_len)]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" + ".join(fragments)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SignatureEvasion: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@staticmethod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add_dead_code(code, ratio=0.2):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dead_templates = ['if False:', '    pass', '# Unused variable']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# Insert dead code randomly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code_with_dead_code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Obfuscation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Practical Obfuscation Examples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XOR Encoding: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XOREncoder: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__init__(self, key):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self.key = key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encode(self, data):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result = bytearray(len(data))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for i, byte in enumerate(data):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result[i] = byte ^ self.key[i % len(self.key)]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bytes(result)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Payload Obfuscation: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def obfuscate_payload(payload, level=2):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result = payload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if level &gt;= 1: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# Base64 encode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result = base64.b64encode(result.encode()).decode()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if level &gt;= 2: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# Add dead code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result = add_dead_code(result)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if level &gt;= 3: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# Variable renaming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result = rename_variables(result)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return result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Dynamic Loading: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def load_payload(encoded_payload):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# Decode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decoded = base64.b64decode(encoded_payload)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decoded = XOREncoder(key).decode(decoded)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# Execute dynamically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exec(decoded)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Security Hardening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Building Secure Code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Security Checklist: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[ ] Input validation and sanitization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[ ] Parameterized SQL queries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[ ] Escaped HTML output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[ ] Secure password hashing (bcrypt/Argon2)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[ ] SSL/TLS with certificate validation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[ ] Session management with timeouts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[ ] Rate limiting on authentication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[ ] Secure deserialization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[ ] Environment variables for secrets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[ ] Regular security updates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Input Validation: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InputValidator: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@staticmethod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sanitize_path(path):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resolved = Path(path).resolve()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if not str(resolved).startswith(str(BASE_DIR)):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raise ValueError("Path traversal detected")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resolved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@staticmethod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sanitize_command(command):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dangerous = set(['&amp;', '|', ';', '&lt;', '&gt;', '`', '$'])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if any(c in dangerous for c in command):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    raise ValueError("Command injection detected")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command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Sandboxed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Isolating Untrusted Code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Sandbox Architecture: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                 SANDBOX         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┌─────────────────────────────────────────────┐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Resource Limits: CPU, Memory, Processes   │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├─────────────────────────────────────────────┤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Timeout: Maximum execution time            │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├─────────────────────────────────────────────┤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Workspace: Temporary isolated directory    │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├─────────────────────────────────────────────┤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Import Restrictions: Allowed modules only  │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├─────────────────────────────────────────────┤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Filesystem: Restricted access              │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└─────────────────────────────────────────────┘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Implementation: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Sandbox: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__init__(self):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self.workspace = Path(tempfile.mkdtemp())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self.allowed_imports = {'math', 'json', 're'}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self.cpu_limit = 60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self.memory_limit = 256  # MB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execute(self, code, timeout=30):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# Validate imports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self.validate_imports(code)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# Set resource limits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resource.setrlimit(resource.RLIMIT_CPU, (self.cpu_limit, self.cpu_limit))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resource.setrlimit(resource.RLIMIT_AS, (self.memory_limit  1024  1024, ...))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# Execute with timeout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process = subprocess.Popen([sys.executable, script_path], ...)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stdout, stderr = process.communicate(timeout=timeout)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{'output': stdout, 'errors': stderr}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Secret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Protecting Credentials and Keys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Environment Variables: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import os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from dotenv import load_dotenv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load_dotenv()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DATABASE_URL = os.environ.get('DATABASE_URL')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API_KEY = os.environ.get('API_KEY')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SECRET_KEY = os.environ.get('SECRET_KEY')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if not SECRET_KEY: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raise ValueError("SECRET_KEY is required")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HashiCorp Vault Integration: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import hvac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class VaultClient: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__init__(self, url, token):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self.client = hvac.Client(url=url, token=token)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get_secret(self, path, key):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response = self.client.secrets.kv.v2.read_secret_version(path)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return response['data']['data'][key]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def set_secret(self, path, data):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self.client.secrets.kv.v2.create_or_update_secret(path, data)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# Usage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vault = VaultClient(url='https://vault.example.com', token='hvs.xxx')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db_password = vault.get_secret('database/creds', 'password')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Best Practices: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❌ Never commit secrets to version control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❌ Never hardcode secrets in source code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Use environment variables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Use secret management tools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Rotate secrets regularly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Production CLI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Professional Command-Line Interface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Architecture: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                  CLI ARCHITECTURE  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┌─────────────────────────────────────────────────┐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Click Framework           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Command hierarchy      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Options and arguments  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Context management     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└─────────────────────────────────────────────────┘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┌─────────────────────────────────────────────────┐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Rich Output               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Colorized output       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Tables and progress bars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Syntax highlighting    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└─────────────────────────────────────────────────┘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┌─────────────────────────────────────────────────┐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Commands                                       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│ - scan, brute, module, plugin, config, console│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└─────────────────────────────────────────────────┘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Command Structure: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@click.group()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def cli():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"""PyHack Suite - Advanced Security Framework"""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pass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@cli.command()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@click.argument('target')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@click.option('--ports', '-p', help='Ports to scan')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def scan(target, ports):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"""Scan a target host or network."""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# Implementation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@cli.group()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def module():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"""Plugin module management."""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pass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100">
                <a:solidFill>
                  <a:srgbClr val="000000"/>
                </a:solidFill>
                <a:latin typeface="Helvetica Neue"/>
              </a:defRPr>
            </a:pPr>
            <a:r>
              <a:t>@module.command('list')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def module_list():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"""List all available modules."""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# Implementation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CLI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Building the Command Interface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Rich Output: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from rich.console import Console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from rich.table import Table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from rich.progress import Progress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console = Console()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def display_results(results):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table = Table(title="Scan Results")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table.add_column("Port", style="cyan")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table.add_column("Status", style="green")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table.add_column("Service", style="yellow")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for result in results: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table.add_row(str(result.port), result.status, result.service or 'unknown')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console.print(table)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def scan_with_progress(target):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with Progress() as progress: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task = progress.add_task("Scanning...", total=None)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# Perform scan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progress.update(task, completed=True)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JSON Output: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@cli.command()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@click.option('--json', is_flag=True)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def scan(target, json):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results = perform_scan(target)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if json: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print(json.dumps([r.to_dict() for r in results], indent=2))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else: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     display_results(results)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Part 4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Testing Production Readiness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Verification Checklist: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1. Plugin System Test: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```bash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   pyhack plugin list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   pyhack plugin load myplugin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2. Obfuscation Test: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```bash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   python test_obfuscation.py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3. Sandbox Test: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```bash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   python test_sandbox.py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4. CLI Test: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```bash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   pyhack --help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   pyhack scan localhost --ports 22,80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   pyhack config --show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   pyhack console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   ```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Success Criteria: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All commands work as expected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Output is formatted beautifully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Plugins load and unload correctly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Obfuscation prevents easy reading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Sandbox prevents resource abuse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## APPENDICES (Optional: 4-8 Hours)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Appendix A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Appendix A: Scapy Deep Dive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Topics Covered: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1. 📦 Core Concepts &amp; Architecture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2. 🔧 Protocol Reference (Ethernet, IP, TCP, UDP, ICMP, ARP, DNS, HTTP)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3. 📤 Sending Packets (Layer 2 &amp; 3)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4. 📥 Sniffing Packets (BPF filters, callbacks)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5. 📊 Packet Analysis (Inspection, statistics)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6. 🎯 Advanced Techniques (Fuzzing, custom protocols)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7. ⚡ Performance Optimization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8. 🔄 Common Recipes (Port scanning, ARP poisoning, DNS spoofing)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Hands-On Labs: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Build custom packets from scratch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Sniff and analyze live traffic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Create a custom protocol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Implement TCP SYN scanning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Build an ARP spoofing tool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Appendix B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Appendix B: Asyncio &amp; Concurrency Patterns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Topics Covered: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1. 🔄 Core Concepts (Event loop, tasks, coroutines)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2. 📝 Syntax Deep Dive (`async`/`await`, tasks)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3. 📊 Running Multiple Coroutines (gather, wait, as_completed)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4. 📦 Async Context Managers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5. 📨 Async Queues (producer-consumer patterns)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6. 🔒 Synchronization Primitives (locks, semaphores, events)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7. ⏱️ Timeouts &amp; Cancellation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8. 🔄 Async Iterators &amp; Generators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9. 🌐 Async HTTP Client (aiohttp)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10. ⚡ Performance Optimization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Hands-On Labs: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Build a concurrent web scraper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Implement producer-consumer with queues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Create rate-limited HTTP client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Build async database connection pool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Appendix C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Appendix C: Security Best Practices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Topics Covered: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1. 🛡️ Input Validation &amp; Sanitization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2. 🔐 Authentication &amp; Authorization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3. 🔑 Password Security (bcrypt, Argon2)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4. 🔒 Cryptography Best Practices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5. 📁 Secure Storage &amp; Secrets Management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6. 📦 Dependency Security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7. 📊 Secure Logging &amp; Monitoring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8. 🌐 Network Security (SSL/TLS, SSH)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9. 🧪 Security Testing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10. ✅ Security Checklist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Security Checklist: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Input validation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Parameterized queries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Secure password hashing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Proper session management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HTTPS everywhere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Rate limiting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Security headers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✅ Regular updates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Primers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Primers: Foundational Knowledge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Primer 1: Python Network Programming Fundamentals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Socket programming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TCP vs UDP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Client-server architecture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Common network utilities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Error handling and best practices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Primer 2: Asynchronous Programming with Python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Async/await syntax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Event loop mechanics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Task management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Concurrency patterns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Performance optimization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Primer 3: Scapy Advanced Packet Manipulation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Packet building techniques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BPF filters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Protocol decoding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Advanced sniffing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Packet injection patterns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## COURSE WRAP-UP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What You've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PyHack Suite - Complete Framework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Summary of Deliverables: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Component | Description | Status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|-----------|-------------|--------|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Core | Config, session management, event loop | ✅ Complete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Network | Scapy, Netmiko, Paramiko integrations | ✅ Complete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Recon | Scanners, brute-forcers, DOM analysis | ✅ Complete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Modules | Plugin architecture and loaders | ✅ Complete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Utils | Obfuscation, logging, validation, sandbox | ✅ Complete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CLI | Production command-line interface | ✅ Complete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| Appendices | Deep dives and primers | ✅ Complete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Key Features: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🎯 Production-ready code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🔌 Extensible architecture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⚡ High performance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🛡️ Security-hardened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📦 Ready for deployment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What You've Learned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Technical Skills: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🔧 Infrastructure automation with Paramiko, Netmiko, Scapy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⚡ High-performance packet sniffing and injection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🕵️ Stealth reconnaissance techniques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🔌 Plugin-based architecture design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🛡️ Security hardening and obfuscation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📦 Production-grade CLI development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Architectural Principles: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Separation of concerns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Dependency injection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Plugin-based extensibility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Defense in depth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Security by design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Soft Skills: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Ethical hacking mindset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Security-first thinking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Production-quality code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Documentation and testing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Community contribution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Continuing Your Journey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Immediate Actions: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1. 🚀 Deploy the framework in authorized environments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2. 🔧 Extend with custom plugins and modules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3. 🧪 Test in lab environments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4. 📝 Document your customizations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5. 🤝 Share with the community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Advanced Topics: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Machine learning for network security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Advanced anti-forensics techniques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Zero-day exploit development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C2 infrastructure design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Advanced malware analysis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Resources: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📚 Scapy Documentation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📚 Python Asyncio Documentation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📚 OWASP Testing Guide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📚 NIST Security Guidelines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🎓 Continued education (CISSP, OSCP, etc.)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Final Thoughts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The Ethical Hacker's Creed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           THE ETHICAL HACKER'S CREED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                                     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"Understanding the attack is the first step to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building the defense."              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                                     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"Use your knowledge to protect, not to harm."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                                     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"The best defense is a proactive offense."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                                            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│  "Security is a journey, not a destination."           │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Final Message: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&gt; "You now have the tools and knowledge to create powerful security tools. Use them wisely, ethically, and responsibly. The future of cybersecurity depends on defenders who understand offense."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Questions and Discussion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Common Questions: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1. "How do I test these tools legally?"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2. "What's the difference between red team and blue team?"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3. "How do I stay current in security?"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4. "What certifications do you recommend?"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5. "How do I contribute to open-source security?"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Discussion Topics: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Career paths in security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Current security trends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Ethical dilemmas in security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Community and networking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Contact Information: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[Email]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[GitHub]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[Twitter/LinkedIn]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>
                <a:solidFill>
                  <a:srgbClr val="000000"/>
                </a:solidFill>
                <a:latin typeface="Helvetica Neue"/>
              </a:defRPr>
            </a:pPr>
            <a:r>
              <a:t>- [Website]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3200" b="1">
                <a:solidFill>
                  <a:srgbClr val="000000"/>
                </a:solidFill>
                <a:latin typeface="Helvetica Neue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2865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Course Complete!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Thank You for Attending!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Course Materials: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- 📚 Full source code available on GitHub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- 📄 Comprehensive documentation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- 🎥 Recorded sessions (if applicable)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- 📋 Exercise solutions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- 🔗 Resource links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Stay in Touch: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- Join our community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- Follow for updates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- Share your projects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- Ask questions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## Slide Deck Statistics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| Category | Count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|----------|-------|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| Total Slides | 60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| Main Series Slides | 50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| Appendix Slides | 4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| Primers Slides | 1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| Wrap-up Slides | 5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| Code Examples | 45+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| Architecture Diagrams | 30+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| Verification Steps | 25+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| Hands-on Labs | 30+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## Teaching Notes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### Time Allocation per Section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| Section | Time | Slides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|---------|------|--------|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| Course Overview | 1 hour | 1-7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| Part 0: Introduction | 1 hour | 8-10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| Part 1: Infrastructure | 6-8 hours | 11-21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| Part 2: Async Sniffing | 8 hours | 22-29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| Part 3: Reconnaissance | 8-10 hours | 30-39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| Part 4: Hardening | 8 hours | 40-50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| Appendices | 4-8 hours | 51-54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| Wrap-up | 1 hour | 55-60 |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### Delivery Recommendations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1. Hands-On Focus: 70% lab time, 30% lecture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2. Real-World Examples: Use examples from actual security assessments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3. Interactive Debugging: Walk through errors and solutions live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4. Peer Learning: Encourage pair programming for complex sections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5. Continuous Verification: Test after each step before moving on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6. Security Emphasis: Regularly reinforce ethical considerations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7. Reference Materials: Make all code available for review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8. Flexible Pacing: Adjust based on student experience levels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000">
                <a:solidFill>
                  <a:srgbClr val="000000"/>
                </a:solidFill>
                <a:latin typeface="Helvetica Neue"/>
              </a:defRPr>
            </a:pPr>
            <a:r>
              <a:t>[END OF SLIDE OUTLINE]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