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 Neue"/>
              </a:defRPr>
            </a:pPr>
            <a:r>
              <a:t>Mastering Network Packet Crafting with Scapy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66666"/>
                </a:solidFill>
                <a:latin typeface="Helvetica Neue"/>
              </a:defRPr>
            </a:pPr>
            <a:r>
              <a:t>From Ethernet Frames to Custom Protocols · Building Professional Network Analysis &amp; Security Tools in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828800" cy="381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Learning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1 — Foundations: Scapy architecture, packet stacking, PCAP I/O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2 — Layer 2 &amp; 3: Ethernet, ARP, ICMP, ping, traceroute, fragmentation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3 — Transport Layer: TCP/UDP headers, three-way handshake, port scanning, banner grabbing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4 — Sniffing &amp; Analysis: Live capture, BPF filters, HTTP/DNS/DHCP dissection, traffic dashboards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5 — Security Testing: ARP spoofing detection, DNS/DHCP monitoring, packet replay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Module 6 — Performance &amp; Custom Protocols: Async processing, high-performance capture, custom dissectors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Capstone — Enterprise Network Security Toolkit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Python 3.8+ — intermediate level (functions, classes, comprehensions)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Linux basics — command line, sudo, package management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TCP/IP working knowledge — IP addressing, ports, routing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Recommended: Wireshark, familiarity with ping/traceroute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All tools are free and open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Foundations of Packet Crafting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Install &amp; verify Scapy environment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Understand the '/' stacking operator (Russian nesting dolls model)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Build and inspect multi-layer packets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Read/write PCAP files with rdpcap / wrpcap / PcapReader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Build a PCAP analyzer with protocol distribution &amp; JSON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Packet Stacking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Think of it as Russian nesting dolls or onion layers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Outside layer → Inside layer: Ether() / IP() / TCP() / Raw()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Access layers: packet[IP].src, packet[TCP].dport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Inspect: show(), summary(), show2(), hexdump(), command()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show2() displays auto-calculated checksums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ping = Ether() / IP(dst="8.8.8.8") / ICMP()</a:t>
            </a:r>
            <a:br/>
            <a:r>
              <a:t>http = Ether() / IP(dst="192.168.1.1") / TCP(dport=80) / Raw(b"GET / HTTP/1.1\r\n\r\n")</a:t>
            </a:r>
            <a:br/>
            <a:br/>
            <a:r>
              <a:t>if ping.haslayer(TCP):</a:t>
            </a:r>
            <a:br/>
            <a:r>
              <a:t>    print(ping[TCP].dport)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Layer 2 &amp; Layer 3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Ethernet frame construction — unicast, broadcast, multicast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VLAN tagging with 802.1Q (Dot1Q) and Q-in-Q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ARP request/reply mechanics and scanner implementation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Custom ping utility with statistics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Traceroute from scratch using TTL manipulation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IP fragmentation and reassembly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ARP &amp; ICMP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ARP maps IP → MAC; requests are broadcast, replies are unicast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ARP scanning is more reliable than ping (works when ICMP is blocked)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ICMP Echo Request (type 8) / Echo Reply (type 0) — the ping packet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Traceroute sends packets with increasing TTL; routers return Time Exceeded (type 11)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Use srp() for Layer 2 send/receive; sr1() for Layer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arp_req = Ether(dst="ff:ff:ff:ff:ff:ff") / ARP(op=1, pdst="192.168.1.1")</a:t>
            </a:r>
            <a:br/>
            <a:r>
              <a:t>reply = srp1(arp_req, timeout=3)</a:t>
            </a:r>
            <a:br/>
            <a:br/>
            <a:r>
              <a:t>ping = IP(dst="8.8.8.8", ttl=64) / ICMP(type=8, id=12345, seq=1)</a:t>
            </a:r>
            <a:br/>
            <a:r>
              <a:t>reply = sr1(ping, timeout=3)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Transport Layer Protocols &amp; Reconnaissance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TCP vs UDP — connection-oriented vs connectionless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TCP header flags: SYN, ACK, FIN, RST, PSH, URG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Three-way handshake and four-way termination in Scapy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SYN (half-open), Connect, FIN, NULL, XMAS port scanning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Multi-threaded scanning with rate limiting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Service detection and banner grabbing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Port Scanning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SYN Scan — stealthy half-open; send SYN, check for SYN-ACK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Connect Scan — full handshake; no root required but noisier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UDP Scan — ICMP Port Unreachable = closed; no response = open/filtered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FIN/NULL/XMAS — stealth scans for systems not following RFC 793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Always send RST after SYN-ACK to close half-open connections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packet = IP(dst=target) / TCP(dport=port, flags="S")</a:t>
            </a:r>
            <a:br/>
            <a:r>
              <a:t>reply = sr1(packet, timeout=2)</a:t>
            </a:r>
            <a:br/>
            <a:r>
              <a:t>if reply and reply[TCP].flags &amp; 0x12:  # SYN-ACK</a:t>
            </a:r>
            <a:br/>
            <a:r>
              <a:t>    send(IP(dst=target)/TCP(dport=port, flags="R"))</a:t>
            </a:r>
            <a:br/>
            <a:r>
              <a:t>    return "open"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Packet Sniffing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Real-time capture with sniff() — prn callback, BPF filters, timeout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Kernel-level BPF filtering for performance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Protocol-specific analysis: HTTP, DNS, DHCP, ARP, TLS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Traffic statistics engine — protocol distribution, top talkers, flows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DNS monitor with caching and suspicious domain detection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Live dashboard with packet/byte rates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Sniffing &amp; BPF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sniff(filter="tcp port 80", prn=callback, store=False)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store=False for memory efficiency on long captures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BPF filters: host, net, port, src/dst, protocol, combined with and/or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Promiscuous mode captures all traffic on the wire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Use PcapReader for large files; rdpcap for small complete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sniff(filter="tcp port 80 and host 192.168.1.100",</a:t>
            </a:r>
            <a:br/>
            <a:r>
              <a:t>      prn=lambda p: print(p.summary()),</a:t>
            </a:r>
            <a:br/>
            <a:r>
              <a:t>      count=100, store=False)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Active Network Manipulation &amp; Security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ARP spoofing detection — IP-MAC mapping changes, duplicate IPs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Packet injection framework with authorization &amp; rate limiting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Packet replay from PCAP with safety controls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DNS security monitoring — tunneling, cache poisoning, DGA detection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DHCP rogue server detection via DORA sequence tracking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All techniques for authorized lab environments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Security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ARP spoofing: monitor for MAC changes on same IP, gratuitous ARP anomalies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DNS: flag long domains (&gt;50 chars), random subdomains, base64 strings, dynamic DNS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DHCP: track DORA sequence, compare server IPs against authorized list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Always implement authorization whitelists and rate limits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Log all activity for audit trails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if src_ip in ip_mac_map:</a:t>
            </a:r>
            <a:br/>
            <a:r>
              <a:t>    if ip_mac_map[src_ip] != src_mac:</a:t>
            </a:r>
            <a:br/>
            <a:r>
              <a:t>        alert(f"MAC change: {src_ip} {old} -&gt; {new}")</a:t>
            </a:r>
            <a:br/>
            <a:br/>
            <a:r>
              <a:t>if len(domain) &gt; 50 or re.search(r"[a-z0-9]{8,}\.", domain):</a:t>
            </a:r>
            <a:br/>
            <a:r>
              <a:t>    alert(f"Suspicious DNS: {domain}")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8A"/>
                </a:solidFill>
                <a:latin typeface="Helvetica Neue"/>
              </a:defRPr>
            </a:pPr>
            <a: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Automation, Performance &amp; Custom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Producer-consumer pattern for high-performance capture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Multi-threaded and asyncio-based processing pipelines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Efficient data structures: deques, bloom filters, batch processing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Custom protocol dissectors with Packet class and field bindings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Protocol fuzzing for robustness testing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  Capstone: integrated Network Security Toolkit CLI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Custom Protocols &amp; Fuzzing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Extend Scapy with Packet subclass and fields_desc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Bind layers with bind_layers(IP, MyProtocol, proto=250)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Field types: ByteField, ShortField, IntField, IPField, MACField, StrLenField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Fuzzing: mutate fields with bit flips, random values, boundary tests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Test dissection robustness against malformed packets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Consolas"/>
              </a:defRPr>
            </a:pPr>
            <a:r>
              <a:t>class MyProtocol(Packet):</a:t>
            </a:r>
            <a:br/>
            <a:r>
              <a:t>    name = "MyProtocol"</a:t>
            </a:r>
            <a:br/>
            <a:r>
              <a:t>    fields_desc = [</a:t>
            </a:r>
            <a:br/>
            <a:r>
              <a:t>        ByteField("version", 1),</a:t>
            </a:r>
            <a:br/>
            <a:r>
              <a:t>        ShortField("length", 0),</a:t>
            </a:r>
            <a:br/>
            <a:r>
              <a:t>        IntField("sequence", 0)</a:t>
            </a:r>
            <a:br/>
            <a:r>
              <a:t>    ]</a:t>
            </a:r>
            <a:br/>
            <a:br/>
            <a:r>
              <a:t>bind_layers(IP, MyProtocol, proto=250)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Capstone: Network Security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Integrated CLI: nstool scan | sniff | analyze | protocol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Discovery Engines — ARP scanner, ping suite, traceroute, port scanner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Analysis Engines — PCAP reader, protocol dissector, custom parser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Monitoring Pipelines — live sniffer, BPF filtering, flow reassembly, anomaly detection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Plugin framework for extensibility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Export &amp; logging, reporting engine, visualization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Ethics &amp; Responsible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371600" cy="254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Never test on a system or network without explicit written authorization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CFAA (US), Computer Misuse Act (UK), GDPR (EU) — know the legal framework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Practice in isolated lab environments only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Build defensive tools, not offensive weapons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>
                <a:solidFill>
                  <a:srgbClr val="666666"/>
                </a:solidFill>
                <a:latin typeface="Helvetica Neue"/>
              </a:defRPr>
            </a:pPr>
            <a:r>
              <a:t>• Disclose responsibly, stay within scope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666666"/>
                </a:solidFill>
                <a:latin typeface="Helvetica Neue"/>
              </a:defRPr>
            </a:pPr>
            <a:r>
              <a:t>Mastering Network Packet Crafting with Scapy ·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828800" cy="3810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