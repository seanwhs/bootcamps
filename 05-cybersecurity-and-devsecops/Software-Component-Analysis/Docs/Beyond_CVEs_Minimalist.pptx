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Helvetica Neue"/>
              </a:defRPr>
            </a:pPr>
            <a:r>
              <a:t>PART 0: INTRODUCTION TO THE SERIES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474720"/>
            <a:ext cx="1828800" cy="381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Title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BEYOND CVEs: THE EVOLUTION OF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SOFTWARE COMPOSITION ANALYSIS (SCA)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Socket vs. Snyk and LLM-Assisted Software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Supply Chain Security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[YOUR NAME]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[YOUR TITLE]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[DATE]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The Modern Software Reality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THE MODERN SOFTWARE REALITY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📊 STATISTICS: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90%+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Applications assembled from open-source dependencies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Codebases contain at least one vulnerability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Dependencies are over 5 years old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Faster development using packages vs. writing from scratch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🔴 THE PROBLEM: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Traditional SCA tools only check known CVEs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Attackers now target the installation process itself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0-day threats bypass traditional scanners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Supply chain attacks increased 742% in 3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WHAT YOU'LL BUILD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🏗️ COMPLETE SYSTEM ARCHITECTURE: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Foundations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npm install lifecycle analysis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Malicious script detection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Modern Dependency Risk Analysis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Behavioral capability scanning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Socket vs. Snyk comparative analysis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Asynchronous Orchestration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Resource management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Priority queuing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Phase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LEARNING OBJECTIVES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By the end of this tutorial, you will be able to: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UNDERSTAND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Limitations of CVE-based SCA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JavaScript's single-threaded execution model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How packages execute during installation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BUILD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Complete dependency security scanner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Behavioral capability detection system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AI-augmented security pipeline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CI/CD integration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DETECT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Target Audience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TARGET AUDIENCE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👨‍💻 WHO THIS IS FOR: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PREREQUISITES: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Basic JavaScript/Node.js knowledge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Familiarity with npm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Command-line comfort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Curiosity about security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NOT REQUIRED: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Prior security experience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Advanced Node.js internals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AI/ML expertise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DevOps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Series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SERIES STRUCTURE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📚 TUTORIAL ROADMAP: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(4 parts)               • JavaScript execution model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npm install lifecycle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Build security scanner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(3 parts)               • Package manifest analysis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Capability scanning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Socket vs. Snyk comparison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(2 parts)               • Concurrent scanning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Resource management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(2 parts)               • LLM integration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CI/CD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Helvetica Neue"/>
              </a:defRPr>
            </a:pPr>
            <a:r>
              <a:t>PART 1: FOUNDATIONS - UNDERSTANDING THE THREAT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474720"/>
            <a:ext cx="1828800" cy="381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The Evolution of SCA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THE EVOLUTION OF SOFTWARE COMPOSITION ANALYSIS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📜 HISTORICAL EVOLUTION: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Generation 1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CVE Matching (2000s)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Check for known vulnerabilities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Manual updates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Reactive approach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Generation 2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Automated Scanning (2010s)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Automated vulnerability detection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Dependency tree analysis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CI/CD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JavaScript Execution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JAVASCRIPT EXECUTION MODEL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🏗️ THE RUNTIME ARCHITECTURE: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CALL STACK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Function F (current)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Function 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Function D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HEAP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Objects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Functions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Closures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Buffers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EVENT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The npm Install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THE NPM INSTALL LIFECYCLE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⏱️ LIFECYCLE PHASES: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PHASE 1: PREINSTALL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Check package.json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Resolve dependencies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Run preinstall script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⚠️ HIGH RISK: Executes BEFORE installation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PHASE 2: INSTALL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Download and extract package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Run install script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Save to node_modules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⚠️ CRITICAL RISK: Scripts run with user permissions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Building the Foundation Scanner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BUILDING THE FOUNDATION SCANNER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🔧 SCANNER ARCHITECTURE: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Input: Package Directory / Package.json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Step 1: Parse package.json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Step 2: Script Analysis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Step 3: Generate Report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💻 KEY CODE COMPONENTS: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01-call-stack-visualizer.js - Visualize execution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05-install-monitor.js - Monitor install process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06-lifecycle-tracer.js - Trace npm install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07-malicious-detector.js - Detect malicious patterns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08-complete-scanner.js - Complete security scanner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Detection Rules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DETECTION RULES EXAMPLE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📋 MALICIOUS DETECTION RULES: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MAL-001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Environment Exfil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CRITICAL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process.env, .env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MAL-002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Shell Execution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exec, spawn, child_proc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MAL-003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Network Access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HIGH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Phase 1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PHASE 1: VERIFICATION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RUN THE SCANNER: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$ node 08-complete-scanner.js --path ./test-package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Expected Output: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🔒 SECURITY SCAN RESULTS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📦 Package: test-package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📌 Version: 1.0.0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🎯 Risk Level: MEDIUM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📈 Risk Score: 45/100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⚠️  Behavioral Issues: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MEDIUM: environment_access in postinstall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🔴 Vulnerabilities: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Helvetica Neue"/>
              </a:defRPr>
            </a:pPr>
            <a:r>
              <a:t>PART 2: MODERN DEPENDENCY RISK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474720"/>
            <a:ext cx="1828800" cy="381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Package Manifest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PACKAGE MANIFEST DEEP DIVE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📄 PACKAGE.JSON STRUCTURE: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"name": "my-package",           // Package identity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"version": "1.0.0",             // SemVer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"description": "...",           // Package description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"main": "index.js",             // Entry point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"scripts": {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"preinstall": "...",          // ⚠️ HIGH RISK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"install": "...",             // ⚠️ CRITICAL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"postinstall": "...",         // ⚠️ CRITICAL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"test": "..."                  // LOW RISK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"dependencies": {                // Production deps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Behavioral Capability Scanning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BEHAVIORAL CAPABILITY SCANNING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🎯 CAPABILITY TYPES: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Detection Pattern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FILESYSTEM_ACCESS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HIGH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fs., readFile, writeFile, mkdir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NETWORK_ACCESS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http., axios, fetch, socket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SHELL_EXECUTION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CRIT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exec, spawn, child_process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ENVIRONMENT_ACCESS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Typosquatting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TYPOSQUATTING DETECTION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🔍 DETECTION STRATEGIES: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Levenshtein Distance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Edit distance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expreess vs express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Character Substitution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One-char swap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exrpess vs express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Missing/Extra Letters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Length comparison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expres vs express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Pattern Matching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Dependency Confusion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DEPENDENCY CONFUSION DETECTION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🎯 ATTACK PATTERN: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1. Company uses internal package: @company/auth-service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2. Attacker publishes to public npm: auth-service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3. Public version has higher version: 999.0.0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4. npm install picks public version over private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5. Malicious code executes inside company infrastructure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🔍 DETECTION INDICATORS: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Private Package + Unscoped Dependencies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"private": true,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"name": "@company/internal-app",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"dependencies": {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Socket vs. Snyk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SOCKET VS. SNYK COMPARISON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📊 SIDE-BY-SIDE COMPARISON: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Primary Focus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Behavioral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Vulnerability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CVE Database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Limited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Comprehensive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Zero-Day Detection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Capability Analysis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Remediation Advice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Basic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Socket Integration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SOCKET INTEGRATION CODE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💻 SOCKET API INTEGRATION: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`${this.baseUrl}/packages/${name}`,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params: { version },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headers: { Authorization: `Bearer ${this.apiKey}` }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`${this.baseUrl}/packages/${name}/capabilities`,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normalizeCapabilities(data) {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type: this.mapCapabilityType(cap.type),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severity: cap.severity,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description: cap.description,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evidence: cap.evidence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📋 RESPONSE EXAMPLE: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Snyk Integration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SNYK INTEGRATION CODE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💻 SNYK API INTEGRATION: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`${this.baseUrl}/vulnerabilities`,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params: {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pkgName: name,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version: version,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ecosystem: ecosystem,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orgId: this.orgId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headers: { Authorization: `token ${this.apiKey}` }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normalizeVulnerabilities(data) {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id: item.id,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title: item.attributes.title,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Phase 2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PHASE 2: VERIFICATION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RUN THE TESTS: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$ node test-analyzer.js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$ node test-capability-scanner.js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$ node test-comparative.js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📊 TEST OUTPUT EXAMPLES: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📦 Package Analyzer Test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Package: example-package@1.0.0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Trust Score: 95/100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No risk factors detected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📊 Capability Scanner Test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Files Analyzed: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Helvetica Neue"/>
              </a:defRPr>
            </a:pPr>
            <a:r>
              <a:t>PART 3: ASYNCHRONOUS EXECUTION &amp; SECURE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474720"/>
            <a:ext cx="1828800" cy="381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The Concurrency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THE CONCURRENCY PROBLEM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📊 SCALING CHALLENGES: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Scenario: Scanning 1000+ dependencies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Sequential Processing: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Total Time: 1000 × 2s = 2000s (33 minutes)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Concurrent Processing (10 workers):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Total Time: 1000 × 2s / 10 = 200s (3.3 minutes)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⚠️ CHALLENGES: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Resource exhaustion (memory, CPU, file handles)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Race conditions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Timeouts and cancellation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Error handling and retries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Concurrency Controller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CONCURRENCY CONTROLLER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🏗️ ARCHITECTURE: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QUEUE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Processing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RESULTS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Success: 45   • Failed: 2   • Timed out: 1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💻 KEY FEATURES: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Configurable concurrency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Automatic retry with backoff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Timeout handling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AbortController support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Progress tracking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Resource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RESOURCE MANAGEMENT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📊 RESOURCE MONITORING: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Resource Manager Metrics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Health Status: ✅ Healthy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🔧 RESOURCE MANAGEMENT STRATEGIES: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1. Memory Pressure Detection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reduceConcurrency();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clearCaches();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waitForRecovery();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2. CPU Throttling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increaseDelay();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reduceWorkers();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Priority Queue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PRIORITY QUEUE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🎯 PRIORITY LEVELS: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CRITICAL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Immediate execution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Security patches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HIGH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Urgent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Production dependencies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MEDIUM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Normal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Development dependencies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Background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Streaming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STREAMING RESULTS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📊 REAL-TIME PROCESSING: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Buffer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Flush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File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Buffer Size: 100 items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Flush Interval: 5 seconds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Format: JSON / NDJSON / CSV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Active Workers: 4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Results Buffered: 56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💻 STREAMING EVENTS: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stream.on('result', (data) =&gt; {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Phase 3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PHASE 3: VERIFICATION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RUN THE TESTS: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$ node test-scanner.js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$ node test-orchestrator.js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📊 TEST OUTPUT EXAMPLES: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📊 SCAN SUMMARY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📦 Packages: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Total: 50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Success: 48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❌ Failed: 2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🎯 Risk Distribution: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CRITICAL: 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Helvetica Neue"/>
              </a:defRPr>
            </a:pPr>
            <a:r>
              <a:t>PART 4: AI-AUGMENTED SOFTWARE SUPPLY CHAIN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474720"/>
            <a:ext cx="1828800" cy="381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Why AI in Security?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WHY AI IN SECURITY?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🧠 AI AUGMENTS, DOES NOT REPLACE: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Human Security Team + AI = Better Together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AI Strengths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Analyze thousands of packages quickly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Identify patterns and anomalies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Generate human-readable explanations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Prioritize and triage findings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Human Strengths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Contextual understanding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Business and strategic decisions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Complex policy enforcement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LLM Integration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LLM INTEGRATION ARCHITECTURE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🏗️ AI-AUGMENTED PIPELINE: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1. Input Data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Package: express@4.18.2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Capabilities: [filesystem, network]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Vulnerabilities: [CVE-2023-12345]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2. Prompt Engineering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System Prompt: You are a security expert...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Task Prompt: Analyze this package...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Context: Here are the findings...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Output Schema: Return JSON with fields...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3. LLM Processing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Prompt Engineering for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PROMPT ENGINEERING FOR SECURITY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📝 PROMPT STRUCTURE: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SYSTEM PROMPT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You are a senior security engineer specializing in...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Communication style: Be precise and technical...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Constraints: Never recommend insecure solutions...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USER PROMPT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Analyze this package: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Package: ${name}@${version}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Capabilities: ${capabilities}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Vulnerabilities: ${vulnerabilities}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Return JSON with: summary, riskLevel, ...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JSON Schema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JSON SCHEMA VALIDATION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📋 SECURITY ANALYSIS SCHEMA: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"capabilities", "vulnerabilities"],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"summary": {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"riskLevel": {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"riskScore": {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"capabilities": {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🛡️ VALIDATION BENEFITS: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Ensures AI outputs are structured and complete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Prevents malformed data from entering the system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Enables automated processing of AI results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Provides clear error messages for debugging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Policy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POLICY ENGINE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🔒 POLICY TYPES: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Risk Level: CRITICAL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BLOCK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Risk Level: HIGH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REVIEW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Yes (with justification)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Risk Level: MEDIUM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Risk Level: LOW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APPROVE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Capability: SHELL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Capability: FILESYSTEM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CI/CD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CI/CD INTEGRATION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🔄 INTEGRATION FLOW: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GitHub Actions / GitLab CI / Jenkins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Push/PR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Security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Policy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Event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Scan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Check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Pass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❌ Fail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Approve PR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Notification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NOTIFICATION SYSTEM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📢 NOTIFICATION CHANNELS: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Webhook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SMTP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Notification Service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Send alerts based on severity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Support multiple channels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Rate limiting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Retry logic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📊 ALERT LEVELS: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CRITICAL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Slack +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Webhook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WEBHOOK SERVER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🔌 WEBHOOK ENDPOINTS: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POST /webhook/scan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Receive security scan results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POST /webhook/policy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Receive policy violations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POST /webhook/ai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Receive AI analysis results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POST /webhook/remediate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Receive remediation actions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GET /health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Health check endpoint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Helvetica Neue"/>
              </a:defRPr>
            </a:pPr>
            <a:r>
              <a:t>Phase 4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97280" cy="254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PHASE 4: VERIFICATION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RUN THE TESTS: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$ node test-ai-orchestrator.js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$ node ci-cd-integration.js --mode ci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$ node ci-cd-integration.js --webhook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📊 TEST OUTPUT EXAMPLES: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🤖 AI-AUGMENTED SECURITY REPORT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📊 Summary: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Total Packages: 8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✅ Successful: 8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❌ Failed: 0</a:t>
            </a:r>
          </a:p>
          <a:p>
            <a:pPr>
              <a:spcAft>
                <a:spcPts val="1200"/>
              </a:spcAft>
              <a:defRPr sz="1500">
                <a:solidFill>
                  <a:srgbClr val="1A1A1A"/>
                </a:solidFill>
                <a:latin typeface="Helvetica Neue"/>
              </a:defRPr>
            </a:pPr>
            <a:r>
              <a:t>🧠 AI Analyzed: 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Helvetica Neue"/>
              </a:defRPr>
            </a:pPr>
            <a:r>
              <a:t>Complete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555555"/>
                </a:solidFill>
                <a:latin typeface="Helvetica Neue"/>
              </a:defRPr>
            </a:pPr>
            <a:r>
              <a:t>COMPLETE 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74720"/>
            <a:ext cx="1828800" cy="381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Helvetica Neue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555555"/>
                </a:solidFill>
                <a:latin typeface="Helvetica Neue"/>
              </a:defRPr>
            </a:pPr>
            <a: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74720"/>
            <a:ext cx="1828800" cy="381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Helvetica Neue"/>
              </a:defRPr>
            </a:pPr>
            <a:r>
              <a:t>Production Deployment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555555"/>
                </a:solidFill>
                <a:latin typeface="Helvetica Neue"/>
              </a:defRPr>
            </a:pPr>
            <a:r>
              <a:t>PRODUCTION DEPLOYMENT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74720"/>
            <a:ext cx="1828800" cy="381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Helvetica Neue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555555"/>
                </a:solidFill>
                <a:latin typeface="Helvetica Neue"/>
              </a:defRPr>
            </a:pPr>
            <a: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74720"/>
            <a:ext cx="1828800" cy="381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Helvetica Neue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555555"/>
                </a:solidFill>
                <a:latin typeface="Helvetica Neue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74720"/>
            <a:ext cx="1828800" cy="381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