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Calibri"/>
              </a:rPr>
              <a:t>Practical Malware Analysis</a:t>
            </a:r>
          </a:p>
          <a:p>
            <a:pPr algn="ctr">
              <a:spcBef>
                <a:spcPts val="2000"/>
              </a:spcBef>
            </a:pPr>
            <a:r>
              <a:rPr sz="2000" b="0">
                <a:solidFill>
                  <a:srgbClr val="787878"/>
                </a:solidFill>
                <a:latin typeface="Calibri"/>
              </a:rPr>
              <a:t>A Systems Engineering Approach to Malware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11480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What You Will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**Analysis Pipeline** (Phases 1-4)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Modular, containerized malware analysis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Static analysis, dynamic execution, RE, adversarial detection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**Enterprise Platform** (Phase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Full web-based intelligence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REST API, workers, dashboard, SIEM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What You Will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Big Picture: Two Complete Systems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Unified Data Model: SampleReport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Single schema used throughout the series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Each phase enriches the same object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Clear through-line from start to finish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The Core Mental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Two Concepts That Separate Junior from Senior Analysts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Data Plane vs Control Plane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┌─────────────────────────────────────────────────────────────┐
│                    CONTROL PLANE                            │
│  (Orchestration, Scheduling, API, Workers, Reporting)      │
├─────────────────────────────────────────────────────────────┤
│                    DATA PLANE                               │
│  (Static Analysis, Dynamic Analysis, RE, Scoring)          │
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Structured LLM Outputs with Explicit Failure Handling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1. Send Prompt → Get JSON
2. Validate Against Pydantic Schema
3. If Valid → Extract + Confidence Score
4. If Invalid → Retry (3x max)
5. If Still Invalid → Mark for Human Review
6. If Confidence &lt; Threshold → Flag for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Target Audience &amp; Prerequisites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You're Here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**Engineers**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 become security engineers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**Security Analysts**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 become engineers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**Developers**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 understand malware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**SOC Teams**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 build better detections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Target Audience &amp;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Who This Is For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Prerequisites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Course Structure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 Phases, 18 Modules, 9 Appendices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COURSE STRUCTURE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Phase 0: Foundations                  │  1 Module (Introduction)      │
│  ├── Docker-first environment          │                               │
│  ├── Data vs Control Plane             │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The Unified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SampleReport Schema - The Heart of Everything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class SampleReport(BaseModel):
    # Identification
    sample_id: str
    sha256: str
    filename: str
    # Layer 1: Static Analysis
    static_features: Optional[StaticFeatures]
    # Layer 2: Dynamic Analysis
    dynamic_events: List[DynamicEvent]
    # Layer 3: Reverse Engineering
    re_insights: Optional[REInsights]
    # Layer 4: Adversarial Analysis
    threat_mapping: Optional[ThreatMapping]
    # Scoring
    risk_score: float = 0.0  # 0-10
    confidence: flo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Analogy: A Medical Chart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Static analysis = Initial examination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Dynamic analysis = Behavioral observation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Reverse engineering = Deep tissue scan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Threat mapping = Diagnosis &amp; treatment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PART 1: PHASE 0 - FOUNDATIONS &amp; MENTAL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0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Title: Foundations &amp; Mental Models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Duration: 30-45 minutes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Modules: 1 (Introduction)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Learning Objectives: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Understand the course scope and architecture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Grasp Data Plane vs Control Plane concept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Understand the unified SampleReport schema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Set up Docker-first environment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Establish OpSec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Data Plane vs Control Plane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Restaurant Analogy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CONTROL PLANE                                       │
│  (The Manager/Ordering System)                                        │
│  • Takes orders (API)                                                │
│  • Assigns tables (Workers)                                          │
│  • Tracks status (Monitoring)                                        │
│  • Handles complaints (Error Handling)               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In Malware Analysis: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Data Plane = Running the analysis itself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Control Plane = Orchestrating the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Docker-First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**Reproducibility**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Same environment everywhere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**Isolation**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 dependency conflicts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**Cross-Platform**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Works on any OS (including Apple Silicon)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**Version Control**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Exact tool versions captured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**Cleanup**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Easy to tear down and rebuild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Docker-First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Why Docker?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Project 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The SampleReport Schema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Detailed Schema Breakdown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StaticFeatures: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class StaticFeatures(BaseModel):
    # File identification
    filename: str
    file_size: int
    magic_type: str
    mime_type: str
    # Cryptographic hashes
    md5: str
    sha1: str
    sha256: str
    sha512: Optional[str]
    # Structural analysis
    entropy: float          # 0-8
    is_packed: bool
    packer_name: Optional[str]
    # Strings
    strings: List[str]
    ascii_strings: List[str]
    unicode_strings: List[str]
    # YARA
    yara_matches: List[Dict]
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What It Tracks: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File identification → What kind of file is it?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Hashes → Unique fingerprint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Entropy → Is it packed/encrypted?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Strings → What text does it contain?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YARA → Does it match known threats?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LLM → What does the AI think?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OpSec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**Isolation**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Never analyze on production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Always use VMs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**Network**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Control outbound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Host-only or simulated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**Data**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Handle samples with care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Encrypted storage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**Sharing**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Only share sanitized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Hash, not full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**Documentation**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Record everything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Timestamped notes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OpSec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Operational Security for Malware Analysis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Example Security Checklist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Key Takeaways - Phase 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Summary of Part 0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PHASE 0 TAKEAWAYS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✓ You understand what you're building                                 │
│  ✓ You grasp Data Plane vs Control Plane                               │
│  ✓ You understand the SampleReport schema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PART 2: PHASE 1 - STATIC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1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Title: Static Analysis &amp; Signal Collection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Duration: 8-10 hours hands-on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Modules: 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Learning Objectives: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Build Dockerized static analysis CLI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Parse PE/ELF binaries with error resilience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Engineer maintainable YARA rules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Detect anti-analysis techniques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Artifact: `malware-triage` CLI tool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Static Analysis - The "Airport Security" Analogy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AIRPORT SECURITY CHECKPOINT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Passenger (File) Arrives                                              │
│       │                                                                │
│       ▼                                   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1.1 - Zero-Config Triage Hook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First Line of Defense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What It Does: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Hashes → MD5, SHA1, SHA256, SHA512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File type → Magic bytes detection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3. Entropy → Detect packing/encryption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4. Strings → ASCII and Unicode extraction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5. YARA → Pattern matching against known threats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6. LLM extraction → Structured JSON with confidence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Dockerized CLI Usage: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docker-compose run --rm malware-triage analyze /samples/sample.exe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Output: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{
  "sample_id": "550e8400...",
  "sha256": "e3b0c442...",
  "filename": "sample.exe",
  "entropy": 7.2,
  "is_packed": true,
  "yara_count": 3,
  "llm_confidence": 0.85
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1.1 - Technical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Key Implementation Details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Entropy Calculation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def calculate_entropy(data: bytes) -&gt; float:
    byte_counts = Counter(data)
    total = len(data)
    entropy = 0.0
    for count in byte_counts.values():
        frequency = count / total
        entropy -= frequency * math.log2(frequency)
    return entropy
# Interpretation:
# 0.0 - 4.0: Low (text, uncompressed)
# 4.0 - 6.0: Medium (compressed)
# 6.0 - 8.0: High (encrypted, packed)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String Extraction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def extract_strings(data: bytes, min_len: int = 4):
    # ASCII: 32-126 printable characters
    ascii_pattern = rb'[\x20-\x7E]{' + str(min_len).encode() + rb',}'
    # Unicode: UTF-16LE
    unicode_pattern = rb'(?:[^\x00-\x1F]\x00){' + str(min_len).encode() + rb',}'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1.2 - Deep Binary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PE &amp; ELF Parsing with Error Resilience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PE File Structure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PE FILE STRUCTURE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DOS Header (64 bytes)                                                 │
│  └── MZ Magic + e_lfanew (offset to NT headers)                       │
│                                        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1.2 - Error Resilience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Why Malware Breaks Parsers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Common Malformations: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Corrupted headers → Malware deliberately breaks PE structure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Inconsistent sizes → Mismatch between virtual and raw sizes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3. Invalid imports → Non-existent DLLs or functions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4. Overlapping sections → Sections that overlap in memory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Our Approach: Never Crash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try:
    pe = pefile.PE(file_path)
except PEFormatError as e:
    # Still try to parse what we can
    validation_errors.append(f"PE format error: {e}")
    return partial_data
# Always return partial data with error annotations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Parsing Strategy: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Fast parse first (headers only)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Graceful degradation → Return what you can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3. Always validate → Check what you parsed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4. Never crash → Exception handling everywhere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1.3 - YARA Rule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**Meta**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Metadata (description, author, severity)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`severity = "high"`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**Strings**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Patterns to search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`$a = "malware.exe"`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**Condition**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Logic for matching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`$a and $b`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1.3 - YARA Rule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Pattern-Matching Engine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Rule Anatomy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Rule Components: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1.3 - Advanced YARA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 Tips for Better Rules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String Modifiers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$nocase = "malware" nocase           // Case-insensitive
$wide = "text" wide                  // Unicode
$full = "exe" fullword               // Word boundaries
$xored = "malware" xor(0xAA)        // XOR encrypted
$base64 = "malware" base64          // Base64 encoded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Complex Conditions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// Count occurrences
#a &gt; 3
// At least 2 of 4 strings
2 of ($a, $b, $c, $d)
// Any string
any of ($a, $b, $c)
// All strings
all of ($a, $b, $c)
// PE-specific
pe.is_pe and pe.entry_point == 0x401000
// Section analysis
for any section in pe.sections : (
    section.entropy &gt; 6.5 and
    section.name == ".text"
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1.3 - Rule Testing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Validating Rules Before Deployment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Key Metrics: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Precision = TP / (TP + FP)   // How accurate?
Recall = TP / (TP + FN)      // How complete?
F1 Score = 2 * (P * R) / (P + R)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Rule Testing Workflow: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python rule_tester.py \
    --rules yara_rules/ \
    --malicious samples/malicious/ \
    --benign samples/benign/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Example Output: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RULE TEST RESULTS                                   │
├─────────────────────────────────────────────────────────────────────────┤
│ Rule                 │ Matches │ FP │ FN │ Precision │ Recall │ F1    │
├─────────────────────────────────────────────────────────────────────────┤
│ Banking_Zeus_Generic │ 15      │ 0  │ 2  │ 1.000     │ 0.882  │ 0.937 │
│ Ransomware_WannaCry  │ 8       │ 1  │ 1  │ 0.88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1.4 - Anti-Analysis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Detection Method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**Anti-Debug**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IsDebuggerPresent, NtGlobalFlag, timing checks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**Anti-VM**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CPUID, MAC addresses, VMware/VirtualBox 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**Anti-Sandbox**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Sleep loops, user interaction, environment checks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**Packing**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High entropy, suspicious sections, few imports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1.4 - Anti-Analysis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Detecting When Malware Tries to Hide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Types of Evasion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YARA Rules for Anti-Analysis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1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You've Built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PHASE 1 DELIVERABLES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✓ Dockerized CLI: malware-triage                                      │
│  ✓ Static analysis: Hashes, entropy, strings, YARA                    │
│  ✓ PE/ELF parsing with error resilience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PART 3: PHASE 2 - DYNAMIC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2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Title: Dynamic Execution &amp; Telemetry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Duration: 10-12 hours hands-on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Modules: 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Learning Objectives: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Build isolated VM environment (QEMU/libvirt)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Capture behavioral telemetry (process, file, registry)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Detect C2 communication patterns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Perform memory forensics (Volatility)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Artifact: Complete dynamic analysis pipeline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Dynamic Analysis - The "Zoo" Analogy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ZOO ENCLOSURE   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Dangerous Animal (Malware)                                            │
│       │                                                                │
│       ▼                                    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2.1 - Isolated Detonation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QEMU/Libvirt Orchestration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Architecture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VM ORCHESTRATION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┌─────────────┐  ┌─────────────┐  ┌─────────────┐                   │
│  │   Manager   │  │  Snapshot   │  │  Network    │                   │
│  │   (Start/   │  │  Manager   │  │  (Isolate/  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Snapshot Workflow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1. Take Snapshot → Clean state
2. Execute Malware → Observe behavior
3. Collect Artifacts → Extract evidence
4. Restore Snapshot → Clean state for next run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2.1 - VM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YAML Configuration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windows_10:
  name: "malware_analysis_windows"
  os: "windows"
  version: "10"
  arch: "x86_64"
  # Hardware
  memory: 4096   # MB
  cpu_cores: 2
  disk_size: 40  # GB
  # Network
  network:
    interface: "user"  # User-mode networking
  # Analysis settings
  timeout: 300  # Seconds
  memory_dump: true
  capture_network: true
  capture_filesystem: true
  capture_registry: true
  # Credentials
  credentials:
    username: "analyst"
    password: "MalwareAnalysis2024!"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2.2 - Behavioral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Captures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**Process Monitor**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 creation, termination, command lines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**File Monitor**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File creation, modification, deletion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**Registry Monitor**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Registry key/value changes (Windows)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**Network Monitor**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Connections, DNS queries, data transfers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2.2 - Behavioral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"Surveillance Camera" System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Four Sensors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Telemetry Model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Example Event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2.3 - Network &amp; C2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**Beaconing**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Regular check-ins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Periodic connections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**DGA**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Algorithmic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High entropy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**Suspicious Ports**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Unusual port usage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Ports like 4444, 31337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**Known C2**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Threat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IP/Domain reputation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**Exfiltration**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Large data transfers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Outbound data volume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2.3 - Network &amp; C2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Finding the Malware's "Phone Home"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C2 Detection Techniques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DGA Detection Example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2.4 - Memory Forensics with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Tells Us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**Hidden Processes**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 hiding (rootkits)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**Injected Code**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 hollowing, DLL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**Network Artifacts**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Connections, DNS cache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**Registry Artifacts**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Registry state in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**Files in Memory**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Dropped files, executables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2.4 - Memory Forensics with Volatility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Analyzing the Malware's "Memory"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Memory Forensics Reveals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Volatility Workflow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2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You've Built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PHASE 2 DELIVERABLES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✓ QEMU/Libvirt VM orchestration                                      │
│  ✓ Snapshot management for clean state                               │
│  ✓ Behavioral telemetry (process, file, registry,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PART 4: PHASE 3 - REVERSE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3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Title: Reverse Engineering &amp; Semantic Understanding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Duration: 8-10 hours hands-on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Modules: 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Learning Objectives: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Read and understand x86/x64 assembly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Automate Ghidra for binary analysis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Use LLMs to understand code (with failure handling)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Reconstruct payloads and C2 infrastructure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Artifact: Complete RE analysis pipeline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Reverse Engineering - The "Book Translation" Analogy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BOOK TRANSLATION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Original Manuscript (Source Code)                                    │
│       │                                                                │
│       ▼                                      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3.1 - Disassembly 101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Developer-Friendly Introduction to Assembly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Key Concepts: Registers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Common Instructions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3.1 - Function Prologue/Epilogue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Recognizing Function Boundaries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Prologue (Function Setup)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push rbp           ; Save caller's frame
mov rbp, rsp       ; Set new frame
sub rsp, 0x20      ; Allocate locals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Epilogue (Function Teardown)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add rsp, 0x20      ; Deallocate locals
pop rbp            ; Restore caller's frame
ret                ; Return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Complete Example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// C Code
int add(int a, int b) {
    return a + b;
}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; Assembly
add:
    push rbp
    mov rbp, rsp
    mov eax, ecx    ; a (first argument)
    add eax, edx    ; a + b (second argument)
    pop rbp
    ret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3.2 - Ghidra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Running Ghidra Without the GUI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Headless Mode Benefits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Scale → Analyze hundreds of samples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Automation → Part of your pipeline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Consistency → Same analysis every time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Integration → Feed results into SampleReport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Command Example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analyzeHeadless /tmp/project ProjectName \
    -import sample.exe \
    -analysis \
    -scriptPath ./scripts \
    -postScript ghidra_analysis.java output.json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Ghidra Extracts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Functions and their addresses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Function calls (call graph)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Basic blocks (control flow)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Decompiled code (C-like)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Strings and constants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3.2 - Ghidra Scripting (Java)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Extracting Structured Data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// Basic Script Template
public class GhidraAnalysisScript extends GhidraScript {
    @Override
    protected void run() throws Exception {
        Program program = getCurrentProgram();
        FunctionManager funcManager = program.getFunctionManager();
        // JSON result
        JSONObject result = new JSONObject();
        JSONArray functions = new JSONArray();
        // Iterate functions
        for (Function func : funcManager.getFunctions(true)) {
            JS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3.3 - LLM-Augmented 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AI-Powered Code Understanding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LLM Pattern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LLM ANALYSIS PIPELINE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1. Decompiled Code + Context                                          │
│       │                                                                │
│       ▼                                      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3.3 - LLM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Engineering Effective Prompts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Function Analysis Prompt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prompt = f"""
You are an expert malware analyst. Analyze this decompiled function.
Function: {function_name}
Code: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{decompiled_code}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
Return JSON:
{{
    "purpose": "What the function does",
    "suspicious": true/false,
    "api_calls": ["list", "of", "apis"],
    "confidence": 0.0-1.0,
    "patterns": ["encryption", "network", "injection"]
}}
"""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Malware Purpose Prompt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prompt = f"""
Analyze this malware's overall purpose.
Functions found: {len(functions)}
API calls: {', '.join(api_calls[:20])}
Return JSON:
{{
    "overall_purpose": "What the malware does",
    "capabilities": ["list", "of", "capabilities"],
    "confidence": 0.0-1.0,
    "mitre_attack": ["TXXXX"],
    "family": "malware family if identifiable"
}}
"""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3.4 - Payload Reconstruction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**Embedded PE/ELF**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Scan for MZ/ELF magic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**Encrypted Data**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Detect XOR/AES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**C2 URLs/IPs**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Extract from strings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**Configuration**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Extract embedded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**Decrypted Payloads**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Apply discovered keys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3.4 - Payload Reconstruction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Extracting the Malware's "Contents"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We Reconstruct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Payload Extraction Workflow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3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You've Built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PHASE 3 DELIVERABLES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✓ Understanding of x86/x64 assembly                                  │
│  ✓ Ghidra headless automation                                         │
│  ✓ LLM-augmented analysis with retry logic     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PART 5: PHASE 4 - ADVERSARIAL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4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Title: Adversarial Analysis &amp; Automation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Duration: 6-8 hours hands-on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Modules: 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Learning Objectives: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Detect and defeat anti-analysis techniques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Automatically unpack packed malware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Generate unified threat scores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Mask lab environment fingerprints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Artifact: Complete adversarial analysis toolkit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Adversarial Analysis - The "Cat and Mouse"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CAT AND MOUSE   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Mouse (Malware)                                                       │
│       │                                                                │
│       ▼                                     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4.1 - Anti-Analysis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Techniques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**Anti-Debug**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IsDebuggerPresent, NtGlobalFlag, timing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API detection, string scanning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**Anti-VM**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CPUID, MAC addresses, 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String scanning, MAC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**Anti-Sandbox**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Sleep loops, user interaction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Pattern recognition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**Anti-Forensics**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Self-deletion, anti-dumping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Behavior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4.1 - Anti-Analysis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Identifying Evasion Techniques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Detection Categories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Code Example: Anti-Debug API Detection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4.2 - Dynamic Unpacking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"Russian Doll" Problem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Packer Detection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PACKER DETECTION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Method 1: Section Names                                               │
│  ┌─────────────────────────────────────────────────────────────────┐   │
│  │ UPX:       UPX0, UPX1  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Unpacking Workflow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1. Detect Packer
   ├── Identify UPX, ASPack, Themida, etc.
   └── Create detection evidence
2. Choose Method
   ├── Static: UPX -d (if UPX)
   ├── Dynamic: Execute in VM
   └── Emulation: Unicorn, QEMU
3. Hook Unpacking
   ├── VirtualAlloc → Memory allocation
   ├── VirtualProtect → Protection change
   └── CreateThread → Thread creation
4. Dump Memory
   ├── Capture process memory
   └── Write to file
5. Reconstruct PE
   ├── Scan for MZ header
   └── Build valid PE file
6. Validate
   ├─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4.3 - Scoring &amp;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**Static**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YARA matches, packing, entropy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**Dynamic**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Processes, files, registry,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**RE**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Suspicious functions, API calls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**Adversarial**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Anti-analysis techniques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4.3 - Scoring &amp;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"Medical Diagnosis"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Scoring Factors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Scoring Formula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MITRE ATT&amp;CK Mapping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4.4 - Lab Environment Masking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Malware Detects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We Mask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**VM Strings**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VMware, VirtualBox strings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Remove/rename strings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**MAC Address**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VMware/VirtualBox prefixes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Spoof MAC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**CPUID**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Hypervisor bit in CPUID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Intercept CPUID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**Devices**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VMware SVGA, VBox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Rename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**Processes**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vmtoolsd, VBoxService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Hide processes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4.4 - Lab Environment Masking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"Undercover Spy"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We Mask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Implementation Example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Realistic MAC Addresses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4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You've Built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PHASE 4 DELIVERABLES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✓ Anti-analysis detection (anti-debug, anti-VM, anti-sandbox)       │
│  ✓ Dynamic unpacking engine                                          │
│  ✓ Unified scoring and intelligence engine       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PART 6: PHASE 5 - ENTERPRISE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5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Title: Control Plane &amp; Enterprise Platform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Duration: 8-10 hours hands-on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Modules: 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C5A"/>
                </a:solidFill>
                <a:latin typeface="Calibri"/>
              </a:rPr>
              <a:t>Learning Objectives: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Build REST API with FastAPI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Create distributed workers with Celery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Integrate with SIEM and threat intelligence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Build continuous analysis pipelines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Implement purple team capabilities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Artifact: Full Malware Intelligence Platform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Control Plane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"Air Traffic Control" Tower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CONTROL PLANE ARCHITECTURE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┌─────────────────────────────────────────────────────────────────┐   │
│  │                         Load Balancer                            │   │
│  └──────────────────────────────────────────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5.1 - API &amp; Workers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`/api/v1/samples`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Submit sample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`/api/v1/samples/{id}`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Get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`/api/v1/samples`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List samples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`/api/v1/queue/status`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Queue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`/api/v1/reports/{id}/download`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Download report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`/api/v1/health`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Health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5.1 - API &amp;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FastAPI + Celery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API Endpoints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Celery Task Example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5.2 - SIEM &amp; Threat Intel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Connecting to the Security Ecosystem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SIEM Integration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SIEM INTEGRATION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Malware Platform                                                      │
│       │                                                                │
│       ▼                   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STIX/TAXII Export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def create_stix_bundle(sample_data):
    bundle = {
        "type": "bundle",
        "objects": [
            {
                "type": "indicator",
                "pattern": f"[file:hashes.'SHA-256' = '{sha256}']",
                "pattern_type": "stix",
                "labels": ["malicious"]
            },
            {
                "type": "observed-data",
                "objects": {
                    "file": {
                        "type": "file",
                        "name": f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5.3 - Continuous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"Always-On" Analysis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Pipeline Components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CONTINUOUS PIPELINES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┌─────────────────────────────────────────────────────────────────┐   │
│  │ 1. MONITOR                                                       │   │
│  │  ├── Directories (watch folders)         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5.3 - Scheduled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Automating Analysis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Celery Beat Configuration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from celery.schedules import crontab
app.conf.beat_schedule = {
    'recent_samples': {
        'task': 'workers.tasks.process_recent_samples',
        'schedule': crontab(minute='*/30'),
    },
    'daily_sweep': {
        'task': 'workers.tasks.daily_sweep',
        'schedule': crontab(hour=2, minute=0),
    },
    'update_yara_rules': {
        'task': 'workers.tasks.update_yara_rules',
        'schedule': crontab(hour=4, minute=0, day_of_week='sunday'),
    },
    'weekly_report': {
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YARA Rule Updater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class RuleUpdater:
    def update_rules(self):
        sources = [
            'https://github.com/Yara-Rules/rules.git',
            'https://github.com/reversinglabs/yara-rules.git'
        ]
        for source in sources:
            self._git_pull(source)
        self._reload_rules()
        return {'updated': True}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Module 5.4 - Purple Team &amp; Detection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Closing the Loop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Detection Engineering Workflow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DETECTION ENGINEERING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1. Malware Analysis                                                   │
│       │                                                                │
│       ▼                   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Rule Generation Example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def generate_yara_rule(sample_data):
    strings = sample_data.get('strings', [])[:10]
    sha256 = sample_data.get('sha256', '')
    rule = f"""
rule {sha256[:16]}_Custom {{
    meta:
        description = "Generated from analysis"
        sample_sha256 = "{sha256}"
        author = "Detection Engineer"
    strings:
"""
    for i, s in enumerate(strings):
        rule += f'        $s{i} = "{s}" ascii\n'
    rule += """
    condition:
        any of them
}
"""
    return rule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Phase 5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Complete Platform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PHASE 5 DELIVERABLES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✓ REST API (FastAPI)                                                │
│  ✓ Distributed workers (Celery + Redis)                              │
│  ✓ PostgreSQL database                           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A"/>
                </a:solidFill>
                <a:latin typeface="Calibri"/>
              </a:rPr>
              <a:t>PART 7: 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27432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Course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Technologies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Static Analysis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Docker, Python, YARA, PE/ELF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Dynamic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QEMU/libvirt, Volatility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Reverse Engineering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Ghidra, LLMs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Adversarial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Unpacking,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Phase 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Enterprise Platform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FastAPI, Celery, Redis, PostgreSQL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Course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What You've Built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Total Lines of Code: 10,000+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Tools Mastered: 15+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Analysis Techniques: 20+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Career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┌─────────────────────────────────────────────────────────────────────────┐
│                    CAREER PATHS                                        │
├─────────────────────────────────────────────────────────────────────────┤
│                                                                         │
│  ┌─────────────┐  ┌─────────────┐  ┌─────────────┐                   │
│  │   Malware   │  │   Threat    │  │  Detection  │                   │
│  │   Analyst   │  │   Hunter    │  │  Engineer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Roles You're Now Qualified For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Malware Analyst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Reverse Engineer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Detection Engineer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Security Engineer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Incident Responder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Threat Hunter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Security Researcher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Immediate Actions</a:t>
            </a:r>
          </a:p>
          <a:p>
            <a:pPr>
              <a:spcAft>
                <a:spcPts val="1200"/>
              </a:spcAft>
            </a:pPr>
            <a:r>
              <a:rPr sz="1000" b="0">
                <a:solidFill>
                  <a:srgbClr val="787878"/>
                </a:solidFill>
                <a:latin typeface="Calibri"/>
              </a:rPr>
              <a:t>1. Practice, Practice, Practice
   └── Analyze real malware samples (safely in VMs)
2. Build Your Portfolio
   └── Document your analyses in public reports
3. Join the Community
   └── Reddit: r/ReverseEngineering
   └── Twitter: #malwareanalysis
   └── Forums: MalwareTips
4. Get Certified
   └── GIAC Reverse Engineering Malware (GREM)
   └── SANS FOR610
5. Stay Current
   └── Read threat intelligence feeds
   └── Follow security blogs
   └── Attend conferences (Black Hat, DEF CON, RSA)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Advanced Topics to Explore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Mobile malware analysis (Android/iOS)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Cloud security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IoT/embedded security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AI/ML security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Firmware analysis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Kernel exploitation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Practical Malware Analysis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Sikorski &amp; Honig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Comprehensive guide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The Art of Memory Forensics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Hale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Memory forensics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Reverse Engineering for Beginners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Dennis Yurichev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 fundamentals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Windows Internals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Russinovich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Windows internals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Books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Websites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[VirusTotal](https://www.virustotal.com/)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[MITRE ATT&amp;CK](https://attack.mitre.org/)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[MalwareBazaar](https://bazaar.abuse.ch/)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[AlienVault OTX](https://otx.alienvault.com/)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Tools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Ghidra (free RE framework)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Volatility (memory forensics)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YARA (pattern matching)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IDA Pro (advanced disassembly)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Binary Ninja (modern RE tool)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Final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Technique ID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T1055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 Injection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T1059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Command and Scripting Interpreter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T1071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Application Layer Protocol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T1486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Data Encrypted for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T1547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Boot or Logon Autostart Execution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T1003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Credential Dumping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T1027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Obfuscated Files or Information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Final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Key Takeaways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Thank You!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Questions? [Your Contact Information]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Course Repository: [GitHub URL]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Slides: [Slide Share URL]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Feedback: [Feedback Form URL]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### Appendix A: Docker Setup Reference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Quick Start Commands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### Appendix B: YARA Rule Reference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Quick Reference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### Appendix C: API Reference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Key Endpoints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### Appendix D: Common MITRE ATT&amp;CK Techniques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### Appendix E: Final Checklist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Total Slides: ~80 slides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Estimated Presentation Time: 8-10 hours (including hands-on demos)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Format: Slide deck + live coding demonstrations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