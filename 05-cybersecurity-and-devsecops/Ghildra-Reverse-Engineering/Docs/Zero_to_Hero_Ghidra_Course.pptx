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Helvetica Neue"/>
              </a:defRPr>
            </a:pPr>
            <a:r>
              <a:t>Zero to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888888"/>
                </a:solidFill>
                <a:latin typeface="Helvetica Neue"/>
              </a:defRPr>
            </a:pPr>
            <a:r>
              <a:t>Practical Reverse Engineering with Ghidra — From Complete Beginner to Professional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What is Reverse Engineering?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Analyzing a system to understand components, behavior, and functionality without source code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Like taking apart a clock to understand how it works — starting from compiled output and working backwards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Malware analysis · Vulnerability research · CTF competitions · Software interoperability · Legacy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Why Learn Reverse Engineering?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Helvetica Neue"/>
              </a:defRPr>
            </a:pPr>
            <a:r>
              <a:t>Career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Malware Analyst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Security Researcher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Incident Responder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Vulnerability Researcher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Exploit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Helvetica Neue"/>
              </a:defRPr>
            </a:pPr>
            <a:r>
              <a:t>Skill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Deep software understanding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Find security vulnerabilities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Analyze malicious code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Independence from source code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High and growing industry demand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Install and configure Ghidra for professional workflows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Navigate Ghidra's interface and analyze binaries via disassembly and decompilation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Solve CTF reverse engineering challenges and analyze malware without execution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Identify security vulnerabilities in compiled code and automate analysis with Python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Create YARA rules, detection signatures, and comprehensive analysis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Course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Part 1 — Foundations, Tooling, and Your First Binary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Part 2 — CTF Challenges and Binary Logic Analysis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Part 3 — Malware Analysis and Payload Dissection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Part 4 — Vulnerability Research and Secure Code Auditing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Appendices — Comprehensive reference materials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Primers — Foundational concept deep dives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Prerequisites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Helvetica Neue"/>
              </a:defRPr>
            </a:pPr>
            <a:r>
              <a:t>Minimum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Basic programming experience (any language)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Command-line comfort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Basic computer architecture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Helvetica Neue"/>
              </a:defRPr>
            </a:pPr>
            <a:r>
              <a:t>Nice to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C programming knowledge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x86/x64 assembly familiarity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Linux or Windows system administration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E0E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 Neue"/>
              </a:defRPr>
            </a:pPr>
            <a:r>
              <a:t>Foundations, Tooling, and Your First Binary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Installing Ghidra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JDK 17+ required (not just JRE) — Ghidra compiles scripts and performs complex analyses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Download from ghidra-sre.org, extract ZIP, no installer needed (portable)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Set JAVA_HOME and verify with java -version / javac -version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Memory: default 2GB, recommend 4GB+ via -Xmx parameter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First launch creates .ghidra config directory and opens Project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Executable Formats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PE (Portable Executable) — Windows: .exe, .dll, .sys, .cpl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ELF (Executable and Linkable Format) — Linux: executables, .so, .o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Analogy: like shipping containers with manifests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Key components: Headers (metadata), Sections (code/data grouping), Imports (external functions), Entry 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Anatomy of an Executable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PE Structure: DOS Header (MZ) → DOS Stub → NT Headers (PE\0\0) → File Header → Optional Header → Section Headers → Sections (.text, .data, .rdata, .rsrc)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ELF Structure: ELF Header (\x7FELF) → Program Headers (Segments) → Sections (.text, .data, .rodata, .bss, .plt, .got, .dynamic) → Section Headers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Sections group related code and data; headers describe how to load and execute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The Ghidra Interface — Five Primary Panels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Listing Window — raw disassembly: addresses, machine code bytes, assembly mnemonics, operands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Decompiler Window — C-like representation of function logic and control flow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Symbol Tree — all functions, labels, imports, exports; double-click to navigate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Data Type Manager — structures, enums, type definitions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Program Trees — sections, headers, memory blocks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Analyzing Your First Binary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Observe — look at decompiled code and guess what variables/functions do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Verify — check assembly for confirmation of hypotheses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Rename — give meaningful names: param_1 → argc, local_4 → a, FUN_00401250 → validate_access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Comment — add explanatory notes for complex logic and discoveries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Set data types — improve decompiler output readability with correct types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Your First Ghidra Python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Automate repetitive tasks and process thousands of items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Core objects: currentProgram, FunctionManager, Listing, SymbolTable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Pattern: get program → get function manager → iterate functions → extract properties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Example: enumerate all functions, categorize user vs. library, export statistics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Essential Navigation Shortcuts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G — Go to address    ·    F — Search for function    ·    Ctrl+F — Find text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Alt+Left/Right — Back/forward navigation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X — Show cross-references    ·    Ctrl+E — Show decompiler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N — Rename symbol    ·    ; — Add comment    ·    B — Set bookmark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E0E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 Neue"/>
              </a:defRPr>
            </a:pPr>
            <a:r>
              <a:t>CTF Challenges and Binary Logic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Control Flow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Control flow = order of instruction execution through decisions, branches, loops, calls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Basic Block: straight-line code with one entry and one exit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Conditional Branch: if / switch patterns in assembly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Loop: for / while / do-while patterns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Function Call: call and return mechanics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Control Flow Graph (CFG)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Visual representation of execution paths: nodes = basic blocks, edges = jumps/branches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In Ghidra: click Function Graph button for visual flow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Color-coded: Entry (green), Exit (red)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Benefits: understand complex logic quickly, identify loops and recursion, spot obfuscation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Cross-References (XREFs)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Relationships between code and data — who uses what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Code references: function calls, jumps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Data references: string usage, variable access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Incoming (XREFs To): who calls this?    Outgoing (XREFs From): what does this call?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Analogy: detective investigation 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Finding Interesting Strings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Window → Defined Strings to browse all strings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Error messages reveal validation paths; URLs/domains indicate C2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Common patterns: 'Invalid password' → validation check; 'FLAG{' → flag location; 'http://' → network comms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Double-click to navigate; press X for references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XOR Decryption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XOR is symmetric: encrypt and decrypt with same operation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Properties: A XOR B = B XOR A; (A XOR B) XOR B = A; A XOR 0 = A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Assembly indicator: xor eax, 0x5A or loop over bytes with XOR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Decompiler pattern: for(i=0; i&lt;len; i++) decrypted[i] = encrypted[i] ^ key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Automate in Ghidra with getBytes(addr, length) and Python decryption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Binary Patching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Modify compiled binary code to change behavior, bypass auth, or enable hidden features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Conditional jump modification: jne → jmp (always take), jne → nop (remove), jne → je (invert)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Constant modification: change comparison targets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Instruction replacement: call exit → nop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Methods: Patch Instruction, Patch Bytes, or scripting with setByte(addr, 0x90)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Algorithm Recovery &amp; Keygen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Process: identify validation function → understand input expectations → trace data flow → reconstruct algorithm → generate valid input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Common algorithms: checksums, hashing, XOR chains, custom encryption, complex math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Work backwards from target constraints to build a keygen script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Verify generated serials against the binary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E0E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 Neue"/>
              </a:defRPr>
            </a:pPr>
            <a:r>
              <a:t>Malware Analysis and Payload Dissection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Static Malware Triage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Initial assessment without execution: determine threat level and next steps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File identification: file command, architecture, stripped vs. debug symbols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Size analysis: small may be packed, large may contain embedded data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Entropy: &gt;7.5 likely packed, &lt;7.0 likely unpacked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Section inspection: strange names or suspicious entry points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Identifying Packing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Indicators: high entropy sections, small .text but large .data, strange section names (UPX0, UPX1)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Suspicious entry point not in .text, few imports (typically unpacker only)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Common packers: UPX (unpack with upx -d), Themida, ASPack, Armadillo, custom packers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Malware Behavior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Attack chain: Infection → Execution → Persistence → C2 → Command execution → Data exfiltration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Process injection: VirtualAllocEx, WriteProcessMemory, CreateRemoteThread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Persistence: Registry Run keys (Windows), systemd services (Linux), scheduled tasks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C2 Communication: socket, connect, send, recv; HTTP/HTTPS; DNS tunneling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Anti-Analysis: IsDebuggerPresent, timing checks, VM detection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IOCs and YARA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Extract Indicators of Compromise: strings, domains, IPs, file paths, mutexes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Create YARA detection rules from unique byte sequences and strings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Generate IOC reports for threat intelligence sharing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Behavioral indicators complement static signatures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E0E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 Neue"/>
              </a:defRPr>
            </a:pPr>
            <a:r>
              <a:t>Vulnerability Research and Secure Code Auditing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Memory Corruption Vulnerabilities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Stack Buffer Overflow — overwriting local variables and return addresses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Heap Buffer Overflow — overwriting dynamically allocated memory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Format String — using user input as format specifier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Integer Overflow — arithmetic overflow leading to undersized allocation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Use-After-Free — accessing freed memory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Data Flow Analysis &amp; Taint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Source: where input enters (recv, read, fgets)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Sink: dangerous function (strcpy, sprintf, system)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Propagation: how data moves through the program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Sanitization: validation/cleaning that breaks the taint chain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Pattern: Source → Propagation → Sink = vulnerability candidate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Unsafe Function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Dangerous functions to watch: strcpy, strcat, sprintf, gets, scanf(%s)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Command execution: system, popen, exec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Format string: printf, fprintf, vprintf with user-controlled format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Automated approach: find all calls, check against dangerous list, trace to sources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Report candidates for manual verification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Exploitation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Exploit chain: identify vulnerability → craft input → overwrite return address → redirect execution → run shellcode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Mitigations: Stack Canaries (detect overflow), ASLR (randomize addresses), DEP/NX (no execute in data)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Bypass techniques: info leaks for ASLR, ROP for DEP/NX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Modern: CFG (Control Flow Guard) validates indirect calls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E0E0"/>
                </a:solidFill>
                <a:latin typeface="Helvetica Neue"/>
              </a:defRPr>
            </a:pPr>
            <a: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 Neue"/>
              </a:defRPr>
            </a:pPr>
            <a:r>
              <a:t>Appendices &amp; Primers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Appendices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 — Ghidra Python API Reference: core classes, patterns, error handling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B — Assembly Language Quick Reference: x86/x64 registers, instructions, calling conventions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 — Complete CTF Challenge Walkthroughs: 5 challenges from easy to hard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 — Installation and Configuration Guide: all platforms, headless setup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E — Binary Formats Deep Dive: complete PE/ELF structures, packing indicators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F — Ghidra Scripting Cookbook: 11 ready-to-run scripts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G — Complete Project Walkthrough: 'The Enigma Protocol' from triage to flag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Primers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1 — Machine Code, Assembly, and Decompilation: from source to binary, what's lost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2 — Executable File Formats (PE and ELF): headers, sections, imports/exports, dynamic linking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3 — Common Assembly Patterns: function prologue/epilogue, branching, loops, data movement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4 — Ghidra Scripting Fundamentals: Python in Ghidra, headless execution, optimization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5 — Reverse Engineering Workflows: mindset, analysis pipeline, time management, when to stop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E0E0"/>
                </a:solidFill>
                <a:latin typeface="Helvetica Neue"/>
              </a:defRPr>
            </a:pPr>
            <a: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 Neue"/>
              </a:defRPr>
            </a:pPr>
            <a:r>
              <a:t>Teaching Aids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Ghidra vs. Other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Helvetica Neue"/>
              </a:defRPr>
            </a:pPr>
            <a:r>
              <a:t>Ghidra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Free / Open Source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Excellent decompiler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Python/Java scripting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Moderate learning curve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Windows/Linux/macOS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Helvetica Neue"/>
              </a:defRPr>
            </a:pPr>
            <a:r>
              <a:t>Alternatives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IDA Pro — expensive, excellent, steep curve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Binary Ninja — paid, good, moderate curve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Helvetica Neue"/>
              </a:defRPr>
            </a:pPr>
            <a:r>
              <a:t>Radare2 — free, steep curve, all platforms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Analysis Priority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High Impact + Low Effort → Do it immediately (quick wins: strings, IOCs)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High Impact + High Effort → Do it (deep dive key functions)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Low Impact + Low Effort → Note and move 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Low Impact + High Effort → Consider skipping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Decision guide for time-constrained analysis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Malware Analysis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Phase 1: Triage (5–15 min) — file, strings, entropy, imports; is it packed?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Phase 2: Static Analysis (30 min – 2 hr) — Ghidra import, find suspicious functions, extract IOCs, understand behavior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Phase 3: Behavior Analysis (hours – days) — what does it do, how does it persist, how does it communicate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Phase 4: Detection Engineering (30 min – 1 hr) — YARA rules, IOCs, detection guidance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E0E0"/>
                </a:solidFill>
                <a:latin typeface="Helvetica Neue"/>
              </a:defRPr>
            </a:pPr>
            <a:r>
              <a:t>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 Neue"/>
              </a:defRPr>
            </a:pPr>
            <a:r>
              <a:t>Conclusion &amp; Next Steps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Skills Acquired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Technical: Ghidra navigation, assembly understanding, binary patching, XOR decryption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Analysis: IOC extraction, YARA rule creation, Python scripting, vulnerability discovery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Methodological: systematic analysis approach, documentation, time management, hypothesis testing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You can now analyze binaries, solve CTFs, triage malware, and find vulnerabilities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elvetica Neue"/>
              </a:defRPr>
            </a:pPr>
            <a:r>
              <a:t>Where to Go From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Practice: CTF platforms (HTB, TryHackMe), MalwareBazaar (real samples), Exploit-DB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Specialize: malware analysis, vulnerability research, exploit development, threat intelligence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Community: r/ReverseEngineering, Ghidra Discord, CTF teams, security conferences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Resources: Practical Reverse Engineering (Dang), The IDA Pro Book (Eagle), Reverse Engineering for Beginners (Yurichev)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Helvetica Neue"/>
              </a:defRPr>
            </a:pPr>
            <a:r>
              <a:t>Remember: skills improve with practice. Use them ethically and responsibly.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Helvetica Neue"/>
              </a:defRPr>
            </a:pPr>
            <a:r>
              <a:t>Happy Reversing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888888"/>
                </a:solidFill>
                <a:latin typeface="Helvetica Neue"/>
              </a:defRPr>
            </a:pPr>
            <a:r>
              <a:t>Zero to Hero: Practical Reverse Engineering with Ghidra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