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E1E1E"/>
                </a:solidFill>
                <a:latin typeface="Helvetica Neue"/>
              </a:defRPr>
            </a:pPr>
            <a:r>
              <a:t>Master Modern Flask 3.x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787878"/>
                </a:solidFill>
                <a:latin typeface="Helvetica Neue"/>
              </a:defRPr>
            </a:pPr>
            <a:r>
              <a:t>From Beginner to Production-Ready Applications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33295" cy="254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The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Python 3.13+  →  Flask 3.x  →  SQLAlchemy 2.x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PostgreSQL  →  Alembic  →  Jinja 3.x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Flask-Login  →  Flask-RESTful  →  Celery + Redis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Pytest  →  Gunicorn + Nginx + Docker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Professional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app/  —  factory, config, extensions, blueprints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blueprints/  —  main, auth, tasks, admin, api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models/  —  SQLAlchemy data layer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services/  —  business logic separation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tests/  —  unit, integration, functional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docker/  —  production containerization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Application Factory Pattern</a:t>
            </a:r>
          </a:p>
          <a:p>
            <a:pPr>
              <a:spcBef>
                <a:spcPts val="800"/>
              </a:spcBef>
              <a:defRPr sz="1600">
                <a:solidFill>
                  <a:srgbClr val="787878"/>
                </a:solidFill>
                <a:latin typeface="Helvetica Neue"/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Multiple configurations without global state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Easy testing with test-specific configs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No circular imports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Extensions initialized on demand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Blueprints registered per environment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Routing, Requests &amp; Templating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Dynamic routes with type converters: &lt;int:id&gt;, &lt;uuid:uid&gt;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Request object: args, form, json, files, headers, cookies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Jinja inheritance: base.html → child templates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Flask-WTF: CSRF protection + declarative validators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Flash messages with category-based styling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Custom error handlers: 404, 403, 500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Databases &amp; ORM</a:t>
            </a:r>
          </a:p>
          <a:p>
            <a:pPr>
              <a:spcBef>
                <a:spcPts val="800"/>
              </a:spcBef>
              <a:defRPr sz="1600">
                <a:solidFill>
                  <a:srgbClr val="787878"/>
                </a:solidFill>
                <a:latin typeface="Helvetica Neue"/>
              </a:defRPr>
            </a:pPr>
            <a:r>
              <a:t>SQLAlchemy 2.x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Models map Python classes to database tables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One-to-Many: db.relationship + db.ForeignKey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Many-to-Many: association table + secondary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CRUD: add(), query.get(), commit(), delete()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Alembic migrations: init → migrate → upgrade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Repository pattern: clean separation of data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Authentication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Flask-Login: session management + user_loader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Werkzeug: generate_password_hash + check_password_hash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Role-Based Access Control: User / Manager / Admin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CSRF protection via Flask-WTF tokens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Security headers: HSTS, X-Frame-Options, CSP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HTTPS enforcement + secure cookie settings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RESTful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Resources as nouns: /tasks, /users/{id}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HTTP verbs: GET, POST, PUT, PATCH, DELETE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Marshmallow: serialization + validation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JWT token authentication for stateless APIs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Rate limiting: per-endpoint + per-user quotas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Versioning: /api/v1/ → /api/v2/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Async &amp; Background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Flask 3.x async views for I/O-bound operations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Celery + Redis: task queue + result backend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Background tasks: email, reports, image processing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Celery Beat: scheduled recurring jobs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Flower: real-time task monitoring dashboard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Async for short I/O; Celery for long/CPU 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Testing &amp; 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Pytest: fixtures, parametrization, parallel execution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Unit tests → Integration tests → Functional tests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conftest.py: app, client, db_session, test_user fixtures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Coverage: pytest-cov with HTML + terminal reports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Ruff + Black + isort + mypy + pre-commit hooks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Target: 90%+ coverage on critical paths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Production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Gunicorn: WSGI server with workers + threads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Nginx: reverse proxy, SSL termination, static files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Docker: multi-service compose (web, db, redis)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Blue-Green / Canary deployment strategies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CI/CD: test → build → deploy pipeline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Monitoring: health checks, logging, Prometheus + Grafana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7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1E1E"/>
                </a:solidFill>
                <a:latin typeface="Helvetica Neue"/>
              </a:defRPr>
            </a:pPr>
            <a:r>
              <a:t>You Can Now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Professional Flask applications with clean architecture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Secure authentication systems with RBAC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Robust database models with SQLAlchemy 2.x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Versioned REST APIs with documentation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Responsive apps with async + background tasks</a:t>
            </a:r>
          </a:p>
          <a:p>
            <a:pPr>
              <a:spcAft>
                <a:spcPts val="1600"/>
              </a:spcAft>
              <a:defRPr sz="1800">
                <a:solidFill>
                  <a:srgbClr val="1E1E1E"/>
                </a:solidFill>
                <a:latin typeface="Helvetica Neue"/>
              </a:defRPr>
            </a:pPr>
            <a:r>
              <a:t>  Production deployments with Docker &amp; CI/CD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