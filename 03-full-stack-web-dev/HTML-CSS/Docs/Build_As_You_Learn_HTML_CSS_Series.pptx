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Build As You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HTML &amp; CSS from Zero to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 New Approach to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Every lesson ships a real thing.</a:t>
            </a:r>
            <a:br/>
            <a:r>
              <a:t>Nothing is thrown away.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Problem with Most Courses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Theory-first lessons.</a:t>
            </a:r>
            <a:br/>
            <a:r>
              <a:t>Disconnected exercises.</a:t>
            </a:r>
            <a:br/>
            <a:r>
              <a:t>A final project that never feels like yours.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Build something real every day.</a:t>
            </a:r>
            <a:br/>
            <a:r>
              <a:t>Earlier projects become building blocks.</a:t>
            </a:r>
            <a:br/>
            <a:r>
              <a:t>End with a deployed portfolio, not a folder of fragments.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Beginner-friendly does not mean sloppy.</a:t>
            </a:r>
            <a:br/>
            <a:r>
              <a:t>Production-quality from day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Introduction — Setting the Stage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What You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 live, multi-page personal portfolio website.</a:t>
            </a:r>
            <a:br/>
            <a:r>
              <a:t>Built entirely with your own hands.</a:t>
            </a:r>
            <a:br/>
            <a:r>
              <a:t>Ready to share with employers.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Pedagogy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Like learning carpentry.</a:t>
            </a:r>
            <a:br/>
            <a:r>
              <a:t>Build a box. Then a drawer. Then a shelf.</a:t>
            </a:r>
            <a:br/>
            <a:r>
              <a:t>Each project teaches one new tool.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Nine parts. Each produces a real, screenshot-worthy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Personal Bio Card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Recipe Page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Landing Page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Photo Gallery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Responsive Navbar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Blog Layout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Animated Product Card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Contact 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Capstone Portfolio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Capstone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index.html</a:t>
            </a:r>
            <a:br/>
            <a:r>
              <a:t>about.html</a:t>
            </a:r>
            <a:br/>
            <a:r>
              <a:t>projects.html</a:t>
            </a:r>
            <a:br/>
            <a:r>
              <a:t>contact.html</a:t>
            </a:r>
            <a:br/>
            <a:r>
              <a:t>recipe.html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Capstone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style.css — design tokens</a:t>
            </a:r>
            <a:br/>
            <a:r>
              <a:t>layout.css — structural patterns</a:t>
            </a:r>
            <a:br/>
            <a:r>
              <a:t>components.css — reusable UI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Aha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HTML is just labeled content.</a:t>
            </a:r>
            <a:br/>
            <a:r>
              <a:t>The browser reads labels and lays things out.</a:t>
            </a:r>
            <a:br/>
            <a:r>
              <a:t>No math. No logic branching. Just labels.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Who This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Never written HTML.</a:t>
            </a:r>
            <a:br/>
            <a:r>
              <a:t>Or only copy-pasted without understanding.</a:t>
            </a:r>
            <a:br/>
            <a:r>
              <a:t>Learns best by building.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Environment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Visual Studio Code</a:t>
            </a:r>
            <a:br/>
            <a:r>
              <a:t>A modern browser</a:t>
            </a:r>
            <a:br/>
            <a:r>
              <a:t>Live Server extension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Live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Watches your files.</a:t>
            </a:r>
            <a:br/>
            <a:r>
              <a:t>Auto-refreshes the browser on save.</a:t>
            </a:r>
            <a:br/>
            <a:r>
              <a:t>Edit. Save. See. Instantly.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Project Folder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build-as-you-learn/</a:t>
            </a:r>
            <a:br/>
            <a:r>
              <a:t>part-1-bio-card/</a:t>
            </a:r>
            <a:br/>
            <a:r>
              <a:t>part-2-recipe-page/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Sanity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 60-second proof that everything works.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Sanity Check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 single HTML file.</a:t>
            </a:r>
            <a:br/>
            <a:r>
              <a:t>One heading.</a:t>
            </a:r>
            <a:br/>
            <a:r>
              <a:t>One blue paragraph.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Sanity Check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Change blue to red.</a:t>
            </a:r>
            <a:br/>
            <a:r>
              <a:t>Save.</a:t>
            </a:r>
            <a:br/>
            <a:r>
              <a:t>Browser refreshes automatically.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Feedback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Edit.</a:t>
            </a:r>
            <a:br/>
            <a:r>
              <a:t>Save.</a:t>
            </a:r>
            <a:br/>
            <a:r>
              <a:t>Refresh.</a:t>
            </a:r>
            <a:br/>
            <a:r>
              <a:t>Look.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Ground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Type the code yourself.</a:t>
            </a:r>
            <a:br/>
            <a:r>
              <a:t>Every file is complete.</a:t>
            </a:r>
            <a:br/>
            <a:r>
              <a:t>Mistakes are part of the loop.</a:t>
            </a:r>
            <a:br/>
            <a:r>
              <a:t>Nothing is wasted.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0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Ready to build.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Your First Web Page — Personal Bio Card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What You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 single real web page.</a:t>
            </a:r>
            <a:br/>
            <a:r>
              <a:t>Name, photo, intro, links, fun facts, quote.</a:t>
            </a:r>
            <a:br/>
            <a:r>
              <a:t>Becomes your About page in Part 9.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Aha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HTML is just labeled content.</a:t>
            </a:r>
            <a:br/>
            <a:r>
              <a:t>CSS is a separate, additive layer.</a:t>
            </a:r>
            <a:br/>
            <a:r>
              <a:t>Same words. Three different looks.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part-1-bio-card/</a:t>
            </a:r>
            <a:br/>
            <a:r>
              <a:t>├── index.html</a:t>
            </a:r>
            <a:br/>
            <a:r>
              <a:t>└── images/</a:t>
            </a:r>
            <a:br/>
            <a:r>
              <a:t>    └── profile.jpg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Why index.html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Web servers treat it as the default page.</a:t>
            </a:r>
            <a:br/>
            <a:r>
              <a:t>Like a book's front cover.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HTML Skeleton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DOCTYPE</a:t>
            </a:r>
            <a:br/>
            <a:r>
              <a:t>html</a:t>
            </a:r>
            <a:br/>
            <a:r>
              <a:t>head</a:t>
            </a:r>
            <a:br/>
            <a:r>
              <a:t>body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DOCTYPE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Not a tag. A declaration.</a:t>
            </a:r>
            <a:br/>
            <a:r>
              <a:t>Tells the browser: use modern HTML rules.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html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root container.</a:t>
            </a:r>
            <a:br/>
            <a:r>
              <a:t>Everything else lives inside it.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head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Invisible metadata.</a:t>
            </a:r>
            <a:br/>
            <a:r>
              <a:t>Title, charset, linked files.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body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Everything the visitor sees.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meta charset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UTF-8.</a:t>
            </a:r>
            <a:br/>
            <a:r>
              <a:t>Displays virtually any character.</a:t>
            </a:r>
            <a:br/>
            <a:r>
              <a:t>Accents, emoji, symbols.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meta viewport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Tells mobile browsers:</a:t>
            </a:r>
            <a:br/>
            <a:r>
              <a:t>use the phone's actual screen width.</a:t>
            </a:r>
            <a:br/>
            <a:r>
              <a:t>Essential for responsive design.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title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Appears in the browser tab.</a:t>
            </a:r>
            <a:br/>
            <a:r>
              <a:t>Not on the page itself.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h1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single most important heading.</a:t>
            </a:r>
            <a:br/>
            <a:r>
              <a:t>Use once per page.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 paragraph of text.</a:t>
            </a:r>
            <a:br/>
            <a:r>
              <a:t>The default block of content.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img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Self-closing.</a:t>
            </a:r>
            <a:br/>
            <a:r>
              <a:t>No closing tag needed.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img src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file path to the image.</a:t>
            </a:r>
            <a:br/>
            <a:r>
              <a:t>Relative to the HTML file.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img alt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Alternative text.</a:t>
            </a:r>
            <a:br/>
            <a:r>
              <a:t>For screen readers.</a:t>
            </a:r>
            <a:br/>
            <a:r>
              <a:t>Shown if image fails to load.</a:t>
            </a:r>
            <a:br/>
            <a:r>
              <a:t>Not optional.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Good Alt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Specific.</a:t>
            </a:r>
            <a:br/>
            <a:r>
              <a:t>Concise.</a:t>
            </a:r>
            <a:br/>
            <a:r>
              <a:t>Describes content and function.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Bad Alt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Filenames.</a:t>
            </a:r>
            <a:br/>
            <a:r>
              <a:t>Vague words like photo.</a:t>
            </a:r>
            <a:br/>
            <a:r>
              <a:t>Missing entirely.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anchor tag.</a:t>
            </a:r>
            <a:br/>
            <a:r>
              <a:t>Creates hyperlinks.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href attribute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destination URL.</a:t>
            </a:r>
            <a:br/>
            <a:r>
              <a:t>Hypertext reference.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target=_blank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Opens link in a new tab.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rel attribute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noopener noreferrer.</a:t>
            </a:r>
            <a:br/>
            <a:r>
              <a:t>Security best practice.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nbsp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Non-breaking space.</a:t>
            </a:r>
            <a:br/>
            <a:r>
              <a:t>Inserts a space that won't collapse.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First CSS Taste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inline style attribute.</a:t>
            </a:r>
            <a:br/>
            <a:r>
              <a:t>A sticky note on one specific element.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Inline Style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Works on one tag only.</a:t>
            </a:r>
            <a:br/>
            <a:r>
              <a:t>Messy to repeat.</a:t>
            </a:r>
            <a:br/>
            <a:r>
              <a:t>Hard to update.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style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Lives in the head.</a:t>
            </a:r>
            <a:br/>
            <a:r>
              <a:t>One rule applies to every matching element.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CSS Rule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Selector {</a:t>
            </a:r>
            <a:br/>
            <a:r>
              <a:t>  property: value;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Which elements to style.</a:t>
            </a:r>
            <a:br/>
            <a:r>
              <a:t>Tag name, class, or ID.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Declaration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Inside curly braces.</a:t>
            </a:r>
            <a:br/>
            <a:r>
              <a:t>Property-value pairs.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body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Styles the entire page.</a:t>
            </a:r>
            <a:br/>
            <a:r>
              <a:t>Font, background, color, width.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max-width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Prevents content from stretching edge-to-edge.</a:t>
            </a:r>
            <a:br/>
            <a:r>
              <a:t>Keeps line lengths readable.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margin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Horizontally centers the content.</a:t>
            </a:r>
            <a:br/>
            <a:r>
              <a:t>When paired with max-width.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img Styling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width, height, object-fit.</a:t>
            </a:r>
            <a:br/>
            <a:r>
              <a:t>border-radius: 50% makes a circle.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object-fit 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Crops the image to fill the box.</a:t>
            </a:r>
            <a:br/>
            <a:r>
              <a:t>Instead of stretching it.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a:hover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First pseudo-class.</a:t>
            </a:r>
            <a:br/>
            <a:r>
              <a:t>Applies only while mouse is over the element.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text-decoration none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Removes underlines from links.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End of Part 1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Add an unordered list.</a:t>
            </a:r>
            <a:br/>
            <a:r>
              <a:t>Add a blockquote.</a:t>
            </a:r>
            <a:br/>
            <a:r>
              <a:t>Style both with tag selectors.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ul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Unordered list.</a:t>
            </a:r>
            <a:br/>
            <a:r>
              <a:t>Bulleted items.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li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List item.</a:t>
            </a:r>
            <a:br/>
            <a:r>
              <a:t>Inside ul or ol.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blockquote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 block of quoted text.</a:t>
            </a:r>
            <a:br/>
            <a:r>
              <a:t>Visually distinct from paragraphs.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1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Tags introduced:</a:t>
            </a:r>
            <a:br/>
            <a:r>
              <a:t>DOCTYPE, html, head, meta, title, style, body, h1-h6, p, img, a, ul, li, blockquote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Viewport Meta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Without it, mobile browsers fake desktop width.</a:t>
            </a:r>
            <a:br/>
            <a:r>
              <a:t>Your responsive CSS cannot work without this line.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Common Mistakes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Forgetting closing tags.</a:t>
            </a:r>
            <a:br/>
            <a:r>
              <a:t>Mismatched image paths.</a:t>
            </a:r>
            <a:br/>
            <a:r>
              <a:t>Multiple h1 tags.</a:t>
            </a:r>
            <a:br/>
            <a:r>
              <a:t>Using br tags instead of margin.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1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You have a styled, single-page site.</a:t>
            </a:r>
            <a:br/>
            <a:r>
              <a:t>HTML and CSS are separate layers.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Style It Up — Recipe Page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What You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 complete recipe page.</a:t>
            </a:r>
            <a:br/>
            <a:r>
              <a:t>Title, image, ingredients, instructions.</a:t>
            </a:r>
            <a:br/>
            <a:r>
              <a:t>Transformed from wall of text to clean layout.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Real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External CSS in its own file.</a:t>
            </a:r>
            <a:br/>
            <a:r>
              <a:t>One stylesheet dresses any number of pages.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Aha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Write CSS once.</a:t>
            </a:r>
            <a:br/>
            <a:r>
              <a:t>Link from two different HTML files.</a:t>
            </a:r>
            <a:br/>
            <a:r>
              <a:t>Both transform identically.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part-2-recipe-page/</a:t>
            </a:r>
            <a:br/>
            <a:r>
              <a:t>├── index.html</a:t>
            </a:r>
            <a:br/>
            <a:r>
              <a:t>├── style.css</a:t>
            </a:r>
            <a:br/>
            <a:r>
              <a:t>└── images/</a:t>
            </a:r>
            <a:br/>
            <a:r>
              <a:t>    └── pancakes.jpg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Wall of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Before styling.</a:t>
            </a:r>
            <a:br/>
            <a:r>
              <a:t>Functional but flat.</a:t>
            </a:r>
            <a:br/>
            <a:r>
              <a:t>The necessary starting point.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ol vs 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Ordered list: numbers.</a:t>
            </a:r>
            <a:br/>
            <a:r>
              <a:t>For sequential steps.</a:t>
            </a:r>
            <a:br/>
            <a:r>
              <a:t>Unordered list: bullets.</a:t>
            </a:r>
            <a:br/>
            <a:r>
              <a:t>For items where order does not matter.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External Stylesheet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CSS lives in its own file.</a:t>
            </a:r>
            <a:br/>
            <a:r>
              <a:t>Linked via the link tag.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link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rel=stylesheet</a:t>
            </a:r>
            <a:br/>
            <a:r>
              <a:t>href=path-to-file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rel attribute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Tells the browser what kind of resource this is.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href relative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Interpreted from the HTML file's location.</a:t>
            </a:r>
            <a:br/>
            <a:r>
              <a:t>Same folder: style.css</a:t>
            </a:r>
            <a:br/>
            <a:r>
              <a:t>Subfolder: css/style.css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Class Selectors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Reusable sticky labels.</a:t>
            </a:r>
            <a:br/>
            <a:r>
              <a:t>Slap onto any element.</a:t>
            </a:r>
            <a:br/>
            <a:r>
              <a:t>Written as .classname in CSS.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ID Selectors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Like a social security number.</a:t>
            </a:r>
            <a:br/>
            <a:r>
              <a:t>Unique. One per page.</a:t>
            </a:r>
            <a:br/>
            <a:r>
              <a:t>Written as #idname in CSS.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Class vs 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Classes: reusable, preferred default.</a:t>
            </a:r>
            <a:br/>
            <a:r>
              <a:t>IDs: unique landmarks, fragment targets.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Box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Four layers from inside out:</a:t>
            </a:r>
            <a:br/>
            <a:r>
              <a:t>Content, Padding, Border, Margin.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actual text or image.</a:t>
            </a:r>
            <a:br/>
            <a:r>
              <a:t>The picture inside the frame.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Transparent cushioning inside the box.</a:t>
            </a:r>
            <a:br/>
            <a:r>
              <a:t>Foam inside a shipping box.</a:t>
            </a:r>
            <a:br/>
            <a:r>
              <a:t>Space between frame and photo.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visible line around padding.</a:t>
            </a:r>
            <a:br/>
            <a:r>
              <a:t>The cardboard of the box.</a:t>
            </a:r>
            <a:br/>
            <a:r>
              <a:t>The frame itself.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Transparent space outside the border.</a:t>
            </a:r>
            <a:br/>
            <a:r>
              <a:t>Air gap between boxes on a shelf.</a:t>
            </a:r>
            <a:br/>
            <a:r>
              <a:t>Space between frames on a wall.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box-sizing border-box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Width includes padding and border.</a:t>
            </a:r>
            <a:br/>
            <a:r>
              <a:t>Prevents confusing sizing bugs.</a:t>
            </a:r>
            <a:br/>
            <a:r>
              <a:t>The professional standard.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Global Reset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* { margin: 0; padding: 0; box-sizing: border-box; }</a:t>
            </a:r>
            <a:br/>
            <a:r>
              <a:t>Predictable blank canvas.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Recipe Card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max-width, margin auto.</a:t>
            </a:r>
            <a:br/>
            <a:r>
              <a:t>Background, border, border-radius.</a:t>
            </a:r>
            <a:br/>
            <a:r>
              <a:t>Box shadow for depth.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Typography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Most important text looks most important.</a:t>
            </a:r>
            <a:br/>
            <a:r>
              <a:t>Size, weight, color, spacing.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line-height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Breathing room between lines.</a:t>
            </a:r>
            <a:br/>
            <a:r>
              <a:t>Aids readability.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list-style-type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disc for bullets.</a:t>
            </a:r>
            <a:br/>
            <a:r>
              <a:t>decimal for numbers.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padding-left on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Prevents bullets from colliding with card edges.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End of Part 2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Create a second recipe page.</a:t>
            </a:r>
            <a:br/>
            <a:r>
              <a:t>Different content.</a:t>
            </a:r>
            <a:br/>
            <a:r>
              <a:t>Same style.css.</a:t>
            </a:r>
            <a:br/>
            <a:r>
              <a:t>Zero new CSS.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Reusability Proven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One stylesheet.</a:t>
            </a:r>
            <a:br/>
            <a:r>
              <a:t>Unlimited pages.</a:t>
            </a:r>
            <a:br/>
            <a:r>
              <a:t>This is a design system.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Box Model Formalized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total width = margin + border + padding + content + padding + border + margin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Common Mistakes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Forgetting rel=stylesheet.</a:t>
            </a:r>
            <a:br/>
            <a:r>
              <a:t>Wrong relative path.</a:t>
            </a:r>
            <a:br/>
            <a:r>
              <a:t>Forgetting the dot in .classname.</a:t>
            </a:r>
            <a:br/>
            <a:r>
              <a:t>Over-nesting divs.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2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External CSS mastered.</a:t>
            </a:r>
            <a:br/>
            <a:r>
              <a:t>Box model internalized.</a:t>
            </a:r>
            <a:br/>
            <a:r>
              <a:t>Reusability demonstrated.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Get Organized — Multi-Section Landing Page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What You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 one-page landing site.</a:t>
            </a:r>
            <a:br/>
            <a:r>
              <a:t>Hero, about, features, footer.</a:t>
            </a:r>
            <a:br/>
            <a:r>
              <a:t>Becomes your capstone home page.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Aha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HTML5 tags describe what a section means.</a:t>
            </a:r>
            <a:br/>
            <a:r>
              <a:t>Not just that it is a box.</a:t>
            </a:r>
            <a:br/>
            <a:r>
              <a:t>header, nav, section, footer.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Semantic HTML5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Tags with built-in meaning.</a:t>
            </a:r>
            <a:br/>
            <a:r>
              <a:t>Machines understand structure at a glance.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header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Introductory content.</a:t>
            </a:r>
            <a:br/>
            <a:r>
              <a:t>Top banner.</a:t>
            </a:r>
            <a:br/>
            <a:r>
              <a:t>Newspaper masthead.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nav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Primary navigation links.</a:t>
            </a:r>
            <a:br/>
            <a:r>
              <a:t>Tabs at the top of a binder.</a:t>
            </a:r>
            <a:br/>
            <a:r>
              <a:t>Reserve for main site navigation.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Thematic grouping.</a:t>
            </a:r>
            <a:br/>
            <a:r>
              <a:t>Usually has its own heading.</a:t>
            </a:r>
            <a:br/>
            <a:r>
              <a:t>Like a chapter in a book.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footer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Bottom strip.</a:t>
            </a:r>
            <a:br/>
            <a:r>
              <a:t>Copyright, contact, secondary links.</a:t>
            </a:r>
            <a:br/>
            <a:r>
              <a:t>Small print on a flyer.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main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Single primary content region.</a:t>
            </a:r>
            <a:br/>
            <a:r>
              <a:t>Excludes repeated header, nav, footer.</a:t>
            </a:r>
            <a:br/>
            <a:r>
              <a:t>One per page.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Why Semantics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Accessibility: screen readers jump to landmarks.</a:t>
            </a:r>
            <a:br/>
            <a:r>
              <a:t>SEO: search engines understand importance.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Fragment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href=#id</a:t>
            </a:r>
            <a:br/>
            <a:r>
              <a:t>Scrolls to element with matching ID.</a:t>
            </a:r>
            <a:br/>
            <a:r>
              <a:t>No JavaScript needed.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ID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Unique per page.</a:t>
            </a:r>
            <a:br/>
            <a:r>
              <a:t>Case-sensitive.</a:t>
            </a:r>
            <a:br/>
            <a:r>
              <a:t>No # in the HTML attribute.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Content-Wrap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Section background stretches full-width.</a:t>
            </a:r>
            <a:br/>
            <a:r>
              <a:t>Inner content has max-width and auto margin.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Professional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Background bleeds to edges.</a:t>
            </a:r>
            <a:br/>
            <a:r>
              <a:t>Text stays readable and centered.</a:t>
            </a:r>
            <a:br/>
            <a:r>
              <a:t>Most reused CSS pattern on the web.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Hero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Big headline.</a:t>
            </a:r>
            <a:br/>
            <a:r>
              <a:t>Call-to-action button.</a:t>
            </a:r>
            <a:br/>
            <a:r>
              <a:t>Bold background.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CTA Button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Display inline-block.</a:t>
            </a:r>
            <a:br/>
            <a:r>
              <a:t>Background, color, padding, border-radius.</a:t>
            </a:r>
            <a:br/>
            <a:r>
              <a:t>Hover state for feedback.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About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Centered paragraph.</a:t>
            </a:r>
            <a:br/>
            <a:r>
              <a:t>Constrained width.</a:t>
            </a:r>
            <a:br/>
            <a:r>
              <a:t>Generous vertical padding.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Features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Light gray background.</a:t>
            </a:r>
            <a:br/>
            <a:r>
              <a:t>Three cards in a row.</a:t>
            </a:r>
            <a:br/>
            <a:r>
              <a:t>Flexbox preview.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Feature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White background.</a:t>
            </a:r>
            <a:br/>
            <a:r>
              <a:t>Border, border-radius, padding.</a:t>
            </a:r>
            <a:br/>
            <a:r>
              <a:t>Flex: 1 1 260px.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flex-wrap wrap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Cards reflow to new lines.</a:t>
            </a:r>
            <a:br/>
            <a:r>
              <a:t>No squeezing on narrow screens.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Footer Styling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Dark background.</a:t>
            </a:r>
            <a:br/>
            <a:r>
              <a:t>Light text.</a:t>
            </a:r>
            <a:br/>
            <a:r>
              <a:t>Centered links.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mailto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Opens default email app.</a:t>
            </a:r>
            <a:br/>
            <a:r>
              <a:t>Pre-fills the To field.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HTML Entities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&amp;copy; for copyright symbol.</a:t>
            </a:r>
            <a:br/>
            <a:r>
              <a:t>&amp;nbsp; for non-breaking space.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End of Part 3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Add a Testimonials section.</a:t>
            </a:r>
            <a:br/>
            <a:r>
              <a:t>Link hero CTA to Part 1 bio card.</a:t>
            </a:r>
            <a:br/>
            <a:r>
              <a:t>Use relative paths with ../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Relative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../ means go up one folder level.</a:t>
            </a:r>
            <a:br/>
            <a:r>
              <a:t>Then navigate down into another folder.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Semantic Tags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header, nav, section, footer, main.</a:t>
            </a:r>
            <a:br/>
            <a:r>
              <a:t>Each maps to a div with a class.</a:t>
            </a:r>
            <a:br/>
            <a:r>
              <a:t>But carries meaning for machines.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SEO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One h1 per page.</a:t>
            </a:r>
            <a:br/>
            <a:r>
              <a:t>Descending heading order.</a:t>
            </a:r>
            <a:br/>
            <a:r>
              <a:t>Nav in nav tags.</a:t>
            </a:r>
            <a:br/>
            <a:r>
              <a:t>Footer in footer tags.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Common Mistakes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Using section for every div.</a:t>
            </a:r>
            <a:br/>
            <a:r>
              <a:t>Mismatched fragment link case.</a:t>
            </a:r>
            <a:br/>
            <a:r>
              <a:t>Applying max-width to section instead of inner wrapper.</a:t>
            </a:r>
            <a:br/>
            <a:r>
              <a:t>Nesting nav inside nav.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3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Semantic structure mastered.</a:t>
            </a:r>
            <a:br/>
            <a:r>
              <a:t>Content-wrap pattern learned.</a:t>
            </a:r>
            <a:br/>
            <a:r>
              <a:t>Multi-section site built.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Making It Flexible — Flexbox Photo Gallery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What You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 photo gallery.</a:t>
            </a:r>
            <a:br/>
            <a:r>
              <a:t>Cards line up in rows.</a:t>
            </a:r>
            <a:br/>
            <a:r>
              <a:t>Wrap automatically as screen narrows.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Aha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Toggle display: flex on and off.</a:t>
            </a:r>
            <a:br/>
            <a:r>
              <a:t>Watch boxes snap from vertical stack to clean row.</a:t>
            </a:r>
            <a:br/>
            <a:r>
              <a:t>One property. Total transformation.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part-4-photo-gallery/</a:t>
            </a:r>
            <a:br/>
            <a:r>
              <a:t>├── index.html</a:t>
            </a:r>
            <a:br/>
            <a:r>
              <a:t>├── css/style.css</a:t>
            </a:r>
            <a:br/>
            <a:r>
              <a:t>└── images/ (six photos)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Before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Single vertical column.</a:t>
            </a:r>
            <a:br/>
            <a:r>
              <a:t>Huge vertical scroll.</a:t>
            </a:r>
            <a:br/>
            <a:r>
              <a:t>Unstyled layout.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main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Wraps the single primary content region.</a:t>
            </a:r>
            <a:br/>
            <a:r>
              <a:t>First appearance in this series.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display: flex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Applied to the parent.</a:t>
            </a:r>
            <a:br/>
            <a:r>
              <a:t>Direct children become flex items.</a:t>
            </a:r>
            <a:br/>
            <a:r>
              <a:t>Arranged left-to-right instantly.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Flex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parent with display: flex.</a:t>
            </a:r>
            <a:br/>
            <a:r>
              <a:t>Controls the layout environment.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Flex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Direct children of the container.</a:t>
            </a:r>
            <a:br/>
            <a:r>
              <a:t>Gain new behaviors automatically.</a:t>
            </a:r>
            <a:br/>
            <a:r>
              <a:t>Zero changes needed on items themselves.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flex-wrap: wrap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Permission to start new rows.</a:t>
            </a:r>
            <a:br/>
            <a:r>
              <a:t>Like adding shelves as needed.</a:t>
            </a:r>
            <a:br/>
            <a:r>
              <a:t>Books never get squeezed.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gap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Modern spacing between items.</a:t>
            </a:r>
            <a:br/>
            <a:r>
              <a:t>Horizontal and vertical.</a:t>
            </a:r>
            <a:br/>
            <a:r>
              <a:t>Replaces margin hacks.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flex shorthand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flex: grow shrink basis</a:t>
            </a:r>
            <a:br/>
            <a:r>
              <a:t>flex: 1 1 260px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flex-grow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Willingness to expand.</a:t>
            </a:r>
            <a:br/>
            <a:r>
              <a:t>1 means share leftover space.</a:t>
            </a:r>
            <a:br/>
            <a:r>
              <a:t>0 means never grow.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flex-shrink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Willingness to contract.</a:t>
            </a:r>
            <a:br/>
            <a:r>
              <a:t>1 means allow shrinking.</a:t>
            </a:r>
            <a:br/>
            <a:r>
              <a:t>0 means never shrink, even if it overflows.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flex-basis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Ideal starting width.</a:t>
            </a:r>
            <a:br/>
            <a:r>
              <a:t>Before growing or shrinking happens.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justify-content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Alignment along the main axis.</a:t>
            </a:r>
            <a:br/>
            <a:r>
              <a:t>Left-right, usually.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align-items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Alignment along the cross axis.</a:t>
            </a:r>
            <a:br/>
            <a:r>
              <a:t>Top-bottom, usually.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Main Axis vs Cross 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Main: direction of flow.</a:t>
            </a:r>
            <a:br/>
            <a:r>
              <a:t>Cross: perpendicular to flow.</a:t>
            </a:r>
            <a:br/>
            <a:r>
              <a:t>They swap when flex-direction changes.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justify-content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flex-start, flex-end, center, space-between, space-around, space-evenly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align-items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stretch, flex-start, center, flex-end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object-fit 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Crops image to fill box neatly.</a:t>
            </a:r>
            <a:br/>
            <a:r>
              <a:t>No distortion.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display block on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Removes mystery gap.</a:t>
            </a:r>
            <a:br/>
            <a:r>
              <a:t>Images are inline by default.</a:t>
            </a:r>
            <a:br/>
            <a:r>
              <a:t>Inline reserves space for descenders.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overflow hidden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Clips image corners to match border-radius.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Multiple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class="gallery-card featured"</a:t>
            </a:r>
            <a:br/>
            <a:r>
              <a:t>Gets styling from both classes simultaneously.</a:t>
            </a:r>
            <a:br/>
            <a:r>
              <a:t>Like layering two stickers.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Featured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Larger flex-basis.</a:t>
            </a:r>
            <a:br/>
            <a:r>
              <a:t>Distinctive border.</a:t>
            </a:r>
            <a:br/>
            <a:r>
              <a:t>Box shadow.</a:t>
            </a:r>
            <a:br/>
            <a:r>
              <a:t>Still participates in wrapping layout.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End of Part 4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Add a second section.</a:t>
            </a:r>
            <a:br/>
            <a:r>
              <a:t>flex-direction: column.</a:t>
            </a:r>
            <a:br/>
            <a:r>
              <a:t>Same six images in a vertical stack.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flex-direction: column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Items flow top-to-bottom.</a:t>
            </a:r>
            <a:br/>
            <a:r>
              <a:t>justify-content and align-items swap axes.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Common Mistakes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Applying display: flex to items instead of parent.</a:t>
            </a:r>
            <a:br/>
            <a:r>
              <a:t>Forgetting flex-wrap.</a:t>
            </a:r>
            <a:br/>
            <a:r>
              <a:t>Mixing up justify and align.</a:t>
            </a:r>
            <a:br/>
            <a:r>
              <a:t>Using margin instead of gap.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4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Flexbox container and items understood.</a:t>
            </a:r>
            <a:br/>
            <a:r>
              <a:t>Wrapping, alignment, and growth controlled.</a:t>
            </a:r>
            <a:br/>
            <a:r>
              <a:t>Reusable card-grid pattern created.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Navigating Like a Pro — Responsive Navbar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What You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Sticky top navbar.</a:t>
            </a:r>
            <a:br/>
            <a:r>
              <a:t>Horizontal on desktop.</a:t>
            </a:r>
            <a:br/>
            <a:r>
              <a:t>Collapses to hamburger on mobile.</a:t>
            </a:r>
            <a:br/>
            <a:r>
              <a:t>Pure CSS. No JavaScript.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Aha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position: absolute is never absolute in isolation.</a:t>
            </a:r>
            <a:br/>
            <a:r>
              <a:t>It is absolute relative to its nearest positioned ancestor.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part-5-navbar/</a:t>
            </a:r>
            <a:br/>
            <a:r>
              <a:t>├── index.html</a:t>
            </a:r>
            <a:br/>
            <a:r>
              <a:t>└── css/style.css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position: static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Default.</a:t>
            </a:r>
            <a:br/>
            <a:r>
              <a:t>Sits where document flow places it.</a:t>
            </a:r>
            <a:br/>
            <a:r>
              <a:t>Offsets like top and left are ignored.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position: relative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Still in normal flow.</a:t>
            </a:r>
            <a:br/>
            <a:r>
              <a:t>Space is reserved.</a:t>
            </a:r>
            <a:br/>
            <a:r>
              <a:t>Can be nudged with offsets.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Relative's Hidden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Creates a positioning anchor.</a:t>
            </a:r>
            <a:br/>
            <a:r>
              <a:t>For absolute children inside it.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position: absolute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Removed from normal flow.</a:t>
            </a:r>
            <a:br/>
            <a:r>
              <a:t>Neighbors close the gap.</a:t>
            </a:r>
            <a:br/>
            <a:r>
              <a:t>Positions relative to nearest positioned ancestor.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Escape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Without positioned ancestor, absolute element jumps to viewport corner.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Add position: relative to parent.</a:t>
            </a:r>
            <a:br/>
            <a:r>
              <a:t>Child snaps into expected place.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position: fixed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Anchored to viewport.</a:t>
            </a:r>
            <a:br/>
            <a:r>
              <a:t>Ignores scroll.</a:t>
            </a:r>
            <a:br/>
            <a:r>
              <a:t>Always visible.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Compensating for Fixed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Add top padding to content below.</a:t>
            </a:r>
            <a:br/>
            <a:r>
              <a:t>Prevents overlap with fixed navbar.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position: sticky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Hybrid behavior.</a:t>
            </a:r>
            <a:br/>
            <a:r>
              <a:t>Relative until scroll threshold.</a:t>
            </a:r>
            <a:br/>
            <a:r>
              <a:t>Then fixed within parent bounds.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z-index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Stacking order.</a:t>
            </a:r>
            <a:br/>
            <a:r>
              <a:t>Which element sits on top.</a:t>
            </a:r>
            <a:br/>
            <a:r>
              <a:t>Higher value wins.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Mobile Menu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Checkbox hack.</a:t>
            </a:r>
            <a:br/>
            <a:r>
              <a:t>Pure CSS toggle.</a:t>
            </a:r>
            <a:br/>
            <a:r>
              <a:t>Zero JavaScript.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Checkbox Hack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Hidden checkbox holds state.</a:t>
            </a:r>
            <a:br/>
            <a:r>
              <a:t>Label acts as visible toggle.</a:t>
            </a:r>
            <a:br/>
            <a:r>
              <a:t>CSS reads :checked pseudo-class.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input type=checkbox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Never visually shown.</a:t>
            </a:r>
            <a:br/>
            <a:r>
              <a:t>Only its checked state matters.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label for attribute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Links to input by ID.</a:t>
            </a:r>
            <a:br/>
            <a:r>
              <a:t>Clicking label toggles checkbox.</a:t>
            </a:r>
            <a:br/>
            <a:r>
              <a:t>Even if checkbox is invisible.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General Sibling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 ~ B</a:t>
            </a:r>
            <a:br/>
            <a:r>
              <a:t>Selects B that follows A in same parent.</a:t>
            </a:r>
            <a:br/>
            <a:r>
              <a:t>Only looks forward, never backward.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Media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@media (max-width: 768px)</a:t>
            </a:r>
            <a:br/>
            <a:r>
              <a:t>Rules apply only below threshold.</a:t>
            </a:r>
            <a:br/>
            <a:r>
              <a:t>Breakpoints are conventions, not laws.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max-height 0 overflow hidden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Collapses menu by default.</a:t>
            </a:r>
            <a:br/>
            <a:r>
              <a:t>Invisible and non-interactive.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transition max-height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Smooth expand and collapse.</a:t>
            </a:r>
            <a:br/>
            <a:r>
              <a:t>Preview of Part 7.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Hamburger Icon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Three span bars.</a:t>
            </a:r>
            <a:br/>
            <a:r>
              <a:t>Styled with CSS.</a:t>
            </a:r>
            <a:br/>
            <a:r>
              <a:t>Hidden on desktop.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End of Part 5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Copy navbar to Part 3 and Part 2.</a:t>
            </a:r>
            <a:br/>
            <a:r>
              <a:t>Update links to real pages.</a:t>
            </a:r>
            <a:br/>
            <a:r>
              <a:t>Create a connected mini-site.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Five Position Values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static, relative, absolute, fixed, sticky.</a:t>
            </a:r>
            <a:br/>
            <a:r>
              <a:t>Each with distinct flow and anchor behavior.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Common Mistakes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Forgetting position: relative on anchor parent.</a:t>
            </a:r>
            <a:br/>
            <a:r>
              <a:t>Using fixed when sticky is needed.</a:t>
            </a:r>
            <a:br/>
            <a:r>
              <a:t>Mismatched id/for values.</a:t>
            </a:r>
            <a:br/>
            <a:r>
              <a:t>Missing compensating padding.</a:t>
            </a:r>
            <a:br/>
            <a:r>
              <a:t>Checkbox placed after element it controls.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5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All five position values understood.</a:t>
            </a:r>
            <a:br/>
            <a:r>
              <a:t>Responsive navbar built.</a:t>
            </a:r>
            <a:br/>
            <a:r>
              <a:t>Checkbox hack mastered.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Grid Power — Blog Layout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What You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Blog homepage.</a:t>
            </a:r>
            <a:br/>
            <a:r>
              <a:t>Featured post, sidebar, card grid.</a:t>
            </a:r>
            <a:br/>
            <a:r>
              <a:t>The layout you recognize from real news sites.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Aha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Flexbox fights two-dimensional layout.</a:t>
            </a:r>
            <a:br/>
            <a:r>
              <a:t>Grid dissolves the struggle.</a:t>
            </a:r>
            <a:br/>
            <a:r>
              <a:t>Rows and columns simultaneously.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part-6-blog-layout/</a:t>
            </a:r>
            <a:br/>
            <a:r>
              <a:t>├── index.html</a:t>
            </a:r>
            <a:br/>
            <a:r>
              <a:t>├── css/style.css</a:t>
            </a:r>
            <a:br/>
            <a:r>
              <a:t>└── images/ (five photos)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Flexbox Struggle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Two columns with Flexbox.</a:t>
            </a:r>
            <a:br/>
            <a:r>
              <a:t>Equal space by default.</a:t>
            </a:r>
            <a:br/>
            <a:r>
              <a:t>Manual tuning required.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display: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Activates grid on container.</a:t>
            </a:r>
            <a:br/>
            <a:r>
              <a:t>Direct children become grid items.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Grid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Parent with display: grid.</a:t>
            </a:r>
            <a:br/>
            <a:r>
              <a:t>Defines the layout environment.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Grid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Rows and columns defined upfront.</a:t>
            </a:r>
            <a:br/>
            <a:r>
              <a:t>Using grid-template-columns and grid-template-rows.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fr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Fraction unit.</a:t>
            </a:r>
            <a:br/>
            <a:r>
              <a:t>1fr 2fr means one share and two shares.</a:t>
            </a:r>
            <a:br/>
            <a:r>
              <a:t>Divides available space proportionally.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grid-template-columns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Defines column tracks.</a:t>
            </a:r>
            <a:br/>
            <a:r>
              <a:t>2fr 1fr creates two columns.</a:t>
            </a:r>
            <a:br/>
            <a:r>
              <a:t>Roughly 66% and 33%.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gap in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Spacing between rows and columns.</a:t>
            </a:r>
            <a:br/>
            <a:r>
              <a:t>Just like Flexbox gap.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grid-column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Start line and end line.</a:t>
            </a:r>
            <a:br/>
            <a:r>
              <a:t>1 / 2 means first column.</a:t>
            </a:r>
            <a:br/>
            <a:r>
              <a:t>Uses grid line numbers, not counts.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grid-row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Start line and end line.</a:t>
            </a:r>
            <a:br/>
            <a:r>
              <a:t>1 / 3 spans two rows.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Grid Line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For a 2-column grid:</a:t>
            </a:r>
            <a:br/>
            <a:r>
              <a:t>Three vertical lines.</a:t>
            </a:r>
            <a:br/>
            <a:r>
              <a:t>Line 1, Line 2, Line 3.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Explicit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Override default source-order placement.</a:t>
            </a:r>
            <a:br/>
            <a:r>
              <a:t>Deliberate cell assignment.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Sidebar Spanning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grid-column: 2 / 3</a:t>
            </a:r>
            <a:br/>
            <a:r>
              <a:t>grid-row: 1 / 3</a:t>
            </a:r>
            <a:br/>
            <a:r>
              <a:t>Runs full height alongside content.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Nested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Grid item becomes grid container.</a:t>
            </a:r>
            <a:br/>
            <a:r>
              <a:t>Independent layout for children.</a:t>
            </a:r>
            <a:br/>
            <a:r>
              <a:t>Different scale, same syntax.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repeat()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repeat(auto-fit, ...)</a:t>
            </a:r>
            <a:br/>
            <a:r>
              <a:t>Fit as many columns as possible.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minmax()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minmax(220px, 1fr)</a:t>
            </a:r>
            <a:br/>
            <a:r>
              <a:t>At least 220px.</a:t>
            </a:r>
            <a:br/>
            <a:r>
              <a:t>Grows to equal share.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auto-fit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Automatically adjusts column count.</a:t>
            </a:r>
            <a:br/>
            <a:r>
              <a:t>As container resizes.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Responsive Without Media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auto-fit plus minmax.</a:t>
            </a:r>
            <a:br/>
            <a:r>
              <a:t>Zero manual breakpoints.</a:t>
            </a:r>
            <a:br/>
            <a:r>
              <a:t>Cards reflow automatically.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align-content: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Prevents cards from stretching.</a:t>
            </a:r>
            <a:br/>
            <a:r>
              <a:t>To fill leftover vertical space.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Flexbox Inside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Grid for page-level structure.</a:t>
            </a:r>
            <a:br/>
            <a:r>
              <a:t>Flexbox for card internals.</a:t>
            </a:r>
            <a:br/>
            <a:r>
              <a:t>Right tool for each scale.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article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Self-contained content.</a:t>
            </a:r>
            <a:br/>
            <a:r>
              <a:t>Could syndicate independently.</a:t>
            </a:r>
            <a:br/>
            <a:r>
              <a:t>Perfect for blog post previews.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aside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Tangentially related content.</a:t>
            </a:r>
            <a:br/>
            <a:r>
              <a:t>Sidebar, pull-quote, supplementary links.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End of Part 6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Link one post card to Part 2 recipe.</a:t>
            </a:r>
            <a:br/>
            <a:r>
              <a:t>Relative paths between sibling folders.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Flexbox vs Grid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One direction: Flexbox.</a:t>
            </a:r>
            <a:br/>
            <a:r>
              <a:t>Two dimensions: Grid.</a:t>
            </a:r>
            <a:br/>
            <a:r>
              <a:t>Wrap naturally: Flexbox.</a:t>
            </a:r>
            <a:br/>
            <a:r>
              <a:t>Span rows or columns: Grid.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Common Mistakes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Confusing line numbers with column counts.</a:t>
            </a:r>
            <a:br/>
            <a:r>
              <a:t>Forgetting nested grids are independent.</a:t>
            </a:r>
            <a:br/>
            <a:r>
              <a:t>Using Grid for simple single-row layouts.</a:t>
            </a:r>
            <a:br/>
            <a:r>
              <a:t>Redundant media queries around auto-fit.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6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Grid mastered for 2D layout.</a:t>
            </a:r>
            <a:br/>
            <a:r>
              <a:t>Nested grids understood.</a:t>
            </a:r>
            <a:br/>
            <a:r>
              <a:t>Zero-query responsiveness achieved.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Bringing It to Life — Animated Product Card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What You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E-commerce product card.</a:t>
            </a:r>
            <a:br/>
            <a:r>
              <a:t>Image, title, price, button.</a:t>
            </a:r>
            <a:br/>
            <a:r>
              <a:t>Zero JavaScript. Pure CSS motion.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Aha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Add one transition line.</a:t>
            </a:r>
            <a:br/>
            <a:r>
              <a:t>Instant snap becomes smooth glide.</a:t>
            </a:r>
            <a:br/>
            <a:r>
              <a:t>Same values. Radically different feel.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part-7-product-card/</a:t>
            </a:r>
            <a:br/>
            <a:r>
              <a:t>├── index.html</a:t>
            </a:r>
            <a:br/>
            <a:r>
              <a:t>├── css/style.css</a:t>
            </a:r>
            <a:br/>
            <a:r>
              <a:t>└── images/product.jpg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Static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before state.</a:t>
            </a:r>
            <a:br/>
            <a:r>
              <a:t>Clean but motionless.</a:t>
            </a:r>
            <a:br/>
            <a:r>
              <a:t>Flat feeling.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transform: translateY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Moves element visually.</a:t>
            </a:r>
            <a:br/>
            <a:r>
              <a:t>Without affecting document flow.</a:t>
            </a:r>
            <a:br/>
            <a:r>
              <a:t>Neighbors never shift.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Negative Y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Move upward.</a:t>
            </a:r>
            <a:br/>
            <a:r>
              <a:t>Y increases downward on screen.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transition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Set on the base state.</a:t>
            </a:r>
            <a:br/>
            <a:r>
              <a:t>Not on :hover.</a:t>
            </a:r>
            <a:br/>
            <a:r>
              <a:t>Animates both entry and exit.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transition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property duration easing</a:t>
            </a:r>
            <a:br/>
            <a:r>
              <a:t>transform 0.25s ease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box-shadow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Soft resting shadow.</a:t>
            </a:r>
            <a:br/>
            <a:r>
              <a:t>Deepen on hover.</a:t>
            </a:r>
            <a:br/>
            <a:r>
              <a:t>Reinforces lift illusion.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Shadow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Larger, softer shadow.</a:t>
            </a:r>
            <a:br/>
            <a:r>
              <a:t>Means object is closer to viewer.</a:t>
            </a:r>
            <a:br/>
            <a:r>
              <a:t>Higher above the surface.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Button Color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Smooth shift on hover.</a:t>
            </a:r>
            <a:br/>
            <a:r>
              <a:t>Independent of card transition.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transform: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Resize by multiplier.</a:t>
            </a:r>
            <a:br/>
            <a:r>
              <a:t>1.05 means 105%.</a:t>
            </a:r>
            <a:br/>
            <a:r>
              <a:t>Subtle press-ready pop.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:active pseudo-class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Moment of being clicked.</a:t>
            </a:r>
            <a:br/>
            <a:r>
              <a:t>Brief shrink for tactile feedback.</a:t>
            </a:r>
            <a:br/>
            <a:r>
              <a:t>0.97 scale.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@keyframes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Named sequence of steps.</a:t>
            </a:r>
            <a:br/>
            <a:r>
              <a:t>Multi-step choreography.</a:t>
            </a:r>
            <a:br/>
            <a:r>
              <a:t>Beyond two-state transitions.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from and 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0% and 100%.</a:t>
            </a:r>
            <a:br/>
            <a:r>
              <a:t>Starting and ending states.</a:t>
            </a:r>
            <a:br/>
            <a:r>
              <a:t>Can add 25%, 50%, 75%.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animation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name, duration, easing, fill-mode.</a:t>
            </a:r>
            <a:br/>
            <a:r>
              <a:t>animation: fadeSlideIn 0.4s ease forwards.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forwards fill-mode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Keep final state after animation ends.</a:t>
            </a:r>
            <a:br/>
            <a:r>
              <a:t>Do not snap back to start.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Badge Fade-In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Invisible by default.</a:t>
            </a:r>
            <a:br/>
            <a:r>
              <a:t>opacity: 0.</a:t>
            </a:r>
            <a:br/>
            <a:r>
              <a:t>Fades and slides into view on hover.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Reusing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Apply same transition pattern.</a:t>
            </a:r>
            <a:br/>
            <a:r>
              <a:t>To Part 4 gallery cards.</a:t>
            </a:r>
            <a:br/>
            <a:r>
              <a:t>To Part 6 blog cards.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Reduced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@media (prefers-reduced-motion: reduce)</a:t>
            </a:r>
            <a:br/>
            <a:r>
              <a:t>Respect user accessibility settings.</a:t>
            </a:r>
            <a:br/>
            <a:r>
              <a:t>Disable transitions and animations.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transition vs animation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Transition: two states, needs trigger.</a:t>
            </a:r>
            <a:br/>
            <a:r>
              <a:t>Animation: many states, can autoplay.</a:t>
            </a:r>
            <a:br/>
            <a:r>
              <a:t>Only animation can loop.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Timing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linear: constant speed.</a:t>
            </a:r>
            <a:br/>
            <a:r>
              <a:t>ease: gentle acceleration.</a:t>
            </a:r>
            <a:br/>
            <a:r>
              <a:t>ease-in: slow start.</a:t>
            </a:r>
            <a:br/>
            <a:r>
              <a:t>ease-out: slow end.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transform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translateX, translateY, scale, rotate.</a:t>
            </a:r>
            <a:br/>
            <a:r>
              <a:t>Can combine in one declaration.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Common Mistakes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Transition on :hover instead of base.</a:t>
            </a:r>
            <a:br/>
            <a:r>
              <a:t>Forgetting forwards on keyframes.</a:t>
            </a:r>
            <a:br/>
            <a:r>
              <a:t>Animating width instead of transform.</a:t>
            </a:r>
            <a:br/>
            <a:r>
              <a:t>Overusing scale and rotate.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7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Transitions, transforms, and keyframes mastered.</a:t>
            </a:r>
            <a:br/>
            <a:r>
              <a:t>Motion applied across portfolio.</a:t>
            </a:r>
            <a:br/>
            <a:r>
              <a:t>Accessibility respected.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Forms That Feel Good — Contact Form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What You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Polished contact form.</a:t>
            </a:r>
            <a:br/>
            <a:r>
              <a:t>Name, email, message.</a:t>
            </a:r>
            <a:br/>
            <a:r>
              <a:t>Required validation.</a:t>
            </a:r>
            <a:br/>
            <a:r>
              <a:t>Clear focus states.</a:t>
            </a:r>
            <a:br/>
            <a:r>
              <a:t>Newsletter signup variant.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Aha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Browser has built-in validation logic.</a:t>
            </a:r>
            <a:br/>
            <a:r>
              <a:t>Activated with plain HTML attributes.</a:t>
            </a:r>
            <a:br/>
            <a:r>
              <a:t>No JavaScript required.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part-8-contact-form/</a:t>
            </a:r>
            <a:br/>
            <a:r>
              <a:t>├── index.html</a:t>
            </a:r>
            <a:br/>
            <a:r>
              <a:t>└── css/style.css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form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Wraps a group of input controls.</a:t>
            </a:r>
            <a:br/>
            <a:r>
              <a:t>Submitted together as one unit.</a:t>
            </a:r>
            <a:br/>
            <a:r>
              <a:t>action attribute: destination.</a:t>
            </a:r>
            <a:br/>
            <a:r>
              <a:t>method attribute: how data is sent.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action="#"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Placeholder destination.</a:t>
            </a:r>
            <a:br/>
            <a:r>
              <a:t>Page reloads on submit.</a:t>
            </a:r>
            <a:br/>
            <a:r>
              <a:t>Focus is on front-end structure.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method="post"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Data sent in request body.</a:t>
            </a:r>
            <a:br/>
            <a:r>
              <a:t>Appropriate for form submissions.</a:t>
            </a:r>
            <a:br/>
            <a:r>
              <a:t>Opposite of get, which exposes data in URL.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label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Text description linked to input.</a:t>
            </a:r>
            <a:br/>
            <a:r>
              <a:t>for attribute matches input id.</a:t>
            </a:r>
            <a:br/>
            <a:r>
              <a:t>Clicking label focuses the input.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for/id Pairing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Mandatory for accessibility.</a:t>
            </a:r>
            <a:br/>
            <a:r>
              <a:t>Screen readers announce the label.</a:t>
            </a:r>
            <a:br/>
            <a:r>
              <a:t>Bigger click target for users.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input type="text"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Single-line free text.</a:t>
            </a:r>
            <a:br/>
            <a:r>
              <a:t>Default fallback.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input type="email"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Built-in email format validation.</a:t>
            </a:r>
            <a:br/>
            <a:r>
              <a:t>Optimized mobile keyboard.</a:t>
            </a:r>
            <a:br/>
            <a:r>
              <a:t>@ and .com shortcuts.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required attribute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Blocks submission until field has value.</a:t>
            </a:r>
            <a:br/>
            <a:r>
              <a:t>Browser shows native warning bubble.</a:t>
            </a:r>
            <a:br/>
            <a:r>
              <a:t>Zero code needed.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name attribute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Identifies field data on submission.</a:t>
            </a:r>
            <a:br/>
            <a:r>
              <a:t>Without it, data is never sent.</a:t>
            </a:r>
            <a:br/>
            <a:r>
              <a:t>Silent bug.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placeholder attribute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Grayed-out hint text.</a:t>
            </a:r>
            <a:br/>
            <a:r>
              <a:t>Shown only while field is empty.</a:t>
            </a:r>
            <a:br/>
            <a:r>
              <a:t>Not a substitute for label.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textarea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Multi-line free text.</a:t>
            </a:r>
            <a:br/>
            <a:r>
              <a:t>Needs explicit closing tag.</a:t>
            </a:r>
            <a:br/>
            <a:r>
              <a:t>rows attribute sets initial height.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resize: vertical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Allows height adjustment only.</a:t>
            </a:r>
            <a:br/>
            <a:r>
              <a:t>Prevents horizontal resizing.</a:t>
            </a:r>
            <a:br/>
            <a:r>
              <a:t>Protects card layout width.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form-group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Wraps label and input together.</a:t>
            </a:r>
            <a:br/>
            <a:r>
              <a:t>Consistent spacing unit.</a:t>
            </a:r>
            <a:br/>
            <a:r>
              <a:t>Flexbox for vertical stacking.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Form Card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White background.</a:t>
            </a:r>
            <a:br/>
            <a:r>
              <a:t>max-width, centered.</a:t>
            </a:r>
            <a:br/>
            <a:r>
              <a:t>Border-radius, box-shadow.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:focus styling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Clear visual indicator.</a:t>
            </a:r>
            <a:br/>
            <a:r>
              <a:t>Essential for keyboard navigation.</a:t>
            </a:r>
            <a:br/>
            <a:r>
              <a:t>Never remove without replacing.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outline: none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Only acceptable if replaced.</a:t>
            </a:r>
            <a:br/>
            <a:r>
              <a:t>With equally visible custom style.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box-shadow glow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Soft ring around active field.</a:t>
            </a:r>
            <a:br/>
            <a:r>
              <a:t>Clearly distinguishes from neighbors.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:valid and :invalid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Reflect browser validation logic.</a:t>
            </a:r>
            <a:br/>
            <a:r>
              <a:t>Driven by type and required attributes.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:not(:placeholder-shown)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Matches once user has typed something.</a:t>
            </a:r>
            <a:br/>
            <a:r>
              <a:t>Avoids harsh red on page load.</a:t>
            </a:r>
            <a:br/>
            <a:r>
              <a:t>Empty required fields stay neutral.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Custom Error Messages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Hidden span by default.</a:t>
            </a:r>
            <a:br/>
            <a:r>
              <a:t>Revealed with sibling selector.</a:t>
            </a:r>
            <a:br/>
            <a:r>
              <a:t>Complete control over wording.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General Sibling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input:invalid ~ .error-message</a:t>
            </a:r>
            <a:br/>
            <a:r>
              <a:t>Same tool from Part 5 checkbox hack.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select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Constrained dropdown.</a:t>
            </a:r>
            <a:br/>
            <a:r>
              <a:t>Predefined choices only.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option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Each choice in dropdown.</a:t>
            </a:r>
            <a:br/>
            <a:r>
              <a:t>value attribute identifies selection.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disabled selected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Placeholder option.</a:t>
            </a:r>
            <a:br/>
            <a:r>
              <a:t>Cannot be chosen.</a:t>
            </a:r>
            <a:br/>
            <a:r>
              <a:t>Shown by default.</a:t>
            </a:r>
            <a:br/>
            <a:r>
              <a:t>Combined with required, blocks submission.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Newsletter 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Second form on same page.</a:t>
            </a:r>
            <a:br/>
            <a:r>
              <a:t>Reuses exact same CSS classes.</a:t>
            </a:r>
            <a:br/>
            <a:r>
              <a:t>Proves generalization.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Form Reusability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Same form-group and input styles.</a:t>
            </a:r>
            <a:br/>
            <a:r>
              <a:t>Work across multiple independent forms.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Input Types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text, email, password, tel, number, checkbox, radio, date.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CSS-Only Validation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Cannot show custom native tooltip wording.</a:t>
            </a:r>
            <a:br/>
            <a:r>
              <a:t>Cannot validate cross-field logic.</a:t>
            </a:r>
            <a:br/>
            <a:r>
              <a:t>Cannot handle async submission.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Where CSS 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JavaScript picks up here.</a:t>
            </a:r>
            <a:br/>
            <a:r>
              <a:t>FormData API.</a:t>
            </a:r>
            <a:br/>
            <a:r>
              <a:t>fetch for async submission.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Common Mistakes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Placeholder as label replacement.</a:t>
            </a:r>
            <a:br/>
            <a:r>
              <a:t>Mismatched for/id values.</a:t>
            </a:r>
            <a:br/>
            <a:r>
              <a:t>Forgetting name attribute.</a:t>
            </a:r>
            <a:br/>
            <a:r>
              <a:t>Aggressive :invalid without placeholder guard.</a:t>
            </a:r>
            <a:br/>
            <a:r>
              <a:t>Removing focus outlines without replacement.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8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Accessible, validated, reusable forms built.</a:t>
            </a:r>
            <a:br/>
            <a:r>
              <a:t>Native HTML validation understood.</a:t>
            </a:r>
            <a:br/>
            <a:r>
              <a:t>CSS limits and JS handoff identified.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Putting It All Together — Capstone Portfolio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What You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Real, cohesive, multi-page portfolio.</a:t>
            </a:r>
            <a:br/>
            <a:r>
              <a:t>Five HTML pages.</a:t>
            </a:r>
            <a:br/>
            <a:r>
              <a:t>Three shared CSS files.</a:t>
            </a:r>
            <a:br/>
            <a:r>
              <a:t>Consistent navigation.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Aha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Change one CSS variable.</a:t>
            </a:r>
            <a:br/>
            <a:r>
              <a:t>Watch every page update simultaneously.</a:t>
            </a:r>
            <a:br/>
            <a:r>
              <a:t>Scattered knowledge becomes design system.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Consolidated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my-portfolio/</a:t>
            </a:r>
            <a:br/>
            <a:r>
              <a:t>├── index.html</a:t>
            </a:r>
            <a:br/>
            <a:r>
              <a:t>├── about.html</a:t>
            </a:r>
            <a:br/>
            <a:r>
              <a:t>├── projects.html</a:t>
            </a:r>
            <a:br/>
            <a:r>
              <a:t>├── contact.html</a:t>
            </a:r>
            <a:br/>
            <a:r>
              <a:t>├── recipe.html</a:t>
            </a:r>
            <a:br/>
            <a:r>
              <a:t>├── css/</a:t>
            </a:r>
            <a:br/>
            <a:r>
              <a:t>└── images/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Sibling Folders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part-1 through part-8 remain.</a:t>
            </a:r>
            <a:br/>
            <a:r>
              <a:t>Portfolio links out to original projects.</a:t>
            </a:r>
            <a:br/>
            <a:r>
              <a:t>Hub showcasing real working demos.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Design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Named variables in :root.</a:t>
            </a:r>
            <a:br/>
            <a:r>
              <a:t>Single source of truth.</a:t>
            </a:r>
            <a:br/>
            <a:r>
              <a:t>Colors, fonts, spacing, shadows, motion.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:root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Targets html element.</a:t>
            </a:r>
            <a:br/>
            <a:r>
              <a:t>Variables available everywhere.</a:t>
            </a:r>
            <a:br/>
            <a:r>
              <a:t>Convention, not requirement.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CSS Custom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--color-primary: #2563eb</a:t>
            </a:r>
            <a:br/>
            <a:r>
              <a:t>var(--color-primary)</a:t>
            </a:r>
            <a:br/>
            <a:r>
              <a:t>Change once, update everywhere.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Token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Colors. Typography. Shape. Shadows. Motion. Layout.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Color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Primary, primary-dark, accent.</a:t>
            </a:r>
            <a:br/>
            <a:r>
              <a:t>Text, text-muted.</a:t>
            </a:r>
            <a:br/>
            <a:r>
              <a:t>Background, background-alt.</a:t>
            </a:r>
            <a:br/>
            <a:r>
              <a:t>Border, success, danger.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Typography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Font families.</a:t>
            </a:r>
            <a:br/>
            <a:r>
              <a:t>Body and serif stacks.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Shape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Border radius small, medium, large.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Shadow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Small resting shadow.</a:t>
            </a:r>
            <a:br/>
            <a:r>
              <a:t>Large hover shadow.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Motion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Fast transition.</a:t>
            </a:r>
            <a:br/>
            <a:r>
              <a:t>Medium transition.</a:t>
            </a:r>
            <a:br/>
            <a:r>
              <a:t>Consistent easing.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Layout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max-width for content constraint.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Paint Shop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Master recipe in one binder.</a:t>
            </a:r>
            <a:br/>
            <a:r>
              <a:t>Every can mixed identically.</a:t>
            </a:r>
            <a:br/>
            <a:r>
              <a:t>Adjust recipe once, all future cans update.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Reset and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Global margin and padding reset.</a:t>
            </a:r>
            <a:br/>
            <a:r>
              <a:t>box-sizing: border-box.</a:t>
            </a:r>
            <a:br/>
            <a:r>
              <a:t>Body font and color from tokens.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prefers-reduced-motion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Respect OS accessibility settings.</a:t>
            </a:r>
            <a:br/>
            <a:r>
              <a:t>Disable transitions and animations.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Shared Navbar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Fixed position.</a:t>
            </a:r>
            <a:br/>
            <a:r>
              <a:t>Logo and links.</a:t>
            </a:r>
            <a:br/>
            <a:r>
              <a:t>Hamburger on mobile.</a:t>
            </a:r>
            <a:br/>
            <a:r>
              <a:t>Identical across every page.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.active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Manually mark current page link.</a:t>
            </a:r>
            <a:br/>
            <a:r>
              <a:t>Plain HTML has no built-in current page concept.</a:t>
            </a:r>
            <a:br/>
            <a:r>
              <a:t>Small honest convention.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Shared Footer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Identical across every page.</a:t>
            </a:r>
            <a:br/>
            <a:r>
              <a:t>Background, color, padding from tokens.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layout.css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Content wrapper.</a:t>
            </a:r>
            <a:br/>
            <a:r>
              <a:t>Hero layout.</a:t>
            </a:r>
            <a:br/>
            <a:r>
              <a:t>Flex row pattern.</a:t>
            </a:r>
            <a:br/>
            <a:r>
              <a:t>Grid auto pattern.</a:t>
            </a:r>
            <a:br/>
            <a:r>
              <a:t>Two-column layout.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container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max-width and auto margin.</a:t>
            </a:r>
            <a:br/>
            <a:r>
              <a:t>Constrain and center.</a:t>
            </a:r>
            <a:br/>
            <a:r>
              <a:t>Used on every section.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Vertical padding.</a:t>
            </a:r>
            <a:br/>
            <a:r>
              <a:t>section--alt for alternate background.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hero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Primary background.</a:t>
            </a:r>
            <a:br/>
            <a:r>
              <a:t>Extra top padding for fixed navbar.</a:t>
            </a:r>
            <a:br/>
            <a:r>
              <a:t>Centered text.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flex-row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display: flex.</a:t>
            </a:r>
            <a:br/>
            <a:r>
              <a:t>wrap.</a:t>
            </a:r>
            <a:br/>
            <a:r>
              <a:t>gap.</a:t>
            </a:r>
            <a:br/>
            <a:r>
              <a:t>Flex: 1 1 260px for children.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grid-auto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display: grid.</a:t>
            </a:r>
            <a:br/>
            <a:r>
              <a:t>auto-fit minmax.</a:t>
            </a:r>
            <a:br/>
            <a:r>
              <a:t>Zero media queries.</a:t>
            </a:r>
            <a:br/>
            <a:r>
              <a:t>Responsive by default.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grid-2col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Two-column on desktop.</a:t>
            </a:r>
            <a:br/>
            <a:r>
              <a:t>Single column on mobile.</a:t>
            </a:r>
            <a:br/>
            <a:r>
              <a:t>768px breakpoint.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components.css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Buttons. Cards. Badges. Forms.</a:t>
            </a:r>
            <a:br/>
            <a:r>
              <a:t>Bio card. Recipe card.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Button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Inline-block.</a:t>
            </a:r>
            <a:br/>
            <a:r>
              <a:t>Padding, radius, font.</a:t>
            </a:r>
            <a:br/>
            <a:r>
              <a:t>Primary and secondary variants.</a:t>
            </a:r>
            <a:br/>
            <a:r>
              <a:t>Hover states.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Card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Background, border, radius.</a:t>
            </a:r>
            <a:br/>
            <a:r>
              <a:t>Overflow hidden.</a:t>
            </a:r>
            <a:br/>
            <a:r>
              <a:t>Hover lift and shadow deepen.</a:t>
            </a:r>
            <a:br/>
            <a:r>
              <a:t>Part 7 animation baked in.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card--featured 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Thicker primary border.</a:t>
            </a:r>
            <a:br/>
            <a:r>
              <a:t>Primary-tinted shadow.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Badge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Small, uppercase, bold.</a:t>
            </a:r>
            <a:br/>
            <a:r>
              <a:t>Accent background.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Form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form-card, form-group.</a:t>
            </a:r>
            <a:br/>
            <a:r>
              <a:t>Input, textarea, select styling.</a:t>
            </a:r>
            <a:br/>
            <a:r>
              <a:t>Focus, valid, invalid states.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Bio Card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Centered, max-width.</a:t>
            </a:r>
            <a:br/>
            <a:r>
              <a:t>Circular photo with primary border.</a:t>
            </a:r>
            <a:br/>
            <a:r>
              <a:t>Quote block with left border.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Recipe Card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max-width, centered.</a:t>
            </a:r>
            <a:br/>
            <a:r>
              <a:t>Padded list styles.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Home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Hero section.</a:t>
            </a:r>
            <a:br/>
            <a:r>
              <a:t>Three highlight cards.</a:t>
            </a:r>
            <a:br/>
            <a:r>
              <a:t>CTA to About page.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Inline SVG Favicon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data URI.</a:t>
            </a:r>
            <a:br/>
            <a:r>
              <a:t>No separate file needed.</a:t>
            </a:r>
            <a:br/>
            <a:r>
              <a:t>URL-encoded emoji.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About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Refined Part 1 bio card.</a:t>
            </a:r>
            <a:br/>
            <a:r>
              <a:t>Shared navbar and footer.</a:t>
            </a:r>
            <a:br/>
            <a:r>
              <a:t>Same design system.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Projects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Responsive card grid.</a:t>
            </a:r>
            <a:br/>
            <a:r>
              <a:t>Links to original part folders.</a:t>
            </a:r>
            <a:br/>
            <a:r>
              <a:t>Featured card with badge.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Contact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Part 8 form restyled.</a:t>
            </a:r>
            <a:br/>
            <a:r>
              <a:t>Shared tokens.</a:t>
            </a:r>
            <a:br/>
            <a:r>
              <a:t>Newsletter signup included.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Recipe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Part 2 recipe in shared system.</a:t>
            </a:r>
            <a:br/>
            <a:r>
              <a:t>Proves architecture works on unrelated content.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One-Line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Change --color-primary in :root.</a:t>
            </a:r>
            <a:br/>
            <a:r>
              <a:t>Refresh every page.</a:t>
            </a:r>
            <a:br/>
            <a:r>
              <a:t>All elements shift simultaneously.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Final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Responsive check.</a:t>
            </a:r>
            <a:br/>
            <a:r>
              <a:t>Contrast check.</a:t>
            </a:r>
            <a:br/>
            <a:r>
              <a:t>Focus check.</a:t>
            </a:r>
            <a:br/>
            <a:r>
              <a:t>Navigation check.</a:t>
            </a:r>
            <a:br/>
            <a:r>
              <a:t>Meta tags check.</a:t>
            </a:r>
            <a:br/>
            <a:r>
              <a:t>Reduced motion check.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Responsive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Shrink to phone width.</a:t>
            </a:r>
            <a:br/>
            <a:r>
              <a:t>Hamburger appears.</a:t>
            </a:r>
            <a:br/>
            <a:r>
              <a:t>Cards reflow.</a:t>
            </a:r>
            <a:br/>
            <a:r>
              <a:t>No text overflows.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Contrast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Every text-background combination.</a:t>
            </a:r>
            <a:br/>
            <a:r>
              <a:t>Comfortably readable.</a:t>
            </a:r>
            <a:br/>
            <a:r>
              <a:t>No light gray on white.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Focus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Tab through with keyboard only.</a:t>
            </a:r>
            <a:br/>
            <a:r>
              <a:t>Clear focus indicator.</a:t>
            </a:r>
            <a:br/>
            <a:r>
              <a:t>Tab order matches visual order.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Meta Tags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Every page has title.</a:t>
            </a:r>
            <a:br/>
            <a:r>
              <a:t>Every page has description.</a:t>
            </a:r>
            <a:br/>
            <a:r>
              <a:t>Matters for search and social sharing.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GitHub Pages.</a:t>
            </a:r>
            <a:br/>
            <a:r>
              <a:t>Free.</a:t>
            </a:r>
            <a:br/>
            <a:r>
              <a:t>Live URL in minutes.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End of Part 9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Add a new page or section.</a:t>
            </a:r>
            <a:br/>
            <a:r>
              <a:t>Using only patterns already learned.</a:t>
            </a:r>
            <a:br/>
            <a:r>
              <a:t>Blog, Services, or Testimonials.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You Are Architecting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No longer following instructions.</a:t>
            </a:r>
            <a:br/>
            <a:r>
              <a:t>Building independently.</a:t>
            </a:r>
            <a:br/>
            <a:r>
              <a:t>Every tool is already in your hands.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Part 9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Five-page, responsive, accessible portfolio.</a:t>
            </a:r>
            <a:br/>
            <a:r>
              <a:t>Design system driven.</a:t>
            </a:r>
            <a:br/>
            <a:r>
              <a:t>Animation-polished.</a:t>
            </a:r>
            <a:br/>
            <a:r>
              <a:t>Form-validated.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Series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From one blue line of text.</a:t>
            </a:r>
            <a:br/>
            <a:r>
              <a:t>To a deployed multi-page site.</a:t>
            </a:r>
            <a:br/>
            <a:r>
              <a:t>Nothing was wasted.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