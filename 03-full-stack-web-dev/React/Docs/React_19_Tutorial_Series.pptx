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React 19 Tutorial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Zero to Production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Building a Task &amp; Habit Tracker, start to finish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This Deck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4 Primers (foundations)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Part 0: Introduction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9 Phases, 21 Parts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6 Appendices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How to Use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slide = one idea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Follow along in your own editor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Code shown is illustrative, not exhaustive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Full code lives in the written series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PRIMER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How the Web Actually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Client-Server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Your browser = the client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server = another computer, elsewhere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They talk using a shared language: HTTP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library with a request window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You ask for a book (a URL)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librarian (server) hands it 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Happens on 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1. DNS lookup: name → IP address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2. Browser connects to that address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3. Browser sends an HTTP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Happens on Enter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4. Server sends an HTTP response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5. Browser renders the response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Status codes: 200, 404, 500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HTML —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Describes what's on the 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Headings, paragraphs, buttons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Says nothing about appearance or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CSS — Appearance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Describes how things look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Selects HTML elements, attaches style rules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HTML, many possible looks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JavaScript —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only one of the three that decides, remembers, reacts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Makes a page interactive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is a JavaScript library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Frontend vs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Frontend: runs in the user's browser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Backend: runs on a server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Frontend = what you see; Backend = what's 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PRIMER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Command Line Crash Course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a Terminal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text-based way to give instructions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Faster once you know the phrasing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Required for modern web tooling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Opening a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Windows: Command Prompt / PowerShell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macOS: Terminal (Cmd+Space)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Linux: varies by desktop environment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Where Am 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terminal has a "working directory"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`pwd` (Mac/Linux) shows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`cd` with no args (Windows) shows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Moving Around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`cd foldername` — move into a folder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`cd ..` — move up one level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`cd ~` — jump home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Seeing What's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`ls` (Mac/Linux)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`dir` (Windows)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Lists files and folders in your current spot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Creating and Deleting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`mkdir foldername` — create a folder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`mkdir -p a/b/c` — nested folders at once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`rm` / `del` — delete a file (permanent!)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Reading Mistakes Calmly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"command not found" = typo, not a broken computer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"no such file or directory" = check spelling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Nothing is broken — just precise feedback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Stopping a Running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Many dev tools run forever, on purpose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This is normal, not frozen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Ctrl+C stops it and returns your prompt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Multiple Terminals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Tabs, like a browser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tab per long-running process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Common by Phase 4: dev server + backend + tests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PRIMER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Setting Up Your Code Editor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Not Just Notepad?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Syntax highlighting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Error squiggles before you even run code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Autocomplete, integrated terminal, file tree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Installing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code.visualstudio.com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Free, industry-standard for React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Install the `code` command too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VS Code's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Activity Bar (left icons)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Explorer (file tree sidebar)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Editor area (open files)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Integrated Terminal (bottom panel)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Opening the Terminal in VS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Ctrl+` / Cmd+`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need to Alt-Tab to a separate app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shell you learned in Primer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Essential Extension: ESLint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Catches likely mistakes as you type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Brings terminal warnings into the editor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Published by Microsoft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Essential Extension: Prettier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Automatic code formatter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Consistent style, every save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Doesn't check logic — just formatting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Format on Save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Settings → "Format On Save" → enabled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Default Formatter → Prettier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file formats itself automatically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Few Useful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Font size: comfortable for long sessions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Files: Auto Save → afterDelay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Tab size: 2 (matches this series' code style)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Key Shortcuts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Ctrl/Cmd+S — save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Ctrl/Cmd+P — jump to any file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Ctrl/Cmd+Shift+F — search whole project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PRIMER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Git &amp; Version Control Basics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 Git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"undo" past a point = risky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Multiple people editing = conflicts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Git: a complete, permanent history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Git vs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Git: the tool, runs on your computer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GitHub: a website hosting your history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GitHub enables Vercel's automatic deploys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Core Idea: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"saving over" — taking a photograph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commit is kept, forever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photo album of your whole project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One-Time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config --global user.name "..."`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config --global user.email "..."`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Attached to every future commit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init` — start tracking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add .` — stage changes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commit -m "message"` — snapshot 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Checking Your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status` — the most-used command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Shows changed, staged, untracked files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Run it often, with no hesitation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.gitignore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Tells Git what NOT to track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node_modules, dist, .env files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Keeps history clean and secure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An independent line of history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checkout -b new-branch`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Experiment without touching main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Connecting to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remote add origin &lt;url&gt;`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`git push -u origin main`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Uploads your local history online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PART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Is This Series?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Learn by building ONE real app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disconnected demos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Task &amp; Habit Tracker, start to finish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Who This Series Is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Complete beginners to React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Some HTML/CSS/basic JS helpful, not required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JS concepts explained as they appear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Quick Glossary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Library, Component, State, Props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Render, Hook, API/Endpoint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Defined again in context, later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Project: Task &amp; Habit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Create, edit, complete, delete tasks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Recurring habits with streaks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Filter, search, navigate, persist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Project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backend, loading/error states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Instant optimistic feedback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Automated tests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Deployed live, for free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Final Architecture (Preview)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src/api, src/components, src/features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src/context, src/hooks, src/pages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src/tests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19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Router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Stack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Plain CSS, then CSS Modules concepts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Vitest + React Testing Library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Vercel (free Hobby plan)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"New in React 19" Callouts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Actions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useActionState, useFormStatus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useOptimistic, use, ref-as-a-prop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Lesson Structure, Every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Target — what we're building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Concept — a plain-English analogy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Implementation — full code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Verification — how to prove it worked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Full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1: Foundations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2: Interactivity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3: Forms &amp; Data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Full Roadmap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4: Data Fetching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5: App-Wide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6: Navigation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Full Roadmap (cont.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7: Advanced Patterns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8: Quality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Phase 9: Production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You'll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computer, any OS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VS Code (or any editor)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30–90 minutes per part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paid software required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"Done"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Understand WHY React exists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Comfortable with modern JS patterns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working, tested Tracker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Live on the public internet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Foundations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1,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Why React Exists &amp; Setting Up Vite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 Before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Manually syncing UI to data is tedious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"repaint the whole wall" problem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DOM manipulation gets tangled at scale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Imperative vs Declarative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Imperative: step-by-step instructions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Declarative: describe the end result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React: UI as a function of state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Installing Node.js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nodejs.org → LTS version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Lets JavaScript run outside a browser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comes bundled with it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Node &amp; npm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`node --version`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--version`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Need Node 18 or higher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Vite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build tool + dev server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Translates JSX into browser-readable code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Hot Module Replacement: instant updates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Scaffolding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create vite@latest task-habit-tracker -- --template react`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`cd task-habit-tracker`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install`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Running the Dev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run dev`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Opens at localhost:5173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Live-reloads on every save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Generated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node_modules/ (never edit)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public/, src/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index.html, package.json, vite.config.js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ONE real HTML 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`&lt;div id="root"&gt;&lt;/div&gt;`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Everything gets injected here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main.jsx — The Entry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Imports StrictMode, createRoot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Claims the #root element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Renders `&lt;App /&gt;` into it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App.jsx — The Root 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default Vite + React demo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We'll strip this down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Starting point for our real app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package.json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Project metadata + dependencies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Confirms react@19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Scripts: dev, build, lint, preview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Clearing the Slate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Delete demo CSS and assets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Replace App.jsx with a simple heading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Replace index.css with a clean baseline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the Clean Slate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Browser shows just our heading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Edit the text, save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Confirm instant HMR update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Not Just Plain JavaScript?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Fine for static pages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earns its keep when UI changes over time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Keeping data and screen in sync, automatically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npm install &amp; node_modules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package.json = source of truth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package-lock.json = exact versions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node_modules = never committed to git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1,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JSX Syntax &amp; Your First Components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JSX Really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HTML, not a template language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syntax extension compiled to JS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`&lt;div&gt;` becomes React.createElement('div', ...)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JSX Is a Translator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Blueprint vs. built house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createElement builds a description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is the construction crew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JSX Rule 1: Close Every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`&lt;img src="..." /&gt;` not `&lt;img src="..."&gt;`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`&lt;br /&gt;` not `&lt;br&gt;`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Compiling to function calls demands it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JSX Rule 2: One Root Element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component returns exactly one element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Wrap siblings in a `&lt;div&gt;`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Or use a Fragment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Fragments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`&lt;&gt;` and `&lt;/&gt;`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Groups elements with no extra DOM node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Useful when a wrapper div breaks layout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JSX Rule 3: className, not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`class` is a reserved JS word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 `className="card"` instead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Otherwise: a console warning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JSX Rule 4: Curly Braces { 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Drop back into plain JavaScript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Any expression is valid inside { }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Statements (if, for) are not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Expressions vs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Expression: produces a value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Statement: an instruction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Only expressions work inside { }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Is a Component?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JS function returning JSX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start with a capital letter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reusable "cookie cutter" for UI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Capitalize Components?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Lowercase = real HTML tag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Capitalized = your own component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compiler relies on this distinction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Planning a Component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Navbar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Dashboard → HabitsSection, TasksSection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Creating the components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`mkdir src/components`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component per file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File name matches component name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Navbar.jsx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"presentational" component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Only displays things, for now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data management yet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HabitCard.jsx (Static)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Hardcoded content for now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Will receive real data via props later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checkbox glyph, a label, a streak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TaskCard.jsx (Static)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pattern as HabitCard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Static text for now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task's row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HabitsSection.jsx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Renders HabitCards by hand (for now)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"section" heading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Will use .map() in Phase 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TasksSection.jsx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layout pattern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Multiple TaskCards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Section heading + list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Dashboard.jsx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pure "layout" component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Combines HabitsSection + TasksSection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Holds no content of its own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Assembling App.jsx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Import Navbar, Dashboard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Lay out the top-level pieces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root of the whole tree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the Component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Open DevTools → Elements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Confirm nested real DOM nodes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Matches our planned tree exactly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Adding Real (Temporary)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CSS classes as "costumes"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Structure stays the same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Appearance layered on top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Styling the Navbar &amp;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Centered app container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Card-based sections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Soft shadows, rounded corners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Not React.createElement Directly?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JSX is sugar over function calls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You'll never write it by hand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But understanding it explains the rules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File Organization Conventions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component per file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.jsx extension for JSX-containing files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Imports include the file extension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1,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Props: Passing Data Into Components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Problem: Identical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Two HabitCards show the same text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Hardcoded content can't vary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We need to "stamp" different data in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Props = Function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component is a function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Props are its one argument object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`&lt;HabitCard label="..." streak={5} /&gt;`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How JSX Attributes Become 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attribute bundles into ONE object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Passed as the single function argument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Always destructured on the way in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Creating Sample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`mkdir src/data`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sampleData.js: plain JS objects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Each item has a unique `id`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Separating Data from Display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Data lives outside components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Components just render what they're given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Change data, UI updates — no component edits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Destructuring 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`function HabitCard({ label, streak })`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Shorthand for reading props.label, props.streak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standard pattern in all React code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Golden Rule: Props Are Read-Only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component must never modify its props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Like a sealed parcel from a courier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Changes require STATE (next phase)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Rewriting HabitCard with Props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Receives label, streak, isComplete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Default values via `= false`, `= 0`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Ternary for the checkbox glyph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Default Prop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`function HabitCard({ streak = 0 })`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Used only when the prop is missing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safety net against undefined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Data Flows Down, One Layer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App → Dashboard → Section → Card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layer explicitly forwards data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skipping levels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Prop Drilling, Felt Firsthand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Dashboard doesn't use habits/tasks itself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Still must accept and forward them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Tedious — and deliberately so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Manually Indexing an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habits[0], habits[1]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Fragile: breaks with more or fewer items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Motivates .map() in Phase 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Prop Drilling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Real, distinct data through 4 layers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Change sampleData.js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UI updates with zero component edits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children Prop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Captures content BETWEEN tags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`&lt;Badge&gt;🔥 5&lt;/Badge&gt;`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Automatically available as props.children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a Reusable Badge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Doesn't know what it wraps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tone prop picks a CSS class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Generic, reusable "pill" component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Badge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Replaces a plain streak span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`&lt;Badge tone="streak"&gt;🔥 {streak}&lt;/Badge&gt;`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visual result, more reusable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Full Props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Parent decides WHAT to pass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Child decides HOW to display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Neither reaches into the other's job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Should You Validate Props?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prop-types package (not used here)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TypeScript (not used here)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Kept plain JS for focus on React itself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Prop Drilling Is a Real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Small-scale now, painful at scale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10 layers, only the bottom one cares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Fixed later by Context (Phase 5)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Interactivity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2,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State with useState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Problem: Clicking Does Nothing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Checkboxes are purely decorative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Everything so far is read-only display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apps need "memory" that reacts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a Plain Variable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component re-runs from scratch every render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`let isComplete = false` resets every time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never notices it changed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useState Actually Gives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value that persists across renders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way to NOTIFY React it changed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Triggers exactly the needed re-render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Anatomy of useState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`const [value, setValue] = useState(initial)`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Returns an array of exactly two items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Naming is entirely your choice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Array Destructuring,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Position matters, not names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[currentValue, updaterFunction]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mechanism as [first, second] = arr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Event Handlers: Function vs Called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`onClick={handleClick}` — correct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`onClick={handleClick()}` — wrong, runs immediately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Arrow function wrapper when args are needed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Making HabitCard Toggle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useState(initialIsComplete)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handleToggle flips the value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Onclick wired to the card itself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Renaming While Destructuring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`isComplete: initialIsComplete = false`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Prop only SEEDS the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State becomes the live value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Independent Toggles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one card, only it toggles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Each instance has private memory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component, separate useState calls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Hitting a Wall: Shared State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"N habits remaining" needs ALL habits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single card can know about others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State must live in a shared ancestor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Lifting State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Move state to the closest common parent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Pass value + updater down as props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core answer to "who owns this data?"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HabitCard Becomes "Dumb"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more internal useState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Fully props-driven display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Reports clicks upward via onToggle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App.jsx Owns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useState(sampleHabits)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useState(sampleTasks)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Passed down through Dashboard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Immutable Update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`.map()` builds a brand new array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Spread copies + overrides one item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mutate the original directly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Immutability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detects changes by REFERENCE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Mutating in place can be invisible to React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New object = guaranteed re-render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Lifted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Toggle a habit → count updates instantly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Both card AND section stay in sync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shared source of truth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Rules of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Call hooks only at the top level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inside if, loops, or nested functions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order, every single render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the Rules 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tracks hooks by CALL ORDER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Skipping a hook shifts everything after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Corrupted state, or a crash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Updater Function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`setValue((prev) =&gt; !prev)`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Safer than setValue(!value)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Guards against batched updates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2,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Rendering Lists with .map()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Embarrassing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habits[0], habits[1], habits[2]...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Doesn't scale up OR down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Crashes if the array is shorter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.map() as an Assembly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item goes in, one JSX element comes out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Runs automatically across any array length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modifies the original array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Rewriting HabitsSection with .map()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HabitCard per habit, automatically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Add data → UI updates, zero code changes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pattern for TasksSection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.map() Scales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Add a 4th habit to the data file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4th card appears instantly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component code touched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Is the key Prop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displayed anywhere on screen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"name tag," not a "seat number"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Helps React track items across changes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Classroom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Seat number vs. name tag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Seats change; the actual student doesn't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key should track the ITEM, not position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Key Experiment,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Two lists: index key vs id key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Type into an input, then shuffle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Watch what happens to typed text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Key Experiment,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Index key: text sticks to POSITION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id key: text correctly follows the PERSON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real, observable bug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Rules for Choosing a Good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Stable, unique identifier from real data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Math.random() as a key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Array index only for static, unreorderable lists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Tour of Array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.map() — transform every item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.filter() — keep matching items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.find() — return the first match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More Array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.some() — at least one matches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.every() — all items match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.reduce() — fold into one value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2,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Event Handling &amp; Conditional Rendering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Event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Automatically passed to every handler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event.target, event.key, event.preventDefault()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consistent SyntheticEvent wrapper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Event Bubbling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pebble dropped in a pond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Clicks ripple up through every ancestor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Can trigger unintended parent handlers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Streak Badge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Clicking the badge also toggles the card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Because click events bubble upward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Need to isolate the badge's own click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event.stopPropagation()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Stops the ripple at this exact element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Badge gets its own independent behavior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Card's onClick never fires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stopPropagation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the badge → alert only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elsewhere on card → toggles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Remove the line → prove it was doing real work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Three Conditional Rendering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Ternary: exactly one of two outcomes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&amp;&amp; : something, or nothing at all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Early return: bail out entirely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&amp;&amp;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0 is falsy but still renders as "0"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 `count &gt; 0 &amp;&amp; (...)` instead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classic, easy-to-hit gotcha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Filter Tabs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Local state: only THIS component cares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"All / Active / Completed"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Doesn't need to be lifted up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Generic, Reusable FilterTabs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Knows nothing about tasks specifically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Options + activeValue + onChange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Reusable for any future filtering need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type="button"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Default button type inside a form is "submit"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Would trigger unwanted submission later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Always set it explicitly for non-submit buttons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Empty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filteredTasks.length === 0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Show a friendly message instead of blank space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leave the UI looking broken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Forms &amp; Data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3,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Controlled Forms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Problem: A Frozen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Can toggle and filter, but not grow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Data frozen at whatever sampleData has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tracker that can't add tasks isn't much of one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Is a Controlled Input?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value comes FROM React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onChange writes every keystroke BACK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input becomes a puppet; React holds the strings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Controlled Input,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`value={text}`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`onChange={(e) =&gt; setText(e.target.value)}`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Enables validation, disabling, clearing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TaskForm's One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Collect a valid label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Report it upward via onAddTask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Doesn't know where the list lives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Validating with .trim()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Removes leading/trailing whitespace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Stops "just spaces" submissions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isValid derived fresh every render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preventDefault() on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Forms reload the page by default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holdover from the pre-JS era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preventDefault() stops that reload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Disabling the Submit Button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disabled={!isValid}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Driven directly by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Validation logic lives in plain JS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Generating Unique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crypto.randomUUID()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Built into modern browsers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Statistically guaranteed unique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Not tasks.length + 1?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Breaks after deleting from the middle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Can produce a DUPLICATE id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Always generate independently of array size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Adding to a List, Immutably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tasks.push() directly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Spread: [...current, newItem]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discipline as toggling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Wiring "Add" Handlers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handleAddTask in App.jsx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Passed down through Dashboard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lifting-state-up pattern as before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Toggling Form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Local isAdding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Only this component cares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"+ New Task" button shows/hides the form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Controlled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Empty submit → button disabled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Spaces only → still disabled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Valid text + Enter → task appears, form clears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3,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🆕 Actions &amp; useActionState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NEW IN 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Actions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Old Way, Recapped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useState for the input value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Manual preventDefault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Manual validation, manual clearing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an Action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function passed to form's action prop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auto-prevents the reload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auto-collects fields into FormData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Job Ticket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Hand a ticket to a work crew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vs. supervising every step yourself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handles collection + delivery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NEW IN 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useActionState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useActionState's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`const [state, formAction, isPending] = useActionState(fn, initial)`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state: whatever the function last returned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isPending: automatic, no manual tracking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Action Function's Signature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`async function action(previousState, formData)`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Two arguments now, not one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return the new state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Rebuilding TaskForm with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useState for the input value at all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formData.get('label') reads it once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Simulated network delay + duplicate check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Uncontrolled Inputs, Revisited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value, no onChange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Browser manages typing internally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only reads it at submit time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Submit empty → pending, then error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Submit duplicate → error, text stays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Submit valid → pending, then success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FormData API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formData.get(name) → a string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formData.getAll(name) → an array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formData.has(name) → boolean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3,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🆕 useFormStatus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NEW IN 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useFormStatus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Prop-Drilling Problem,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isPending threaded through 3 places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Imagine a form with many more pieces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exact pain from Phase 1, Part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Intercom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form is a room with intercoms in the walls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Any component INSIDE can ask "are we busy?"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props passed for it at all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One Critical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be called from a DESCENDANT of the form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the same component rendering the form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Imported from react-dom, not react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Extracting FormTextInput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Independently asks useFormStatus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Disables itself while pending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Zero props needed for that purpose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Extracting SubmitButton &amp; CancelButton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Both read pending independently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Fully reusable across any form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TaskForm no longer tracks isPending at all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Proving the Descendant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Call useFormStatus in the form-RENDERING component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Logs `false` the entire time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It measures ANCESTOR forms, not itself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All three pieces sync correctly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"isPending" text anywhere in TaskForm.jsx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Fully decentralized pending awareness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useActionState vs useFormStatus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useActionState: at the form-owning level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useFormStatus: anywhere nested inside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Different tools for different tree depths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Data Fetching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4,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useEffect &amp; Fetching Real Data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Problem: Data Lives in Our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sampleData.js ships inside the app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Doesn't persist between sessions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apps need a real server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Is a Side Effect?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Rendering should be a pure calculation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side effect reaches OUTSIDE that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Network calls, timers, localStorage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Chef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Plating a dish = pure render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Phoning in tomorrow's order = a side effect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useEffect is the doorway for the second part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Cleanup Experiment: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Ticker component with setInterval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Mount and unmount it repeatedly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Watch the console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Cleanup Experiment: With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Each unmount clears its own interval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Ticking always fully stops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Clean, correct behavior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Cleanup Experiment: Without Cleanup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Remove the return statement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Ticks get faster and faster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Old intervals never get cancelled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Memory Leak, Observed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Invisible, un-stoppable timers pile up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real, common bug category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Why cleanup functions are essential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Standing Up json-server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Turns a JSON file into a real REST API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backend engineering required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Genuinely real HTTP requests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db.json — Our Mock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habits array, tasks array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Top-level keys become endpoints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/habits and /tasks, automatically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Running the Mock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install -D json-server`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run server`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Runs on localhost:4000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the Mock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`curl http://localhost:4000/habits`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Or visit the URL directly in a browser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JSON, real HTTP response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Environment Variables in Vite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Configuration OUTSIDE source code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Only VITE_ prefixed vars reach the browser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genuine security boundary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.env and .env.example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.env holds the real value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.env.example is committed, shows the shape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.gitignore excludes the real file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the api/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Separate networking from display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fetchHabits(), fetchTasks()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Components never see fetch or URLs directly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Check response.ok Manually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fetch() only rejects on true network failure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404 or 500 still "succeeds" as a fetch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check status and throw ourselves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useEffect Dependency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[] — run once, on mount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omitted — runs every render (usually wrong)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[x, y] — reruns when x or y changes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Fetching on 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useEffect(() =&gt; { loadData() }, [])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isCancelled flag guards against race conditions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Cleanup sets isCancelled = true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Promise.all for Concurrent Fetches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Runs both requests at the same time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Total time ≈ the SLOWER one, not the sum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Rejects if ANY promise rejects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Real Data Fetching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Loading message appears briefly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Network tab shows real GET requests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Stop the server → see the failure handled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4,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Loading/Error States &amp; use + Suspense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Three Possible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Loading, success, error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"Not loading" doesn't mean "succeeded"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Plan for all three explicitly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Genuine Error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loadError, tracked separately from isLoading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retry button bumps retryCount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retryCount drives the effect's re-run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Is an Error Boundary?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circuit breaker for a section of UI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Catches errors thrown during rendering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Prevents a full-app crash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One Class Component in This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Error Boundaries require class components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hook equivalent exists yet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getDerivedStateFromError + componentDidCatch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NEW IN 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the `use` function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use() Unwraps a Promise During 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a traditional hook — no strict rules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Can be called conditionally, in loops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Throws the Promise itself if still pending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use() and Suspense,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Pending promise → thrown → caught by Suspense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Rejected promise → thrown → caught by Error Boundary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Resolved promise → returns the value directly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Critical Rule for use()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create a new Promise inline during render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be the SAME Promise reference across renders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Cache it at module scope, or in state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QuoteOfTheDay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Receives a Promise as a prop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use(quotePromise) unwraps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Read-only, fetched-once data — the sweet spot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Suspense: A Waiting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Wraps part of the tree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Shows fallback while anything inside isn't ready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Swaps in real content automatically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use() + Suspense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Fallback shows briefly on load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Success or artificial failure, at random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Error Boundary catches failures gracefully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 + Effect: When to Use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useEffect: data that gets mutated locally after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 + Suspense: read-only, fetched-once data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Different tools for different data lifecycles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4,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🆕 useOptimistic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NEW IN 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useOptimistic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Problem: Waiting Feels Sluggish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network requests take time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Even 200-700ms feels slow to wait for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Users expect instant feedback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Optimistic UI,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Assume success, show it immediately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Roll back gracefully if it fails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Like a "like" button filling in instantly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useOptimistic's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`const [optimisticValue, addOptimistic] = useOptimistic(real, updateFn)`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optimisticValue: real + anything in flight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Reverts automatically once settled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Real PATCH and POST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updateHabit, createHabit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PATCH: partial update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POST: create a new resource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NEW IN REACT 19 (companion tool)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startTransition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addOptimistic Needs a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Marks code as non-urgent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Tells React when the optimistic period ends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Required, not optional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Optimistic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Checkbox flips instantly, no wait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~700ms later: persists OR snaps back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toast appears on failure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Seeing the Guardrail 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Call addOptimistic outside startTransition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Console warning appears immediately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Proves the requirement is real, not decorative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App-Wide State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5,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The Context API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Revisiting Prop Drilling's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Felt deliberately back in Phase 1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Dark mode needs to reach EVERYWHERE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Threading it through every layer isn't sustainable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Bulletin Board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a private note passed hand to hand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public board anyone can walk up and read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relaying required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Three Pieces of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createContext() — the empty board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Provider — pins a value to the board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useContext() — reads what's posted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Context's Scoping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Only DESCENDANTS of the Provider can read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automatically the whole app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Wrap high enough in the tree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When Context Is a Good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Genuinely global, infrequently-changing values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Theme, logged-in user, locale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a replacement for all state management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Three-File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XContext.js — just createContext()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XProvider.jsx — owns state, renders Provider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useX.js — wraps useContext, adds a safety check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ThemeContext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createContext(null) as the safe default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JSX here — a plain .js file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"empty bulletin board"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ThemeProvider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Owns theme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Reads localStorage on startup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Applies data-theme to the real DOM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useTheme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Wraps useContext(ThemeContext)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Throws a clear error if Provider is missing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Better than a confusing downstream crash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Wrapping 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ThemeProvider wraps &lt;App /&gt; in main.jsx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sit ABOVE everything that needs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Now readable from anywhere, at any depth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CSS Custom Properties for Theming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--color-bg, --color-text, defined once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[data-theme='dark'] overrides them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attribute change repaints everything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Navbar Toggle Button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useTheme() — no props needed at all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Reaches the "board" directly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Works regardless of nesting depth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Dark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toggle → entire app repaints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Refresh → theme persists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localStorage holds the saved choice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Context's Re-render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consumer re-renders on value change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Regardless of relevance to that consumer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free — worth understanding clearly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Re-render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Log inside a component that DOESN'T use theme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Toggle the theme anyway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It re-renders too — proof, not theory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Honest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Context is not free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Best for infrequent, global values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Wrong tool for rapidly-changing state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5,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useReducer for Complex State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Sprawl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8 separate pieces of state in App.jsx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6 handler functions, many touching several at once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single place describing all transitions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Vending Machine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loose coins scattered on a table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Press a labeled button (dispatch an action)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rulebook decides the new state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Reducer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Action: what happened (a plain object)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Dispatch: triggering that action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Reducer: (state, action) =&gt; newState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dataReducer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Consolidates habits, tasks, isLoading, loadError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switch statement, one rulebook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FETCH_START, FETCH_SUCCESS, TOGGLE_HABIT...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Reducers Must Be Pure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fetch calls inside the reducer itself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setTimeout, no Date.now()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Async work stays in the calling handler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Refactoring App.jsx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useReducer replaces four useState calls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dispatch replaces individual setters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external behavior, cleaner internals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Zero Behavior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Phase 4 check still passes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Toggling, adding, error/retry — unchanged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refactor should never change what users see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Payoff: A One-Line Action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Wrap the reducer with a console.log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See EVERY state transition, in order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core idea behind Redux DevTools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useState vs useReducer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useState: independent, simple values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useReducer: several values changing together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mutually exclusive within one component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Navigation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6,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React Router: Multi-Page Navigation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Problem: One Screen, One 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feature crammed onto one 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shareable, bookmarkable addresses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apps organize into distinct pages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Client-Side Routing,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receptionist swapping displayed content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full page reload, no flash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SPA illusion, kept intact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Installing React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install react-router-dom`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standard routing library for React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BrowserRouter, Routes, Route, Link, NavLink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BrowserRouter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wrap anything using routing features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Uses the browser's History API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Watches and updates the URL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Page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src/pages/ folder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DashboardPage, TasksPage, HabitsPage, SettingsPage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Mostly composed of existing components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Retiring Dashboard.jsx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Its job gets redistributed across pages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more "everything on one screen"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Each section now owns its own route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Routes and Route: A Big Switch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Scans children, renders the first match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path + element pairing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Order matters for the wildcard route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Catch-All 404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`&lt;Route path="*" element={&lt;NotFoundPage /&gt;} /&gt;`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be listed LAST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Matches any unmatched URL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Link vs a Plain Anchor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Link: no full reload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real &lt;a&gt; tag would reload the 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Both render as real anchor elements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NavLink: A Link That Knows "Active"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Automatically detects current URL match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className as a function: ({ isActive }) =&gt; ...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Perfect for "you are here" highlighting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`end` Prop Gotcha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"/" matches as a PREFIX by default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route starts with "/"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`end` forces an exact match instead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links, URL updates, no reload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Active link highlights correctly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Browser Back/Forward works natively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SPA Refresh Problem, Foreshadowed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Dev server fakes this correctly automatically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Static hosts don't, by default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Solved properly in Phase 9's deployment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6,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Nested Routes, Params, Protected Routes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Picture Frame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shared layout that never changes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"photo" inside it swaps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Outlet marks where it swaps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Nested Routes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parent &lt;Route&gt; with child &lt;Route&gt;s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index route: matches the parent exactly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:habitId route: a dynamic segment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URL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`:habitId` in the path definition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useParams() reads it back out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ALWAYS returns strings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String vs Number Gotcha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habit.id is a number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habitId from useParams() is a string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Compare with String(habit.id) === habitId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useOutletContext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Passes data through nested routes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prop drilling through route definitions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Read by any nested child route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HabitDetailPage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Reads habitId via useParams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Finds the matching habit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Shows a "not found" fallback gracefully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Simulated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three-file Context pattern as Theme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AuthContext, AuthProvider, useAuth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login(), logout(), isAuthenticated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Honest Security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Client-side only — zero real security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Anyone can bypass it via DevTools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Controls UI visibility, not actual authorization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ProtectedRoute: A Bouncer at the 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Checks isAuthenticated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&lt;Navigate&gt; redirects if not logged in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Remembers where the user was headed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&lt;Navigate&gt; vs useNavigate()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Navigate: declarative, returned from render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useNavigate: imperative, called in a handler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Different tools for different triggers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Round-Tripping Through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location.state stores the origin 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LoginPage reads it back after success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Redirects to the ORIGINAL destination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Protected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Logged out → redirected to /login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Log in → land back where you started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Log out → immediately redirected again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This Isn't Real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server never checks anything here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Data endpoints remain fully open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security must live on the backend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Advanced Patterns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7,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Refs &amp; ref-as-a-Prop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Problem: Reaching Past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Sometimes you need the REAL DOM node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Focusing an input isn't a "state" concept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Need a direct handle to an element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Sticky Note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State: a sign in the front window, everyone watches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Ref: a sticky note inside the fridge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Persists, but nobody reacts to changes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useRef's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`const ref = useRef(null)`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ref.current holds the actual value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Changing it never triggers a re-render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Ref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State count vs ref count, side by side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ref button — screen never updates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Console proves the value DID change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Refs Don't Cause Re-Renders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Proven directly, not just claimed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completely separate mechanism from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 only for non-visual bookkeeping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NEW IN REACT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ref as a Prop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Old Way: forwardRef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Required wrapping every ref-accepting component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Props and ref arrived as two separate arguments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common source of beginner confusion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New Way: Just a Prop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`function Input({ name, ref }) { ... }`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Destructured like any other prop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wrapper required at all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a Keyboard Shortcut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Press "/" to open quick-add, from anywhere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Escape to dismiss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ref used to command focus directly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useImperativeHandle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Controls exactly what a parent sees via ref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the raw DOM node — a limited API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Exposes only { focus, shake }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Focus &amp; Shake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"/" opens and focuses instantly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Invalid submit → input visibly shakes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Navigate away → shortcut listener cleans up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Rules of Refs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read/write .current during render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use a ref as a state substitute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Reserve refs for doing, not displaying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7,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Custom Hooks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Duplication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localStorage pattern, twice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boolean toggle pattern, twice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Time to extract a custom hook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a Custom Hook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function starting with "use"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Calls other hooks internally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special syntax beyond that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Recipe Card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Shared logic, not shared state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Two cooks, two separate pots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call gets independent state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useLocalStorage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Generalizes ThemeProvider + AuthProvider's pattern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Reads once, lazily, on mount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Writes back via useEffect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Refactoring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ThemeProvider shrinks dramatically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AuthProvider shrinks dramatically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Zero visible behavior change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useToggle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smallest possible custom hook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value + { toggle, setTrue, setFalse }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Replaces duplicated open/close logic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Building useKeyboardShortcut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Generalizes the "/" and Escape logic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Generic plumbing, specific intent stays local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Reusable for any future shortcut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Hook Isolation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Two &lt;Switch&gt; components, same hook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one — the other stays untouched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Proof: logic shared, state is NOT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When to Extract a Custom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Same stateful pattern, written twice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self-contained sub-problem worth naming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Independently testable in isolation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Quality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8,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Testing with Vitest &amp; RTL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Testing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Test like a curious USER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like an inspector reading blueprints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Behavior over implementation details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Internal-detail tests break on refactors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Behavior tests only break on REAL regressions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Confidence that actually means something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Vitest — the test runner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@testing-library/react — render + screen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@testing-library/user-event — realistic interaction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Configuring Vitest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Shares vite.config.js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jsdom environment — a simulated browser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globals: true for describe/it/expect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Three-Beat Test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 the component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Query for something on screen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Assert on what you find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Your First Test: Badge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render(&lt;Badge&gt;🔥 5&lt;/Badge&gt;)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screen.getByText('🔥 5')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expect(...).toBeInTheDocument()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Reading a Failing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Deliberately break an assertion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error names exactly what it expected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Immediately actionable feedback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Testing User Interactions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userEvent.setup()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user.click(), user.type()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Simulates a REAL person, not raw events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Mock Functions with vi.fn()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Tracks every call it receives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toHaveBeenCalledTimes(), toHaveBeenCalledWith()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Stand-ins for real callback props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stopPropagation, Automatically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Click the badge, assert onToggle NOT called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Remove stopPropagation, watch the test fail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Proof the test exercises real behavior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Testing a Custom Hook in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renderHook() hosts the hook call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result.current reflects the latest return value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act() flushes state updates before assertions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Mocking the API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vi.mock() replaces a whole module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Tests run without a real backend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Fast, deterministic, dependency-free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Testing Router-Dependent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MemoryRouter substitutes for BrowserRouter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Tracks a simulated URL in memory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real browser address bar needed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Production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9,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Builds, Env Vars, Performance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Dev Mode vs Production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workshop vs. the finished chair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tool/label cleared away for shipping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Smaller, faster, at the cost of editability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a Production Build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Minification — smaller file size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Tree-shaking — removes unused code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Bundling + asset hashing for caching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Running the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`npm run build`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Outputs to dist/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Plain HTML, CSS, JS — no Node required to run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npm run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dress rehearsal before deploying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Serves the real dist/ folder locally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Confirms hashed filenames are in use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Environment Variables, Layered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.env — always loaded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.env.development — dev server only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.env.production — build only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the Right Env Is Baked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Search the built JS for the production URL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Confirm dev mode still uses localhost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Two environments, cleanly separated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Golden Rule of Performance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Measure before optimizing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optimization has a real cost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Profile first, then fix the actual bottleneck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React DevTools Profiler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Record → interact → stop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flame graph of what rendered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Reveals unnecessary re-renders directly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React.memo: A Bouncer for Re-Renders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Skips re-render if props are unchanged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Shallow comparison, reference equality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 automatic — must opt in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Inline Function Gotcha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memo alone doesn't fix anything yet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new arrow function every render defeats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Even with identical behavior inside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useCallback: Stabilizing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Memoizes the FUNCTION itself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Dependency array controls when it's recreated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Pairs directly with memo-wrapped children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memo + useCallback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Only the toggled card re-renders now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Others absent from the Profiler's commit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Zero behavior change, confirmed by full retest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useMemo: Caching a Calculation's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Recomputed only when dependencies change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Best for genuinely expensive calculations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Or values that must stay reference-stable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Honest Caveat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useMemo here is a teaching example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Filtering 3-4 items is essentially free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Reserve it for real cost, not reflexive use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React.lazy: Code-Splitting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Don't ship the whole catalog for one chair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Loads a page's code only when visited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be wrapped in Suspense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Code-Splitting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Build shows multiple smaller JS chunks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Network tab: chunks load on demand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Cached after the first visit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memo / useMemo / useCallback: Decision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memo: entire component's render output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useMemo: a calculation's result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useCallback: a function reference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Premature Optimization Is a Real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memoization must be maintained correctly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Stale closures from wrong dependency arrays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Profile first; optimize the measured bottleneck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Phase 9,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Deploying to Vercel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Backend Problem, Finally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json-server only ever ran locally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Can't "deploy" a laptop process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Need something that runs on real infrastructure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Serverless Functions: An On-Demand Kitchen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Dark and powered off until an order comes in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Cooks one dish, then shuts back down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separate server or hosting account needed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api/ Folder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File structure IS the routing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api/habits/index.js → /api/habits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api/habits/[id].js → /api/habits/:id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Honest 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In-memory data store, not persistent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Resets across deployments and cold starts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deliberate, clearly-flagged simplification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vercel.json: The SPA Rewrite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Solves the "refresh on /tasks" 404 problem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Any non-api URL → serve index.html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Client-side router takes over from there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Git Init and First Commit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 init, git add ., git commit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permanent, browsable history begins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exact habit from Primer 4, paying off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Pushing to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Create an empty repository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 remote add origin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 push -u origin main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Creating a Vercel Account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Sign up via "Continue with GitHub"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Import the repository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Framework auto-detected: Vite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Setting Production Env Vars in Vercel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.env.production is gitignored — Vercel can't see 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Must be entered directly in the dashboard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VITE_API_URL = /api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the Live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Real HTTPS URL, automatic certificate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page loads and functions correctly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Toggle, add, login — all working live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Preview Deployments,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branch gets its own full deployment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Separate from production entirely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Shareable, reviewable before merging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Creating a Preview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New branch, small visible change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Push, open a pull request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Vercel bot comments a unique preview URL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Verifying the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Preview shows the new change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Production does NOT show it yet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Genuinely separate, isolated builds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Merging Triggers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Merge the pull request on GitHub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Vercel automatically redeploys production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 manual "deploy" button ever pressed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This Is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Continuous Integration: auto-build every change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Continuous Deployment: auto-ship on merge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Built and watched with your own hands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Series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phase built, tested, deployed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One continuous app, start to finish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live, public, HTTPS Task &amp; Habit Tracker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You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Component-based architecture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Props, state, controlled and Action-based forms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Live data fetching with loading/error/optimistic states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You Built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App-wide theme and auth Context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Multi-page routing, nested + protected routes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Refs, custom hooks, an automated test suite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What You Built (cont.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genuine production build pipeline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Live deployment on Vercel's free Hobby plan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Automatic Preview Deployments for every change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Architecture Is Left Extensible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Clean separation of concerns throughout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next step clearly sign-posted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Ready for a real database, real auth, and more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APPENDICES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A Standalone Reference Library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Appendix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The JavaScript You Need for React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const and 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const: never reassigned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let: can be reassigned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var: avoided throughout this series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Arrow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(x) =&gt; x * 2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Shorter syntax, no own `this`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default style in modern React code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Template Literals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Backticks with ${...} embedded expressions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Multi-line strings, naturally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Replaces clunky string concatenation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Object &amp; Array Destructuring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const { a, b } = obj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const [first, second] = arr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exact shape useState returns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Spread Operator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{ ...obj, x: 1 } — copy + override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[...arr, newItem] — copy + append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core tool for immutable updates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Rest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Looks identical to spread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Gathers remaining items instead of expanding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Position in the pattern decides its meaning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Ternary and Logical &amp;&amp;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cond ? a : b — always one of two values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cond &amp;&amp; x — x only if truthy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Both valid directly inside JSX { }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Array Methods, Recapped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.map(), .filter(), .find()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.some(), .every()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None ever mutate the original array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Promises and async/await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value that isn't ready yet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await pauses inside an async function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Promise.all runs multiple concurrently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ES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export / import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Named exports need curly braces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Default exports can be named anything on import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Optional Chaining &amp; Nullish Coalescing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?. — safely access possibly-missing values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?? — fallback only for null/undefined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Different from || in a meaningful way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Appendix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Complete Command Reference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Project Setup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create vite@latest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install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node --version, npm --version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Daily Development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run dev — frontend server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run server — mock backend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test — test runner, watch mode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Package Installation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install &lt;package&gt;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install -D &lt;package&gt; — dev-only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list &lt;package&gt; — confirm version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Every Package Installed,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json-server (Phase 4)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react-router-dom (Phase 6)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vitest + testing-library suite (Phase 8)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Build &amp; Preview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run build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 run preview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ls dist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Git &amp; GitHub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 init, add, commit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 remote add origin, push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git checkout -b, for preview branches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Typical Local Dev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Terminal 1: npm run dev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Terminal 2: npm run server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Terminal 3: npm test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Appendix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Final Project File Tree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api/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data-store.js — shared in-memory demo data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habits/, tasks/ — serverless function routes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quote.js — single GET endpoint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src/api/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config.js — API_BASE_URL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habitsApi.js, tasksApi.js, quoteApi.js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quoteCache.js — the module-level Promise cache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src/components/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Navbar, Badge, HabitCard, TaskCard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HabitsSection, TasksSection, FilterTabs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Forms, buttons, ErrorBoundary, Toast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src/pages/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DashboardPage, TasksPage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HabitsLayout, HabitsPage, HabitDetailPage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SettingsPage, LoginPage, NotFoundPage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src/context/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ThemeContext, ThemeProvider, useTheme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AuthContext, AuthProvider, useAuth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three-file pattern, twice over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src/hooks/ and src/reducers/ Folders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useLocalStorage, useToggle, useKeyboardShortcut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dataReducer.js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Extracted, reusable, independently testable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Root Configuration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package.json, vite.config.js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vercel.json, db.json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.env variants, .gitignore, README.md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Files Deliberately Deleted Along the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KeyExperiment, CleanupExperiment, RefExperiment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HookIsolationExperiment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sampleData.js, the original Dashboard.jsx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Files That Evolved the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App.jsx — static heading to full orchestration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index.css — five lines to a themed system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HabitCard.jsx — static to stateful to memoized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Appendix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Master Troubleshooting Guide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Setup &amp; Environment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npm: command not found → reinstall Node, restart terminal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Port already in use → Vite offers an alternate port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Env var undefined → check filename, restart dev server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Blank Screen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Check DevTools Console first, always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Missing import → "X is not defined"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Missing export default → nothing renders, no error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JSX Syntax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Adjacent elements → wrap in a Fragment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&lt;div&gt; in a .js file → rename to .jsx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Unclosed tags → JSX requires self-closing slashes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Props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Blank value → check exact spelling both sides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Undefined children → use open/close tags, not self-closing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Never reassign a prop directly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State &amp; Immutability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UI doesn't update → mutation instead of a new object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Too many re-renders → setter called directly during render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Wrong item toggles → missing stable id comparison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Lists &amp; Key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Missing key warning → add a stable, unique key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Input text jumps to wrong row → index key on a reorderable list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.map is not a function → data hasn't loaded yet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Forms &amp; Actions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formData.get returns null → missing name attribute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Form reloads the page → check action={formAction}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useFormStatus always false → called outside a descendant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Data Fetching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Failed to fetch → backend isn't running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CORS error → different origin without permission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Optimistic value never reverts → real setter called on failure path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Routing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Root nav link always active → missing the `end` prop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404 on refresh → missing SPA rewrite rule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useOutletContext undefined → not a real nested child route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Refs &amp; Hooks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Cannot read .current of null → guard with optional chaining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Ref prop undefined → confirm React 19, correct destructuring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Invalid hook call → called conditionally or outside a component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Testing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Unable to find element → confirm actual rendered text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act() warning → wrap direct hook calls in act()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Router errors in tests → wrap in MemoryRouter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Performance &amp; Deployment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memo still re-renders → an unmemoized inline function prop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Suspended without Suspense → wrap lazy components properly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Env var missing on Vercel → set it directly in the dashboard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Single Most Common 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Mutating state/props directly, OR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missing or unstable key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Check these two first, always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Appendix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Glossary of Terms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Core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Component, Props, State, Hook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Render, Declarative vs Imperative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Client, Server, API, Endpoint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React-Specific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JSX, Fragment, key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Context, Provider, Reducer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Ref, Suspense, Error Boundary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React 19-Specific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Action, useActionState, useFormStatus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useOptimistic, use, Transition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ref-as-a-prop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JavaScript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Destructuring, Spread, Rest syntax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Template literal, Ternary expression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Promise, async/await, ES Modules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Tooling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Vite, Vitest, ESLint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Hot Module Replacement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Production build, Tree-shaking, Code-splitting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Hooks Quick-Index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useState (Ph.2), useEffect (Ph.4)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useActionState (Ph.3), useFormStatus (Ph.3)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 (Ph.4), useOptimistic (Ph.4)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Hooks Quick-Index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useContext (Ph.5), useReducer (Ph.5)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useRef, useImperativeHandle (Ph.7)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useCallback, useMemo (Ph.9)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Appendix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i="1">
                <a:solidFill>
                  <a:srgbClr val="000000"/>
                </a:solidFill>
                <a:latin typeface="Calibri"/>
              </a:defRPr>
            </a:pPr>
            <a:r>
              <a:t>Further Reading &amp; Where to Go Next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Sound Your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react.dev — official docs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19 release notes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vite.dev, reactrouter.com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Real, Persistent Backends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real database: Postgres, SQLite, MongoDB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Supabase, Neon, Vercel Postgres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 real framework: Express, Next.js, Remix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Real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Session-based auth with secure cookies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Third-party providers: Clerk, Auth0, Supabase Auth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The server must always verify, independently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State Management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Zustand — minimal and popular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Redux Toolkit — the modern Redux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TanStack Query — for data-fetching specifically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Deeper Testing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Playwright or Cypress — true end-to-end testing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Visual regression / snapshot testing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jest-axe — automated accessibility checks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TypeScript: The Natural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Adds static typing on top of JS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Catches prop mismatches before you run the app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concept here transfers directly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Accessibility (a11y)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ARIA roles and attributes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getByRole's priority mirrors real usability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Test with a real screen reader occasionally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Performance, Beyond This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Core Web Vitals: LCP, INP, CLS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Image optimization: WebP, AVIF, lazy loading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Bundle analysis tools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Design &amp; UI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Tailwind CSS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Radix UI, shadcn/ui, Material UI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CSS Modules for scoped styling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The Broader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Next.js and Remix — full-stack frameworks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Native — same model, mobile target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Storybook — components in isolation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A Closing Thought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Every next topic builds on what you already know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Nothing ahead is a reset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An extension of the same mental models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React 19 Tutorial Series: Zero to Production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Built one app, phase by phase, together</a:t>
            </a:r>
          </a:p>
          <a:p>
            <a:pPr algn="l">
              <a:spcAft>
                <a:spcPts val="1400"/>
              </a:spcAft>
              <a:defRPr sz="2400">
                <a:solidFill>
                  <a:srgbClr val="000000"/>
                </a:solidFill>
                <a:latin typeface="Calibri"/>
              </a:defRPr>
            </a:pPr>
            <a:r>
              <a:t>Now go build something of your 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