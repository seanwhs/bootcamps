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Node.js + Express Tutorial Series**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From Zero to Building Real Web Apps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Welcome**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You will go from knowing nothing about server-side programming to building and deploying your own web applications.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This Series Is**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Explains every concept in plain language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Shows complete, working code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Builds confidence through hands-on exercises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Teaches industry-standard practices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Guides you toward building a real application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This Series Is Not**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Does not rush through topics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Does not use confusing jargon without explanation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Does not show incomplete code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Does not assume prior server experience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Does not cover advanced topics (microservices, distributed systems)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You'll Need**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 computer (Windows, macOS, or Linux)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 code editor (Visual Studio Code recommended)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Node.js (JavaScript runtime)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 terminal/command prompt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 web browser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Curiosity and patience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Architecture Overview**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┌─────────────────────────────────────┐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HTTP Server (Port 3000)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• Listens for incoming requests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• Sends back responses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└─────────────────────────────────────┘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▼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┌─────────────────────────────────────┐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Express Application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┌───────────────────────────────┐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Middleware Pipeline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Logger             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Static file server 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JSON parser        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URL-encoded parser 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Error handler      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└───────────────────────────────┘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│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┌───────────────────────────────┐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Routing Layer  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/          → Homepage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/about     → About page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/api/tasks → Task API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└───────────────────────────────┘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│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┌───────────────────────────────┐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Controller Layer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HomeController     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TaskController     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└───────────────────────────────┘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│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┌───────────────────────────────┐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Storage Layer  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In-memory array       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File-based persistence     │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└───────────────────────────────┘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└─────────────────────────────────────┘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Restaurant Analogy**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Server = Restaurant's front door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Express Application = The restaurant itself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Middleware Pipeline = Sequence of stations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Routing Layer = The menu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Controller Layer = Kitchen staff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Storage Layer = The pantry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Roadmap - Part 1**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1: What Is a Server?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Client-server model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Node.js basics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JavaScript outside the browser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Build: "Hello World" script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Roadmap - Part 2**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2: Your First HTTP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HTTP servers using Node.js native modules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Requests and responses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Build: Simple server without frameworks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Roadmap - Part 3**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3: Meet Express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Introduction to Express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Why we use frameworks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Basic routing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Build: Basic Express server with 3 routes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Roadmap - Part 4**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4: Routing and URL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Route parameters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Query strings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HTTP methods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Organizing routes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Build: Message board with different URL patterns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Roadmap - Part 5**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5: Middleware Explained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Middleware concept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Built-in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Custom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Build: App with logging, static files, authentication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Roadmap - Part 6**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6: Handling Forms and JSON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Processing user input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Web forms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JSON APIs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Build: Contact form that accepts user messages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Roadmap - Part 7**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7: Structuring a Real App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Professional project structure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Environment variables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Configuration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Build: Refactored, organized codebase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Roadmap - Part 8**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8: Simple Persistence and CRUD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Creating, reading, updating, deleting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File-based storage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Build: Tasks API with complete CRUD operations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Roadmap - Part 9**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9: Error Handling, Validation, and Safety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Centralized error handling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Input validation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Security practices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Build: Robust API with error handling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Learning Roadmap - Part 10**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10: Final Project and Deployment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Bringing it all together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Testing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Deploying to the internet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Build: Complete task manager app live on the web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Who This Series Is For**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Absolute Beginners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Never written backend code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Server, API, routing make you nervous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Only worked with HTML and CSS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Frontend Developers Moving to Backend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Know JavaScript in the browser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Want to use it on the server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Self-Taught Developers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Learned some things piecemeal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Want structured understanding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Makes This Series Different**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Complete Code, Every Time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 placeholder comments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Complete, copy-pasteable code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Clear Explanations Before Code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Understanding first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Implementation second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Testing as You Go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Verification instructions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 confidence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Makes This Series Different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Step-by-Step Progression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One new concept at a time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Never lost or rushed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Real-World Practices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Environment variables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Proper error handling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Code organization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Security basics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How to Get the Most Out of This Series**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Code along - type the examples yourself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Experiment - try changing things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Take breaks - learn at your own pace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Ask questions - articulate confusion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Complete the exercises - move to long-term memory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Reference earlier parts - use as a resource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We're Building: TaskMaster**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Frontend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Clean HTML page listing tasks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Form for creating new tasks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Buttons to mark complete or delete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Ability to edit existing tasks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We're Building: TaskMaster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Backend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Serves HTML, CSS, JavaScript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Provides REST API for CRUD operations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Validates incoming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Handles errors gracefully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Stores tasks persistently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Tech Stack**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Node.js - JavaScript runtime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Express - Web framework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Nodemon - Auto-restart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Dotenv - Environment variables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File system (fs) - File storage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ESLint - Code quality (optional)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Your Role as a Learner**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You don't need to memorize everything.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Focus on: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"why" - understand each piece exists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"how" - know how pieces fit together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"where" - know where to find information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What's Next**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1: What Is a Server?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Step away from the computer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Real-world analogies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Client-server model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What Node.js is and why it exists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Install Node.js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Run "Hello World" script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SLIDE SET 2: PART 1 - WHAT IS A SERVER?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## (Slides 27-55)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1: What Is a Server?**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Understanding the foundation of web development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Client-Server Model**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Restaurant Analogy: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You enter the restaurant (Client)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You look at the menu (Website)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You tell the waiter your order (HTTP Request)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Waiter takes order to kitchen (Server)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Kitchen prepares food (Server processing)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Waiter brings food back (HTTP Response)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You enjoy your meal (Browser renders)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Client-Server Model in Web Terms**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You type google.com into your browser (Client)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Browser sends HTTP request to Google's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Server receives request and processes it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Server sends back HTTP response with HTML, CSS, JavaScript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Browser receives response and renders the webpage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Do We Need Servers?**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Servers Hold the Data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Data lives on servers, not your computer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Access from anywhere, any device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Servers Do Heavy Lifting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Complex calculations and processing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Handle millions of transactions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Do We Need Servers?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Servers Keep Things Consistent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All users see the same data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Centralized approach ensures consistency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Servers Handle Security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Authenticate users (verify identity)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Authorize actions (check permissions)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Protect sensitive data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Servers Enable Sharing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Multiple users access simultaneously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Correct version for everyone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Is Node.js?**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Node.js lets us run JavaScript on the server.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JavaScript was created in 1995 for browsers.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Run inside web browsers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Make websites interactive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Could not run outside the browser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Node.js (2009) - Ryan Dahl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Took Google's V8 JavaScript engine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Made it work outside the browser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JavaScript can now run on servers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Node.js Gives Us**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Access files on the server's hard drive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Create database connections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Listen for incoming network requests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 anything servers need to do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Node.js is a JavaScript runtime environment.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Translates JavaScript into actions on your server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Node.js Became Popular**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JavaScript Everywhere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Same language on frontend and backend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Share code between client and server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Non-Blocking I/O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Operations don't wait for each other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Handle many simultaneous connections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Node.js Became Popular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Fast Execution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Uses V8 engine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Compiles JavaScript to machine code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Huge Ecosystem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npm has millions of packages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Ready-made solutions for almost anything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Active Community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Thousands of contributors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New features, security patches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Node.js Is Used For**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Web Servers - HTTP requests, serving web content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REST APIs - Backend for mobile and web apps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Real-Time Applications - Chat, dashboards, gaming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Command-Line Tools - npm, webpack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Microservices - Small, focused services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Data Processing - Handling large amounts of data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Installing Node.js**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Go to nodejs.org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Choose LTS version (Stable, recommended)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Download installer for your OS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Run the installer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Verify installation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Verify Installation**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Open your terminal: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 -v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Output: v18.17.0 (version number)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-v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Output: 9.6.7 (version number)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If you see errors: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Restart your terminal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Restart your computer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Your First JavaScript Program**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project directory: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mkdir node-express-tutorial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cd node-express-tutorial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hello.js file: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touch hello.js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Hello.js - Your First Code**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console.log("Hello, Node.js!");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number1 = 10;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number2 = 20;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sum = number1 + number2;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console.log("The sum is:", sum);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console.log("Node version:", process.version);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console.log("Current directory:", process.cwd());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Run Your Program**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 hello.js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Output: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Hello, Node.js!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sum is: 30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 version: v18.17.0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Current directory: /Users/yourname/node-express-tutorial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This Means**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You're no longer dependent on a browser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JavaScript is now a full server language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You can do anything a server can do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You have access to all of Node.js's features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Understanding npm**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= Node Package Manager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Comes with Node.js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Like an app store for JavaScript code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Everything is free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Are Packages?**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 package is a collection of code written by someone else that solves a specific problem.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Analogy: Premade meal kits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Grow vegetables, raise chickens, mill flour (writing all code)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Buy a pizza kit with dough, sauce, cheese (using packages)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Saves time, focus on making it delicious (building your app)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Common npm Packages**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Package  |  Purpose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  |  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  |  Web framework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nodemon  |  Auto-restart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dotenv  |  Environment variables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joi  |  Validation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Basic npm Commands**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init -y              # Initialize project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express      # Install a package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--save-dev nodemon  # Development package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             # Install all dependencies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uninstall express    # Uninstall a package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update               # Update all packages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Creating package.json**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init -y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"name": "node-express-tutorial",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"version": "1.0.0",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"description": "",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"main": "index.js",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"scripts":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"test": "echo \"Error: no test specified\" &amp;&amp; exit 1"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"keywords": [],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"author": "",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"license": "ISC"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Browser JavaScript vs Node.js JavaScript**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Browser JavaScript: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Runs in your web browser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Can access document, window, alert()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Can manipulate HTML and CSS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Limited file system access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Waits for user interaction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Browser JavaScript vs Node.js JavaScript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Node.js JavaScript: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Runs on your server/computer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Cannot access document, window, alert()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Cannot directly manipulate web pages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Full file system access via fs module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Often runs as a service continuously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They Share**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Both use the same JavaScript language syntax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Both support ES6+ features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Both use the same core concepts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Variables, loops, functions, objects, arrays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Both have access to console.log()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Node.js Global Objects**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Object  |  Description  |  Example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  |  -------------  |  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process  |  Information about running process  |  process.version, process.cwd()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console  |  Print to the terminal  |  console.log(), console.error()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__dirname  |  Current directory path  |  /Users/name/project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__filename  |  Current file path  |  /Users/name/project/hello.js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global  |  Global object (like window)  |  global.myVariable = 123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1: Greeting Script**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Write a Node.js script that: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Asks for the user's name (process.argv)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Prints a personalized greeting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 greet.js YourName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Output: Hello, YourName! Welcome to Node.js!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2: Simple Calculator**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Write a Node.js script that: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Takes two numbers and an operation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Performs the operation and prints the result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 calc.js 10 + 5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Output: Result: 15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3: Inspect Environment**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Write a script that prints: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current directory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Your Node.js version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platform you're running 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total memory available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Hint: process.platform, process.memoryUsage()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Summary of Part 1**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Client-server model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What Node.js is and why it's powerful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How to install Node.js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How to create and run JavaScript files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How npm works and why packages are valuable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Key differences between browser JavaScript and Node.js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SLIDE SET 3: PART 2 - YOUR FIRST HTTP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## (Slides 56-85)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2: Your First HTTP Server**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Building a server from scratch with Node.js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Is an HTTP Server?**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An HTTP server is a program that: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Listens for incoming network connections on a specific port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Receives HTTP requests from clients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Processes those requests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Sends HTTP responses back to the client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Analogy: Restaurant receptionist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Wait by the phone (listen on a port)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Answer calls (HTTP request)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Figure out what caller wants (process)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Give information (HTTP response)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Is HTTP?**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HTTP = Hypertext Transfer Protocol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set of rules that govern how clients and servers communicate over the internet.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Think of it as the language that browsers and servers use to talk to each other.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HTTP Request Components**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Component  |  What It Is  |  Example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-----------  |  ------------  |  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Method  |  What action to perform  |  GET, POST, PUT, DELETE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URL  |  What resource  |  /about, /api/users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Headers  |  Additional info  |  Content-Type: application/json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Body  |  Data sent with request  |  {"username": "john"}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HTTP Response Components**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Component  |  What It Is  |  Example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-----------  |  ------------  |  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Status Code  |  Success or failure  |  200 (OK), 404 (Not Found)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Headers  |  Response info  |  Content-Type: text/html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Body  |  Actual content  |  &lt;h1&gt;Hello World!&lt;/h1&gt;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Node.js HTTP Module**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Node.js comes with a built-in http module.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What it provides: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http.createServer() - Creates a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http.request() - Creates HTTP requests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http.get() - Simplified GET requests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Our First HTTP Server**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server-http.js: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http = require('http');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PORT = 3000;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server = http.createServer((req,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console.log('Received request!');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console.log('Method:', req.method);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console.log('URL:', req.url);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res.writeHead(200,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'Content-Type': 'text/plain',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res.end('Hello, World! This is my first HTTP server!');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server.listen(PORT, ()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console.log('Server running on http://localhost:3000');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Run Your Server**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 server-http.js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Output: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Server running on http://localhost:3000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Open browser: http://localhost:3000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You see: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Hello, World! This is my first HTTP server!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Understanding the Code**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Import http module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const http = require('http');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Define port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const PORT = 3000;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Create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const server = http.createServer((req, res) =&gt; { ...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Send response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res.writeHead(200, { 'Content-Type': 'text/plain'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res.end('Hello, World!');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Start listening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server.listen(PORT, () =&gt; { ... 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Request Object (req)**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Important properties: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HTTP method (GET, POST, etc.)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console.log(req.method);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URL path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console.log(req.url);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Headers object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console.log(req.headers);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HTTP version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console.log(req.httpVersion);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Remote IP address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console.log(req.socket.remoteAddress);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Response Object (res)**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Important methods: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Set status and headers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res.writeHead(200, { 'Content-Type': 'text/html'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Set individual headers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res.setHeader('Content-Type', 'text/html');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Write part of the response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res.write('&lt;html&gt;&lt;body&gt;');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Finish and send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res.end('&lt;/body&gt;&lt;/html&gt;');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Common HTTP Status Codes**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Code  |  Meaning  |  When to Use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  |  ---------  |  -------------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200  |  OK  |  Everything worked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201  |  Created  |  New resource created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400  |  Bad Request  |  Request invalid/malformed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401  |  Unauthorized  |  Authentication required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403  |  Forbidden  |  Authenticated but not allowed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404  |  Not Found  |  Resource doesn't exist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500  |  Server Error  |  Something went wrong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Handling Different Routes**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server-http-routes.js: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http = require('http');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PORT = 3000;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routes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'/':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res.writeHead(200, { 'Content-Type': 'text/html'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res.end('&lt;h1&gt;Home Page&lt;/h1&gt;');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'/about':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res.writeHead(200, { 'Content-Type': 'text/html'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res.end('&lt;h1&gt;About Page&lt;/h1&gt;');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'/api/users':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users = [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{ id: 1, name: 'Alice'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{ id: 2, name: 'Bob'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res.writeHead(200, { 'Content-Type': 'application/json'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res.end(JSON.stringify(users));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Handling Different Routes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server = http.createServer((req,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(routes[req.url])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routes[req.url](req, res);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else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res.writeHead(404, { 'Content-Type': 'text/html'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res.end('&lt;h1&gt;404 - Not Found&lt;/h1&gt;');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server.listen(PORT, ()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console.log('Server running on port', PORT);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Handling POST Requests**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server = http.createServer((req,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(req.method === 'POST' &amp;&amp; req.url === '/messages')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let body = '';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req.on('data', (chunk)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body += chunk.toString();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req.on('end', ()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const data = JSON.parse(body);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// Process the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res.writeHead(201, { 'Content-Type': 'application/json'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res.end(JSON.stringify({ success: true, data }));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Limitations of the http Module**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Manual Request Parsing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Must parse body manually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Handle chunks of data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Manual Route Matching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If-else statements for each route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Gets messy quickly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 Middleware Support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Can't easily add logging, authentication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 Helpers for Common Tasks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Must manually set headers, handle JSON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 Project Structure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 guidance on organizing code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1: Add a New Route**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 a route /api/books that returns a list of books.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Each book should have: id, title, author.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Test in your browser.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2: DELETE Endpoint**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 a DELETE endpoint that deletes a message by ID.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Endpoint: /api/messages/:id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Example: /api/messages/1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Hint: Parse the URL to get the ID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id = parseInt(path.split('/')[3]);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3: Query Parameters**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Modify /api/messages to accept a limit query parameter.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Example: /api/messages?limit=2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Should return only the last 2 messages.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Hint: Use the url module.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url = require('url');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parsed = url.parse(req.url, true);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limit = parsed.query.limit;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4: Simple Counter**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new endpoint /counter that: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GET: Returns the current count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POST: Increments the count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DELETE: Resets the count to 0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Summary of Part 2**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What an HTTP server is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How HTTP works (requests and responses)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Node.js's http module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Creating a basic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Handling different routes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Working with request and response objects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Handling POST requests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Serving HTML and JSON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Limitations of the http module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Quick Reference: http Module**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Method/Property  |  Description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-----------------  |  -------------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http.createServer(handler)  |  Creates HTTP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server.listen(port, callback)  |  Starts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server.close(callback)  |  Stops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req.method  |  HTTP method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req.url  |  URL path with query string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req.headers  |  Headers as object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req.on('data', callback)  |  Handles body chunks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req.on('end', callback)  |  Body complete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res.writeHead(status, headers)  |  Sets status and headers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res.setHeader(name, value)  |  Sets a single header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res.write(data)  |  Writes response body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res.end(data)  |  Finishes response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res.statusCode  |  Sets status code directly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Takeaway**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http module works but is tedious.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This is why we need Express.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What's Next**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3: Meet Express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Install Express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Rebuild the server with far less code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Cleaner, more readable code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More powerful features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SLIDE SET 4: PART 3 - MEET EXPRESS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## (Slides 80-110)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3: Meet Express**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 web framework that makes building servers dramatically easier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Is Express?**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 is a lightweight, flexible web application framework for Node.js.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Analogy: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HTTP Module = Bare-bones pantry with ingredients but no recipes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Express = Well-organized kitchen with prep stations, tools, and recipes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Express Gives Us**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Feature  |  What It Does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  |  --------------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Routing  |  Maps URLs and methods to handlers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Middleware  |  Functions between request and response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Request Helpers  |  req.query, req.params, req.body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Response Helpers  |  res.json(), res.sendFile()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Error Handling  |  Built-in and custom error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Static Serving  |  One-line static file serving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Installing Express**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express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Check package.json: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"dependencies":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"express": "^4.18.2"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First Express Server**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server-express.js: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app = express();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PORT = 3000;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res.send('Hello, World! This is my first Express server!');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app.listen(PORT, ()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console.log('Express server running on http://localhost:3000');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Run Express Server**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 server-express.js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Output: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 server running on http://localhost:3000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Test in browser: http://localhost:3000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You see: "Hello, World! This is my first Express server!"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Add More Routes**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app.get('/about',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res.send('&lt;h1&gt;About Express&lt;/h1&gt;&lt;p&gt;Express is awesome!&lt;/p&gt;');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app.get('/api/users',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users = [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{ id: 1, name: 'Alice'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{ id: 2, name: 'Bob'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success: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count: users.length,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data: users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404 Handler**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res.status(404).send(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&lt;h1&gt;404 - Page Not Found&lt;/h1&gt;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&lt;p&gt;The page you're looking for doesn't exist.&lt;/p&gt;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&lt;a href="/"&gt;Go Home&lt;/a&gt;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HTTP Module vs Express**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HTTP Module: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http = require('http');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routes = { '/': handler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server = http.createServer((req,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(routes[req.url]) routes[req.url](req, res);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else { res.writeHead(404); res.end('Not Found');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server.listen(3000);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app = express();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app.get('/', handler);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app.use((req, res) =&gt; res.status(404).send('Not Found'));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app.listen(3000);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Express Does For You**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Feature  |  HTTP Module  |  Express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  |  -------------  |  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 matching  |  Manual if-else  |  app.get('/path')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Status codes  |  res.writeHead(200)  |  res.status(200)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Content type  |  Manual header  |  Auto-detected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JSON  |  res.end(JSON.stringify())  |  res.json(data)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404 handling  |  Manual  |  app.use() at end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Request parsing  |  Manual  | 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Readability  |  Good for small apps  |  Clean and declarative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Express Route Methods**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GET - Retrieve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app.get('/users', handler);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POST - Create new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app.post('/users', handler);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PUT - Update (replace entire resource)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app.put('/users/:id', handler);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PATCH - Partial update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app.patch('/users/:id', handler);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DELETE - Delete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app.delete('/users/:id', handler);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ALL - All HTTP methods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app.all('/test', handler);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USE -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app.use(middleware);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Express Response Methods**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res.send() - Send any type of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res.send('Hello');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res.send({ message: 'Hello'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res.send('&lt;h1&gt;Hello&lt;/h1&gt;');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res.json() - Force JSON response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res.json({ message: 'Hello'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res.status() - Set status code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res.status(201).json({ message: 'Created'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res.sendStatus() - Send status with default message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res.sendStatus(404); // Sends "Not Found"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res.set() - Set headers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res.set('X-Custom-Header', 'Value');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res.redirect() - Redirect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res.redirect('/new-page');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res.download() - Download file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res.download('file.pdf');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res.sendFile() - Send file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res.sendFile('/path/to/file.html');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Express Request Methods**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req.params - Route parameters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userId = req.params.id;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req.query - Query string parameters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URL: /search?q=express&amp;page=2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app.get('/search',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searchTerm = req.query.q;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page = req.query.page;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req.body - Request body (with middleware)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app.post('/users',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userData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req.headers - Headers object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app.get('/headers',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userAgent = req.headers['user-agent'];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req.ip - Client IP address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req.path - URL path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Rebuild Message Board with Express**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app = express();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app.use(express.urlencoded({ extended: true }));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app.use(express.json());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let messages = [];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let html = '&lt;h1&gt;Message Board&lt;/h1&gt;';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html += '&lt;form action="/messages" method="POST"&gt;';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html += '&lt;textarea name="text" required&gt;&lt;/textarea&gt;';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html += '&lt;button type="submit"&gt;Post&lt;/button&gt;';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html += '&lt;/form&gt;';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messages.forEach(msg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html += &lt;div&gt;&lt;p&gt;${msg.text}&lt;/p&gt;&lt;/div&gt;;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res.send(html);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app.post('/messages',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text }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messages.push({ id: messages.length + 1, text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res.redirect(303, '/');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app.listen(3000);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Message Board with JSON API**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GET /api/messages - Get all messages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app.get('/api/messages',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success: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count: messages.length,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data: messages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GET /api/messages/:id - Get one message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app.get('/api/messages/:id',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id = parseInt(req.params.id);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message = messages.find(m =&gt; m.id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(!message)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res.status(404).json({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'Message not found'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data: message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DELETE /api/messages/:id - Delete a message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app.delete('/api/messages/:id',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id = parseInt(req.params.id);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index = messages.findIndex(m =&gt; m.id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(index === -1)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res.status(404).json({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'Message not found'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messages.splice(index, 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message: 'Deleted'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Differences Summary**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Aspect  |  HTTP Module  |  Express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  |  -------------  |  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Code length  |  Longer, manual  |  Shorter, declarative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 definition  |  Manual if-else  |  app.get(), app.post()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 parameters  |  Manual parsing  |  req.params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Query strings  |  Manual parsing  |  req.query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Request body  |  Manual chunk handling  |  Middleware auto-parses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JSON responses  |  res.end(JSON.stringify())  |  res.json()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Status codes  |  res.writeHead()  |  res.status()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Error handling  |  Manual try-catch  |  Middleware-based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404 handling  |  Manual  |  Dedicated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Static files  |  Manual  |  One line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Learning curve  |  Steeper  |  Gentler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1: Add a New Route**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 a /api/messages/stats endpoint that returns JSON statistics about messages.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Should include: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Total count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Average length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Oldest message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Newest message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2: Add Query Parameters**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Modify /api/messages to support sorting.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 a sort parameter that can be: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oldest (oldest first)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newest (newest first)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3: Add a PUT Endpoint**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 a PUT /api/messages/:id endpoint that updates a message's text.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Return the updated message or a 404 if not found.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4: Book API**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Build an API with Express that manages a list of books: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GET /books - List all books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GET /books/:id - Get a specific book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 /books - Add a new book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PUT /books/:id - Update a book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DELETE /books/:id - Delete a book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Summary of Part 3**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What Express is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Installing Express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Creating an Express app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Defining routes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Sending responses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Accessing request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Handling 404 errors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Comparing HTTP module vs Express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Takeaways**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Express is a framework, not a replacement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Routes defined with app.METHOD(path, handler)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Response helpers simplify sending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Request helpers make data access easy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Middleware enables powerful extensibility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Quick Reference: Express Basics**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Method  |  Description  |  Example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  |  -------------  |  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express()  |  Create Express app  |  const app = express()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app.get(path, handler)  |  Handle GET  |  app.get('/', handler)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app.post(path, handler)  |  Handle POST  |  app.post('/users', handler)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app.put(path, handler)  |  Handle PUT  |  app.put('/users/:id', handler)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app.delete(path, handler)  |  Handle DELETE  |  app.delete('/users/:id', handler)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app.use(handler)  |  Middleware  |  app.use(express.json())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app.listen(port, callback)  |  Start server  |  app.listen(3000)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res.send(data)  |  Send response  |  res.send('Hello')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res.json(data)  |  Send JSON  |  res.json({ message: 'Hi' })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res.status(code)  |  Set status  |  res.status(404).json({})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res.redirect(url)  |  Redirect  |  res.redirect('/home')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req.params  |  Route parameters  |  { id: '123'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req.query  |  Query parameters  |  { page: '2'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req.body  |  Request body  |  { username: 'john'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req.headers  |  Headers object  |  { 'user-agent': '...' 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What's Next**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4: Routing and URL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Route parameters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Query strings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HTTP methods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Organizing routes with express.Router()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SLIDE SET 5: PART 4 - ROUTING AND URL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## (Slides 104-140)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4: Routing and URL Data**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Mastering Express routing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URL Anatomy**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https://example.com:3000/users/123/posts?page=2&amp;sort=recent#comments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\______/ \______/ \__/ \____/ \_/ \____/ \______________/ \______/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protocol domain  port  path   id   path   query string    fragment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segment               (optional)  (optional)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protocol: https (or http)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domain: example.com (or localhost)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port: 3000 (optional)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path: /users/123/posts (the route)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query string: ?page=2&amp;sort=recent (key-value pairs)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fragment: #comments (client-side only)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Accessing URL Data in Express**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Method  |  What It Accesses  |  Example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  |  ------------------  |  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req.params  |  Route parameters  |  /:userId matches 123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req.query  |  Query string parameters  |  ?page=2 gives { page: '2'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req.path  |  Full path (without query string)  |  /users/123/posts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Route Parameters**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 parameters are dynamic segments in your URL that capture values.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Defined with a colon (:) in the route path.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Single parameter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userId = req.params.id; // '123'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Multiple parameters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app.get('/users/:userId/posts/:postId',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userId = req.params.userId;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postId = req.params.postId;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Route Parameters: Optional and Regex**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Optional parameter (using ?)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app.get('/users/:id?',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userId = req.params.id; // '123' or undefined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Parameters with regex constraints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Only match if id is numeric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app.get('/users/:id(\\d+)',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Only matches /users/123, not /users/abc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userId = req.params.id;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Query Strings**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Query strings are captured in req.query.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Basic query strings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URL: /posts?userId=1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app.get('/posts',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userId = req.query.userId;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{ userId: '1'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Multiple query parameters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URL: /search?q=hello&amp;sort=recent&amp;limit=5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app.get('/search',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q, sort, limit } = req.query;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{ q: 'hello', sort: 'recent', limit: '5'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With defaults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app.get('/search',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q = '', sort = 'recent', limit = 10 } = req.query;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HTTP Methods**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Method  |  Use Case  |  Idempotent?  |  Safe?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  |  ----------  |  -------------  |  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GET  |  Retrieve data  |  Yes  |  Yes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POST  |  Create new data  |  No  |  No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PUT  |  Replace entire resource  |  Yes  |  No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PATCH  |  Partial update  |  No  |  No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DELETE  |  Delete data  |  Yes  |  No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Idempotent: Same request multiple times = same effect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Safe: Request doesn't modify data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Complete User API with Route Parameters**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users = [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{ id: 1, name: 'Alice'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{ id: 2, name: 'Bob'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];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GET /users - Get all users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data: users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GET /users/:id - Get a specific user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id = parseInt(req.params.id);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 = users.find(u =&gt; u.id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res.status(404).json({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'User not found'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data: user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Complete User API with Route Parameters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POST /users - Create a new user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app.post('/users',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name }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newUser = { id: users.length + 1, name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users.push(newUser);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res.status(201).json({ success: true, data: newUser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PUT /users/:id - Update a user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app.put('/users/:id',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id = parseInt(req.params.id);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index = users.findIndex(u =&gt; u.id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(index === -1)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res.status(404).json({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'User not found'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users[index] = { ...users[index], ...req.body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data: users[index]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Complete User API with Route Parameters (3)**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DELETE /users/:id - Delete a user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app.delete('/users/:id',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id = parseInt(req.params.id);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index = users.findIndex(u =&gt; u.id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(index === -1)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res.status(404).json({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'User not found'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users.splice(index, 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message: 'User deleted'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Combining Parameters and Query Strings**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GET /users/:userId/posts?search=hello&amp;limit=5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app.get('/users/:userId/posts',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userId = parseInt(req.params.userId);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search, limit = 10, page = 1 } = req.query;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let userPosts = posts.filter(p =&gt; p.userId === userId);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(search)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userPosts = userPosts.filter(p =&gt;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p.title.includes(search) || p.content.includes(search)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start = (page - 1)  limit;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paginated = userPosts.slice(start, start + limit);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success: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count: paginated.length,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total: userPosts.length,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data: paginated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Organizing Routes with express.Router()**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 your application grows, putting all routes in one file becomes messy.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express.Router() creates modular, mountable route handlers.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Analogy: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Main app = Company headquarters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Each router = Department (HR, Finance, Engineering)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Each department handles its own responsibilities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Company directs requests to the right department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Creating a Router**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routes/users.js: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router = express.Router();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Router-specific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router.use((req,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console.log('Users router');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data: users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Get a specific user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router.post('/',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Create a user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router.put('/:id',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Update a user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router.delete('/:id',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Delete a user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router;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Using a Router**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app = express();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usersRouter = require('./routes/users');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postsRouter = require('./routes/posts');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Mount the user routes at /users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app.use('/users', usersRouter);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Mount the post routes at /posts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app.use('/posts', postsRouter);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app.listen(3000);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All routes in usersRouter are prefixed with /users: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GET /users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GET /users/:id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 /users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PUT /users/:id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DELETE /users/:id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Router Features**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Router-Level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router.use((req,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Check authentication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(!req.headers.authorization)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res.status(401).json({ error: 'Unauthorized'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Nested Routers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app.use('/api/v1/users', usersRouter);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Results in: GET /api/v1/users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Complete Posts Router**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routes/posts.js: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router = express.Router();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posts = [];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GET /posts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userId } = req.query;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let result = posts;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(userId)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result = posts.filter(p =&gt; p.userId === parseInt(userId));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count: result.length, data: result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GET /posts/:id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id = parseInt(req.params.id);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post = posts.find(p =&gt; p.id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(!post)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res.status(404).json({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'Post not found'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data: post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Complete Posts Router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POST /posts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router.post('/',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userId, title, content }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(!userId || !title || !content)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res.status(400).json({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'userId, title, and content are required'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newPost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id: posts.length + 1,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userId,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title,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content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posts.push(newPost);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res.status(201).json({ success: true, data: newPost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PUT /posts/:id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router.put('/:id',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id = parseInt(req.params.id);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index = posts.findIndex(p =&gt; p.id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(index === -1)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res.status(404).json({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'Post not found'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posts[index] = { ...posts[index], ...req.body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data: posts[index]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Complete Posts Router (3)**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DELETE /posts/:id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router.delete('/:id',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id = parseInt(req.params.id);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index = posts.findIndex(p =&gt; p.id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(index === -1)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res.status(404).json({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'Post not found'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posts.splice(index, 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message: 'Post deleted'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router;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Router Best Practices**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Parameter Validation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app.get('/users/:id',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id = parseInt(req.params.id);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(isNaN(id) || id &lt;= 0)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res.status(400).json({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'Invalid ID. Must be a positive number.'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Proceed with logic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Use Router-Level Middleware for Authentication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Keep Routes Focused and Small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Use Descriptive Route Names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Organize by Feature (not by type)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1: Comments Router**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routes/comments.js with CRUD operations for comments.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Each comment should have: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postId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author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text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Mount it at /comments.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2: Query Parameter Sorting**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Modify the GET /posts route to accept a sort parameter.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Options: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oldest (oldest first)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newest (newest first)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Default: newest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3: User's Posts**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 a route /users/:id/posts that returns all posts for a specific user.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Use the existing users and posts data.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4: Search Endpoint**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search endpoint /search that searches across both users and posts.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Accept a q query parameter.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Return matching users and posts.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Summary of Part 4**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URL anatomy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Route parameters (:id)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Query strings (req.query)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All HTTP methods (GET, POST, PUT, PATCH, DELETE)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express.Router() for organizing routes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Parameter validation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Router best practices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Quick Reference: Routing**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Feature  |  Code  |  Example URL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  |  ------  |  -------------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 parameter  |  :id  |  /users/123 → req.params.id = '123'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Optional param  |  :id?  |  /users/123 or /users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Regex constraint  |  :id(\\d+)  |  /users/123 only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Query string  |  req.query  |  ?page=2 → req.query.page = '2'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  |  express.Router()  |  Modular route groups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Mount router  |  app.use('/path', router)  |  All routes prefixed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All methods  |  app.all('/path', handler)  |  Handles any HTTP method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 chaining  |  app.route('/users').get().post()  |  Chain handlers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What's Next**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5: Middleware Explained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What middleware is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How it works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Built-in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Custom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Logging, authentication, static files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SLIDE SET 6: PART 5 - MIDDLEWARE EXPLAINED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## (Slides 130-165)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5: Middleware Explained**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secret sauce that makes Express so powerful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Is Middleware?**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Middleware is a function that executes during the request-response cycle, in the middle between when the request arrives and when the response is sent.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Analogy: Security checkpoints at an airport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You enter → Check-in (logging) → Security (authentication) → Gate (routing) → Board (response)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Middleware Pipeline**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Request → Middleware 1 → Middleware 2 → Middleware 3 → Route Handler → Response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↓              ↓              ↓              ↓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next()         next()         next()        res.send()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Each middleware can: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 something (log, authenticate, parse data)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Modify the request or response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End the request-response cycle (send a response)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Call next() to pass control to the next middleware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Middleware Function Signature**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middleware(req, res, next)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req: Request object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res: Response object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next: Function to call the next middleware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Do something here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Either: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1. Send a response (end the cycle)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2. Call next() (continue to the next middleware)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Built-in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 comes with several built-in middleware functions: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Middleware  |  Purpose  |  Code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------------  |  ---------  |  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express.json()  |  Parse JSON request bodies  |  app.use(express.json())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express.urlencoded()  |  Parse URL-encoded form data  |  app.use(express.urlencoded({ extended: true }))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express.static()  |  Serve static files  |  app.use(express.static('public'))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express.text()  |  Parse text request bodies  |  app.use(express.text())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express.raw()  |  Parse raw request bodies  |  app.use(express.raw())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Using Built-in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app = express();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Parse JSON request bodies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app.use(express.json());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Parse URL-encoded form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app.use(express.urlencoded({ extended: true }));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Serve static files from 'public' directory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app.use(express.static('public'));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app.post('/api/users',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req.body contains parsed JSON or form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console.log(req.body);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received: req.body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Custom Middleware: Logging**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loggerMiddleware =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timestamp = new Date().toISOString();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console.log([${timestamp}] ${req.method} ${req.url});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 // Pass control to the next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app.use(loggerMiddleware);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Custom Middleware: Request Timing**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timingMiddleware =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start = Date.now();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originalEnd = res.end;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res.end = function(...args)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duration = Date.now() - start;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console.log(⏱️ ${req.method} ${req.url} took ${duration}ms);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originalEnd.apply(this, args);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app.use(timingMiddleware);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Custom Middleware: Authentication**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authMiddleware =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apiKey = req.headers['x-api-key'];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(!apiKey || apiKey !== 'secret-key-123')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res.status(401).json({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'Unauthorized: Invalid API key'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Add user info to the request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req.user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id: 1,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name: 'Authenticated User'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Apply to specific routes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app.get('/protected', authMiddleware,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user: req.user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Custom Middleware: Validation**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validateUserMiddleware =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name, email } = req.body;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(!name || name.trim() === '')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res.status(400).json({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'Name is required'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(!email || !email.includes('@'))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res.status(400).json({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'Valid email is required'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req.body.name = name.trim();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req.body.email = email.trim();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app.post('/api/users', validateUserMiddleware,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req.body has been validated and cleaned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data: req.body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Custom Middleware: Rate Limiting**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rateLimiterMiddleware = (()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requests = new Map();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WINDOW_MS = 60  1000; // 1 minute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MAX_REQUESTS = 5;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ip = req.ip || req.connection.remoteAddress;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now = Date.now();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(!requests.has(ip))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requests.set(ip, []);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timestamps = requests.get(ip);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recentRequests = timestamps.filter(t =&gt; now - t &lt; WINDOW_MS);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(recentRequests.length &gt;= MAX_REQUESTS)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res.status(429).json({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error: 'Too many requests. Please try again later.'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recentRequests.push(now);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requests.set(ip, recentRequests);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app.use(rateLimiterMiddleware);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Custom Middleware: Error Handling**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errorHandlerMiddleware = (err, 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console.error('❌ Error:', err);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res.status(err.status || 500).json({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error: err.message || 'Internal server error',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...(process.env.NODE_ENV === 'development' &amp;&amp;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stack: err.stack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Must be the LAST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app.use(errorHandlerMiddleware);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Middleware Order Matters!**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CORRECT ORDER: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app.use(express.json());          // 1. Parse JSON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app.use(loggerMiddleware);        // 2. Log the request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app.use(authMiddleware);          // 3. Authenticate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app.get('/users', handler);       // 4. Handle the route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app.use(errorHandlerMiddleware);  // 5. Handle errors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WRONG ORDER: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app.get('/users', handler);       // 1. Route handler runs first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app.use(express.json());          // 2. JSON parsing never runs!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The route handler would run before JSON is parsed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req.body would be undefined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Third-Party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The Express ecosystem has many useful third-party middleware packages: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Package  |  Purpose  |  Installation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  |  ---------  |  --------------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cors  |  Enable CORS  |  npm install cors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helmet  |  Security headers  |  npm install helmet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compression  |  Compress responses  |  npm install compression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morgan  |  HTTP request logger  |  npm install morgan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express-rate-limit  |  Rate limiting  |  npm install express-rate-limit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express-session  |  Session management  |  npm install express-session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cookie-parser  |  Parse cookies  |  npm install cookie-parser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Using Third-Party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cors = require('cors');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helmet = require('helmet');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compression = require('compression');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morgan = require('morgan');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rateLimit = require('express-rate-limit');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app = express();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Security headers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app.use(helmet());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Logging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app.use(morgan('combined'));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Compression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app.use(compression());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CORS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app.use(cors());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Rate limiting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limiter = rateLimit({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windowMs: 15  60  1000,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max: 100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app.use(limiter);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app.get('/api/data',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data: 'Protected data'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Advanced Middleware Patterns**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Middleware with Configuration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requireAuth = (roles = [])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(!req.user)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res.status(401).json({ error: 'Unauthorized'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(roles.length &gt; 0 &amp;&amp; !roles.includes(req.user.role))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res.status(403).json({ error: 'Forbidden'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app.get('/admin', requireAuth(['admin']), handler);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app.get('/profile', requireAuth(), handler);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Advanced Middleware Patterns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Async Middleware with Async/Await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asyncHandler = (fn)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Promise.resolve(fn(req, res, next)).catch(next);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app.get('/async-data',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data = await fetchDataFromDatabase();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data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Advanced Middleware Patterns (3)**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Conditional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Only run middleware in development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if (process.env.NODE_ENV === 'development')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app.use((req,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console.log('Development mode - detailed logging');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Only run middleware for specific paths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adminLogger =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console.log(Admin access: ${req.method} ${req.url});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app.use('/admin', adminLogger);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Common Middleware Use Cases**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Logging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requestLogger =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console.log([${new Date().toISOString()}] ${req.method} ${req.url});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console.log(IP: ${req.ip});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console.log(User-Agent: ${req.get('User-Agent')});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Authentication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authenticate =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token = req.headers['authorization'];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(!token)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res.status(401).json({ error: 'No token provided'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decoded = jwt.verify(token, process.env.JWT_SECRET);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req.user = decoded;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res.status(401).json({ error: 'Invalid token'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Common Middleware Use Cases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Data Validation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validateUser =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email, password }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(!email || !email.match(/^[^\s@]+@[^\s@]+\.[^\s@]+$/))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res.status(400).json({ error: 'Invalid email'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(!password || password.length &lt; 8)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res.status(400).json({ error: 'Password must be at least 8 characters'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Error Handling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errorHandler = (err, 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console.error('Error:', err);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status = err.status || 500;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message = err.message || 'Internal server error';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res.status(status).json({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error: message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1: Request ID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middleware that: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Generates a unique ID for each request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Adds it to the request object as req.requestId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Adds it to response headers as X-Request-Id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Logs the request ID with each request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2: Slow Down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middleware that: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Adds a 1-second delay to all requests in development mode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Does not delay in production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Simulates a slow network connection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3: Compression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Implement a middleware that: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Compresses responses if the client accepts compression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Checks the Accept-Encoding header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Uses Node.js's built-in zlib module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4: API Version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middleware that: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Checks for an API version in the URL or headers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If the version isn't supported, returns a 400 error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Lists supported versions in the error message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Summary of Part 5**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What middleware is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middleware pipeline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Built-in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Creating custom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Middleware order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Third-party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Advanced patterns (configurable, async, conditional)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Common use cases (logging, authentication, validation, error handling)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Takeaways**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Middleware is the foundation of Express's power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Functions that run in the request-response pipeline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Can process requests before they reach route handlers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Add cross-cutting concerns like logging and authentication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Parse and validate data consistently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Handle errors in a centralized way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Organize code into reusable, modular pieces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Quick Reference: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Concept  |  Code  |  Description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  |  ------  |  -------------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Middleware function  |  (req, res, next) =&gt; {}  |  Standard signature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Apply middleware  |  app.use(middleware)  |  Applies to all routes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Apply to specific route  |  app.get('/path', middleware, handler)  |  Only that route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Apply to router  |  router.use(middleware)  |  All routes in router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Error middleware  |  (err, req, res, next) =&gt; {}  |  4 parameters = error handler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Skip to next  |  next()  |  Continue to next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Skip to error  |  next(error)  |  Jump to error handler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End the cycle  |  res.send() or res.json()  |  Send response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JSON parser  |  app.use(express.json())  |  Parse JSON bodies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URL parser  |  app.use(express.urlencoded())  |  Parse form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Static files  |  app.use(express.static('public'))  |  Serve static files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What's Next**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6: Handling Forms and JSON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Processing form submissions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Handling JSON requests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Validating user input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File uploads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SLIDE SET 7: PART 6 - HANDLING FORMS AND JSON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## (Slides 158-190)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6: Handling Forms and JSON**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Processing user input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Types of User Input**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Format  |  Content-Type  |  When Used  |  Example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  |  --------------  |  -----------  |  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URL-encoded  |  application/x-www-form-urlencoded  |  HTML forms (default)  |  name=Alice&amp;email=alice@example.com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JSON  |  application/json  |  REST APIs, JavaScript fetch  |  {"name":"Alice","email":"alice@example.com"}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Multipart  |  multipart/form-data  |  File uploads  |  Binary data with boundaries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Processing URL-Encoded Form Data**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Parse URL-encoded form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app.use(express.urlencoded({ extended: true }));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Access form data in req.body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app.post('/form',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name, email, age }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console.log('Form data:', { name, email, age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res.send('Form received!');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HTML Form Example**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&lt;form action="/form" method="POST"&gt;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&lt;label&gt;Name:&lt;/label&gt;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&lt;input type="text" name="name"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&lt;label&gt;Email:&lt;/label&gt;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&lt;input type="email" name="email"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&lt;label&gt;Age:&lt;/label&gt;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&lt;input type="number" name="age"&gt;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&lt;button type="submit"&gt;Submit&lt;/button&gt;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&lt;/form&gt;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Processing JSON Data**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Parse JSON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app.use(express.json());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Access JSON data in req.body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app.post('/api/users',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name, email, age }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console.log('JSON data:', { name, email, age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data: req.body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JSON API Example**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POST /api/users - Create a user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app.post('/api/users',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name, email } = req.body;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(!name || !email)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res.status(400).json({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'Name and email are required'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newUser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id: users.length + 1,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name,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email,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createdAt: new Date().toISOString()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users.push(newUser);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res.status(201).json({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success: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message: 'User created',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data: newUser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Data Validation**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Never trust user input. Always validate on the server.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app.post('/api/users',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name, email, age } = req.body;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Validation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errors = [];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(!name || name.trim() === '')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errors.push('Name is required');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(!email || !email.includes('@'))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errors.push('Valid email is required');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(age &amp;&amp; (age &lt; 18 || age &gt; 120))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errors.push('Age must be between 18 and 120');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(errors.length &gt; 0)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res.status(400).json({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errors: errors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Process valid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...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Validation with Joi**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joi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Joi = require('joi');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userSchema = Joi.object({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name: Joi.string().min(2).max(50).required(),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email: Joi.string().email().required(),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age: Joi.number().integer().min(18).max(120),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role: Joi.string().valid('user', 'admin').default('user')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app.post('/api/users',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error, value } = userSchema.validate(req.body,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abortEarly: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stripUnknown: true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errors = error.details.map(d =&gt; 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field: d.path[0],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message: d.message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res.status(400).json({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value contains validated and cleaned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data: value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File Uploads with Multer**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multer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multer = require('multer');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path = require('path');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Configure storage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storage = multer.diskStorage({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destination: (req, file, cb)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cb(null, 'uploads/');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filename: (req, file, cb)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uniqueSuffix = Date.now() + '-' + Math.round(Math.random()  1E9);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cb(null, file.fieldname + '-' + uniqueSuffix + path.extname(file.originalname));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Create upload instance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upload = multer({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storage: storage,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limits: { fileSize: 5  1024  1024 }, // 5MB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fileFilter: (req, file, cb)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allowedTypes = /jpeg|jpg|png|gif|pdf/;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extname = allowedTypes.test(path.extname(file.originalname).toLowerCase());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mimetype = allowedTypes.test(file.mimetype);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(mimetype &amp;&amp; extname)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cb(null, true);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 else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cb(new Error('Only images and PDFs are allowed'));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Single File Upload**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&lt;form action="/upload" method="POST" enctype="multipart/form-data"&gt;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&lt;input type="file" name="file"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&lt;button type="submit"&gt;Upload&lt;/button&gt;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&lt;/form&gt;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Single file upload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app.post('/upload', upload.single('file'),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req.file contains uploaded file info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console.log('File:', req.file);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console.log('Body:', req.body);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success: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message: 'File uploaded',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data: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originalName: req.file.originalname,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filename: req.file.filename,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size: req.file.size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}, (error, 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Multer error handling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(error instanceof multer.MulterError)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(error.code === 'FILE_TOO_LARGE')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res.status(400).json({ error: 'File too large. Maximum 5MB.'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res.status(400).json({ error: error.message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res.status(400).json({ error: error.message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Multiple File Upload**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Multiple files (max 5)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app.post('/upload-multiple', upload.array('files', 5),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req.files is an array of uploaded files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fileDetails = req.files.map(file =&gt; 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originalName: file.originalname,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filename: file.filename,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size: file.size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success: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message: ${req.files.length} files uploaded,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files: fileDetails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Complete Registration Flow**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1. Registration form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app.get('/register',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res.send(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&lt;h1&gt;Register&lt;/h1&gt;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&lt;form action="/register" method="POST"&gt;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&lt;input type="text" name="name" placeholder="Name"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&lt;input type="email" name="email" placeholder="Email"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&lt;input type="password" name="password" placeholder="Password"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&lt;button type="submit"&gt;Register&lt;/button&gt;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&lt;/form&gt;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2. Handle registration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app.post('/register', 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{ name, email, password } = req.body;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Validate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errors = [];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(!name || name.length &lt; 2) errors.push('Name must be at least 2 characters');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(!email || !email.includes('@')) errors.push('Valid email required');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(!password || password.length &lt; 8) errors.push('Password must be at least 8 characters');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(errors.length &gt; 0)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res.status(400).json({ success: false, errors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Check if email exists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existingUser = await UserModel.getByEmail(email);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(existingUser)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res.status(409).json({ success: false, error: 'Email already registered'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// Create user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newUser = await UserModel.create({ name, email, password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res.status(201).json({ success: true, data: newUser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Security Best Practices**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Validate Everything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Never trust user input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Always validate on the server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Sanitize Input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Remove or escape dangerous characters</a:t>
            </a:r>
          </a:p>
          <a:p>
            <a:pPr lvl="1"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Use libraries like xss-clean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Set Size Limits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app.use(express.json({ limit: '10mb' }));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app.use(express.urlencoded({ limit: '10mb', extended: true }));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Validate Content-Type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app.post('/api/data',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(!req.is('application/json'))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res.status(415).json({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error: 'Content-Type must be application/json'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Security Best Practices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Use Security Headers (helmet)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helmet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helmet = require('helmet');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app.use(helmet());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Rate Limiting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express-rate-limit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rateLimit = require('express-rate-limit');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limiter = rateLimit({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windowMs: 15  60  1000,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max: 100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app.use('/api', limiter);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1: Contact Form**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contact form with: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Name (required)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Email (required, valid format)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Subject (required)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Message (required, min 10 chars)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File attachment (optional)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2: Bulk Upload**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an endpoint that accepts multiple files and processes them as a batch: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Accept up to 10 files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Validate each file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Return a summary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3: Form with Validation Errors**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form that: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Validates on the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Returns error messages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Pre-fills form with submitted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Shows errors next to fields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Summary of Part 6**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Types of user input (URL-encoded, JSON, multipart)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Processing forms with express.urlencoded()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Processing JSON with express.json()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File uploads with multer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Data validation (manual and Joi)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Security best practices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Complete registration flow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Quick Reference: Input Handling**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Format  |  Middleware  |  Access  |  Example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  |  ------------  |  --------  |  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URL-encoded  |  express.urlencoded()  |  req.body  |  Forms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JSON  |  express.json()  |  req.body  |  APIs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Multipart  |  multer  |  req.file, req.files  |  File uploads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Text  |  express.text()  |  req.body  |  Plain text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What's Next**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7: Structuring a Real App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Professional project structure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Environment variables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Configuration management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Separation of concerns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SLIDE SET 8: PART 7 - STRUCTURING A REAL APP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## (Slides 178-210)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7: Structuring a Real App**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Organizing your code for maintainability and scalability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Structure Matters**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Benefit  |  Explanation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  |  -------------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Maintainability  |  Easy to find and fix bugs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Scalability  |  Easy to add new features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Collaboration  |  Multiple developers can work together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Readability  |  Easy to understand the codebase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Reusability  |  Code can be reused across features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Analogy: A messy room vs. an organized room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Messy: Everything is in one place, hard to find things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Organized: Everything has its place, easy to find and add things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Professional Project Structure**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node-express-tutorial/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 .env                    # Environment variables (not in git)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 .gitignore              # What to exclude from git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 package.json            # Project dependencies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 server.js              # Main entry point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 config/                # Configuration files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└── config.js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 src/                   # Source code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├── app.js            # Express app configuration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├── routes/           # Route definitions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│   ├── user.routes.js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│   └── task.routes.js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├── controllers/      # Request handlers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│   ├── user.controller.js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│   └── task.controller.js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├── models/           # Data models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│   ├── user.model.js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│   └── task.model.js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├── middleware/       # Custom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│   ├── auth.js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│   ├── validation.js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│   └── error.js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├── services/         # Business logic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│   └── storage.js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└── utils/            # Utility functions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├── logger.js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└── validators.js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 public/               # Static files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├── css/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└── js/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└── tests/                # Tests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└── ...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Directory Purposes**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Directory  |  Purpose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-----------  |  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config/  |  Configuration that changes between environments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src/routes/  |  URL routing definitions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src/controllers/  |  Request handling (extracts data from request)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src/models/  |  Data structure definitions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src/middleware/  |  Reusable middleware functions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src/services/  |  Business logic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src/utils/  |  Helper functions used everywhere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public/  |  Static assets served directly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tests/  |  Automated tests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Configuration Module**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config/config.js: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require('dotenv').config();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Joi = require('joi');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envSchema = Joi.object({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PORT: Joi.number().default(3000),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NODE_ENV: Joi.string()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.valid('development', 'production', 'test')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.default('development'),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JWT_SECRET: Joi.string().required(),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API_KEY: Joi.string().required(),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}).unknown().required();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error, value: env } = envSchema.validate(process.env);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if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console.error('Invalid environment configuration:', error.message);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process.exit(1);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port: env.PORT,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env: env.NODE_ENV,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jwtSecret: env.JWT_SECRET,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apiKey: env.API_KEY,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isProduction: env.NODE_ENV === 'production',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isDevelopment: env.NODE_ENV === 'development',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Environment Variables (.env)**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.env (DO NOT commit this file!)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PORT=3000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NODE_ENV=development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JWT_SECRET=your-super-secret-jwt-key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API_KEY=secret-key-123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Database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DB_HOST=localhost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DB_PORT=5432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DB_NAME=mydb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DB_USER=admin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DB_PASSWORD=password123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.env.example (commit this!)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PORT=3000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NODE_ENV=development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JWT_SECRET=change-this-in-production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API_KEY=your-api-key-here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DB_HOST=localhost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DB_PORT=5432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DB_NAME=your_db_name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DB_USER=your_username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DB_PASSWORD=your_password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Logger Utility**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src/utils/logger.js: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config = require('../../config/config');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LEVELS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ERROR: 'ERROR',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WARN: 'WARN',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INFO: 'INFO',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DEBUG: 'DEBUG',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COLORS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ERROR: '\x1b[31m',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WARN: '\x1b[33m',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INFO: '\x1b[36m',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DEBUG: '\x1b[35m',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RESET: '\x1b[0m',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Logger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constructor()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this.level = config.isDevelopment ? LEVELS.DEBUG : LEVELS.INFO;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_log(level, message, ...args)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(!this._shouldLog(level)) return;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timestamp = new Date().toISOString();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color = COLORS[level] || COLORS.RESET;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console.log(${color}[${timestamp}] ${level}:${COLORS.RESET}, message, ...args);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error(message, ...args) { this._log(LEVELS.ERROR, message, ...args);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warn(message, ...args) { this._log(LEVELS.WARN, message, ...args);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info(message, ...args) { this._log(LEVELS.INFO, message, ...args);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debug(message, ...args) { this._log(LEVELS.DEBUG, message, ...args);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requestLogger()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this.debug(${req.method} ${req.url});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new Logger();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Model Layer**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src/models/user.model.js: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storage = require('../services/storage.service');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hashPassword } = require('../utils/auth');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logger = require('../utils/logger');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UserModel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getAll()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users = storage.getCollection('users');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users.map(({ password, ...user }) =&gt; user);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getById(id)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storage.findById('users',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password, ...safeUser } = 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getByEmail(email)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users = storage.getCollection('users');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users.find(u =&gt; u.email === email);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create(userData)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name, email, password } = userData;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hashedPassword = await hashPassword(password);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newUser = await storage.create('users',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name,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email: email.toLowerCase(),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password: hashedPassword,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createdAt: new Date().toISOString()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password: _, ...safeUser } = newUser;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update(id, updates)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updatedUser = await storage.update('users', id, updates);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(!updatedUser)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password, ...safeUser } = updatedUser;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delete(id)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await storage.delete('users',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UserModel;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Controller Layer** (cont. 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src/controllers/user.controller.js: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UserModel = require('../models/user.model');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logger = require('../utils/logger');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asyncHandler } = require('../middleware/error');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AppError } = require('../utils/errors');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UserController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getAllUsers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users = UserModel.getAll();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count: users.length, data: users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getUserById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id } = req.params;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UserModel.getById(id);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AppError(User with ID ${id}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data: user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createUser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userData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existingUser = UserModel.getByEmail(userData.email);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(existingUser)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AppError('Email already registered', 409);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newUser = await UserModel.create(userData);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logger.info(User created: ${newUser.email});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res.status(201).json({ success: true, data: newUser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Controller Layer** (cont. 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updateUser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id } = req.params;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userData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existingUser = UserModel.getById(id);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(!existingUser)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AppError(User with ID ${id}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updatedUser = await UserModel.update(id, userData);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data: updatedUser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deleteUser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id } = req.params;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existingUser = UserModel.getById(id);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(!existingUser)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AppError(User with ID ${id}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UserModel.delete(id);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message: User ${id} deleted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new UserController();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Route Layer**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src/routes/user.routes.js: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router = express.Router();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userController = require('../controllers/user.controller');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authenticate } = require('../middleware/auth');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validate } = require('../middleware/validation');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userSchema } = require('../utils/validators');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All routes require authentication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router.use(authenticate);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router.get('/', userController.getAllUsers);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router.get('/:id', userController.getUserById);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router.post('/', validate(userSchema), userController.createUser);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router.put('/:id', validate(userSchema), userController.updateUser);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router.delete('/:id', userController.deleteUser);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router;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App Configuration**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src/app.js: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helmet = require('helmet');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cors = require('cors');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config = require('../config/config');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logger = require('./utils/logger');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app = express();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Security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app.use(helmet());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app.use(cors());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Parsing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app.use(express.json({ limit: '10mb' }));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app.use(express.urlencoded({ extended: true, limit: '10mb' }));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Logging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app.use(logger.requestLogger());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Static files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app.use(express.static('public'));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Routes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app.use('/users', require('./routes/user.routes'));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app.use('/tasks', require('./routes/task.routes'));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Health check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app.get('/health',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status: 'ok', timestamp: new Date().toISOString()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404 handler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app.use(require('./middleware/error').notFoundHandler);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Error handler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app.use(require('./middleware/error').errorHandler);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app;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Server Entry Point**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server.js: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require('dotenv').config();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config = require('./config/config');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app = require('./src/app');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logger = require('./src/utils/logger');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storage = require('./src/services/storage.service');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startServer()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storage.init();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logger.info('Storage initialized');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server = app.listen(config.port, ()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console.log(========================================);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console.log(✅ Server running!);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console.log(📡 http://localhost:${config.port});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console.log(🔧 Environment: ${config.env});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console.log(========================================);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server.on('error', (error)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if (error.code === 'EADDRINUSE')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logger.error(Port ${config.port} is already in use);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process.exit(1);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process.on('SIGINT', ()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logger.info('Shutting down...');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server.close(() =&gt; process.exit(0));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logger.error('Failed to start server:', error);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process.exit(1);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startServer();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1: Task Module**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complete Task module with: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Task model (data operations)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Task controller (request handling)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Task routes (URL mapping)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2: Service Layer**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service layer that: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Contains business logic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Is used by controllers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Is separate from models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3: Environment-Specific Config**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environment-specific configuration: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Development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Production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Test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4: Utility Functions**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utility functions: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Validation helpers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Formatting helpers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Date helpers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Summary of Part 7**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Why structure matters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Professional project structure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Separation of concerns (routes, controllers, models)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Environment variables and configuration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MVC pattern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Custom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Route organization with express.Router()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Takeaways**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Structure makes code maintainable and scalable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MVC pattern separates concerns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Environment variables keep configuration secure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Clear separation of routes, controllers, and models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Organized code is easier to test and debug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Professional structure enables team collaboration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What's Next**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8: Simple Persistence and CRUD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File-based storage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CRUD operations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Data validation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Complete API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SLIDE SET 9: PART 8 - SIMPLE PERSISTENCE AND CRUD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## (Slides 197-230)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8: Simple Persistence and CRUD**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Saving data so it survives server restarts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Is Persistence?**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Persistence means storing data so it outlasts the running program.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Types of storage: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In-memory - Fast but temporary (server restart = data loss)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File-based - Simple, persistent, limited for large applications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Database - Robust, scalable, feature-rich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Why JSON for Persistence?**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Feature  |  Why It's Good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  |  ---------------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Human-readable  |  Open and understand the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JavaScript-native  |  Easy to parse with JSON.parse()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Portable  |  Works on any platform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Version-control friendly  |  See changes in git diffs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 dependencies  |  Built into Node.js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Storage Service** (cont. 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src/services/storage.service.js: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fs = require('fs').promises;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path = require('path');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logger = require('../utils/logger');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STORAGE_DIR = path.join(__dirname, '../../data');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STORAGE_FILE = path.join(STORAGE_DIR, 'db.json');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DEFAULT_DATA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users: [],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tasks: [],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StorageService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constructor()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this.data =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this.initialized = false;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async init()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(this.initialized) return;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await fs.mkdir(STORAGE_DIR, { recursive: true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await fs.access(STORAGE_FILE);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await this._writeData(DEFAULT_DATA);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await this._loadData();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this.initialized = true;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logger.info('Storage initialized');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logger.error('Failed to initialize storage:', error);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error;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async _loadData()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const fileContent = await fs.readFile(STORAGE_FILE, 'utf-8');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this.data = JSON.parse(fileContent);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this.data = { ...DEFAULT_DATA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await this._writeData(this.data);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Storage Service** (cont. 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_writeData(data)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content = JSON.stringify(data, null, 2);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fs.writeFile(STORAGE_FILE, content, 'utf-8');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async save()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this._writeData(this.data);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Storage Service: CRUD Operations** (cont. 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StorageService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getCollection(name)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(!this.data[name]) this.data[name] = [];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this.data[name];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findById(collection, 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items = this.getCollection(collection);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items.find(item =&gt; item.id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async create(collection, item)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items = this.getCollection(collection);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maxId = items.reduce((max, current) =&gt;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current.id &gt; max ? current.id : max, 0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newItem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...item,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id: maxId + 1,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createdAt: new Date().toISOString()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items.push(newItem);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this.save();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newItem;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async update(collection, id, updates)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items = this.getCollection(collection);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index = items.findIndex(item =&gt; item.id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(index === -1)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id: _, createdAt, ...allowedUpdates } = updates;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items[index]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...items[index],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...allowedUpdates,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updatedAt: new Date().toISOString()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this.save();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items[index];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Storage Service: CRUD Operations** (cont. 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delete(collection, 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items = this.getCollection(collection);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index = items.findIndex(item =&gt; item.id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(index === -1) return false;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items.splice(index, 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this.save();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true;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count(collection)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this.getCollection(collection).length;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new StorageService();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User Model with Persistence**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src/models/user.model.js: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storage = require('../services/storage.service');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hashPassword } = require('../utils/auth');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UserModel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getAll()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users = storage.getCollection('users');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users.map(({ password, ...user }) =&gt; user);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getById(id)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storage.findById('users',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password, ...safeUser } = 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getByEmail(email)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users = storage.getCollection('users');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users.find(u =&gt; u.email === email);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create(userData)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name, email, password } = userData;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hashedPassword = await hashPassword(password);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newUser = await storage.create('users',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name,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email: email.toLowerCase(),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password: hashedPassword,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password: _, ...safeUser } = newUser;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update(id, updates)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updatedUser = await storage.update('users', id, updates);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(!updatedUser)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password, ...safeUser } = updatedUser;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delete(id)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await storage.delete('users',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UserModel;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Task Model with Persistence** (cont. 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src/models/task.model.js: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storage = require('../services/storage.service');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TaskModel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getAll(filters = {})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let tasks = storage.getCollection('tasks');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(filters.userId)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tasks = tasks.filter(t =&gt; t.userId === parseInt(filters.userId));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(filters.completed !== undefined)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const completed = filters.completed === 'true';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tasks = tasks.filter(t =&gt; t.completed === completed);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(filters.priority)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tasks = tasks.filter(t =&gt; t.priority === filters.priority);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tasks;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getById(id)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storage.findById('tasks',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getByUserId(userId)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tasks = storage.getCollection('tasks');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tasks.filter(t =&gt; t.userId === userId);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create(taskData)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users = storage.getCollection('users');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userExists = users.some(u =&gt; u.id === taskData.userId);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(!userExists)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Error(User with ID ${taskData.userId} not found);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await storage.create('tasks', taskData);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Task Model with Persistence** (cont. 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static async update(id, updates)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await storage.update('tasks', id, updates);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delete(id)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await storage.delete('tasks',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deleteByUserId(userId)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tasks = storage.getCollection('tasks');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userTasks = tasks.filter(t =&gt; t.userId === userId);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remainingTasks = tasks.filter(t =&gt; t.userId !== userId);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storage.setCollection('tasks', remainingTasks);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storage.save();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userTasks.length;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getStats(userId = null)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let tasks = storage.getCollection('tasks');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(userId)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tasks = tasks.filter(t =&gt; t.userId === userId);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stats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total: tasks.length,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completed: tasks.filter(t =&gt; t.completed).length,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pending: tasks.filter(t =&gt; !t.completed).length,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byPriority: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high: tasks.filter(t =&gt; t.priority === 'high').length,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medium: tasks.filter(t =&gt; t.priority === 'medium').length,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low: tasks.filter(t =&gt; t.priority === 'low').length,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stats;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TaskModel;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Task Controller with Persistence** (cont. 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src/controllers/task.controller.js: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TaskModel = require('../models/task.model');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UserModel = require('../models/user.model');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asyncHandler } = require('../middleware/error');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AppError } = require('../utils/errors');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TaskController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getTasks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filters = req.query;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(filters.userId)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const user = UserModel.getById(parseInt(filters.userId));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if (!user)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throw new AppError(User with ID ${filters.userId}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tasks = TaskModel.getAll(filters);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count: tasks.length, data: tasks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getTaskById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id } = req.params;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 = TaskModel.getById(id);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(!task)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AppError(Task with ID ${id}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data: task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Task Controller with Persistence** (cont. 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createTask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taskData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UserModel.getById(taskData.userId);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AppError(User with ID ${taskData.userId}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newTask = await TaskModel.create(taskData);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res.status(201).json({ success: true, data: newTask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updateTask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id } = req.params;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taskData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existingTask = TaskModel.getById(id);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(!existingTask)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AppError(Task with ID ${id}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updatedTask = await TaskModel.update(id, taskData);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data: updatedTask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deleteTask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id } = req.params;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existingTask = TaskModel.getById(id);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(!existingTask)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AppError(Task with ID ${id}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TaskModel.delete(id);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message: Task ${id} deleted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Task Controller with Persistence** (cont. 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getUserTasks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userId } = req.params;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id = parseInt(userId);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UserModel.getById(id);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AppError(User with ID ${userId}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tasks = TaskModel.getByUserId(id);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count: tasks.length, data: tasks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getStats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stats = TaskModel.getStats(req.user?.id);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data: stats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new TaskController();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Task Routes with Persistence**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src/routes/task.routes.js: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router = express.Router();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taskController = require('../controllers/task.controller');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authenticate } = require('../middleware/auth');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validate } = require('../middleware/validation');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taskSchema } = require('../utils/validators');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router.use(authenticate);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router.get('/stats', taskController.getStats);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router.get('/', taskController.getTasks);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router.get('/:id', taskController.getTaskById);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router.post('/', validate(taskSchema), taskController.createTask);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router.put('/:id', validate(taskSchema), taskController.updateTask);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router.delete('/:id', taskController.deleteTask);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router.get('/users/:userId/tasks', taskController.getUserTasks);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router;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CRUD Operations Explained**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(POST):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POST /api/users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Body: { "name": "Alice", "email": "alice@example.com"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Response: { "success": true, "data": { "id": 1, "name": "Alice", ... }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Read (GET):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GET /api/users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Response: { "success": true, "data": [ ... ]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GET /api/users/1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Response: { "success": true, "data": { "id": 1, ... }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Update (PUT):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PUT /api/users/1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Body: { "name": "Alice Updated", "email": "alice_new@example.com"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Response: { "success": true, "data": { "id": 1, ... }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Delete (DELETE):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DELETE /api/users/1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Response: { "success": true, "message": "User 1 deleted" 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Data Validation Before Persistence**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Always validate data before saving: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createUser(req, res, next)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userData = req.body;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// Validate required fields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(!userData.name || !userData.email || !userData.password)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AppError('Name, email, and password are required', 400);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// Validate email format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emailRegex = /^[^\s@]+@[^\s@]+\.[^\s@]+$/;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(!emailRegex.test(userData.email))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AppError('Invalid email format', 400);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// Validate password strength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(userData.password.length &lt; 8)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AppError('Password must be at least 8 characters', 400);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// Check if email exists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existingUser = UserModel.getByEmail(userData.email);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(existingUser)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AppError('Email already registered', 409);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newUser = await UserModel.create(userData);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res.status(201).json({ success: true, data: newUser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next(error);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Error Handling for File Operations**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_writeData(data)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content = JSON.stringify(data, null, 2);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fs.writeFile(STORAGE_FILE, content, 'utf-8');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(error.code === 'EACCES')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logger.error('Permission denied when writing to storage');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Error('Storage permission denied');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 else if (error.code === 'ENOSPC')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logger.error('No space left on device');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Error('Storage full');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 else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logger.error('Failed to write data:', error);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Error('Failed to save data');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1: Add Search Functionality**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 a search feature to the task model that searches by title and description.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 a /tasks/search?q=keyword route.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2: Add Data Export**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 a route that exports all data as a JSON file.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/api/export that returns a downloadable JSON file.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3: Add Data Import**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 a route that imports data from a JSON file.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/api/import that accepts a JSON file and replaces the current data.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4: Add Pagination**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Add pagination to the task list.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Support page and limit query parameters.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Return metadata about total pages and count.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Summary of Part 8**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What persistence is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JSON file storage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Storage service with CRUD operations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Async operations for file I/O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Data validation before saving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Error handling for file operations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Data relationships (users and tasks)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Quick Reference: Storage Service**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Method  |  Description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  |  -------------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init()  |  Initialize storage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getCollection(name)  |  Get a collection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findById(collection, id)  |  Find by ID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create(collection, item)  |  Create new item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update(collection, id, updates)  |  Update item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delete(collection, id)  |  Delete item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count(collection)  |  Count items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save()  |  Save to file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What's Next**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9: Error Handling, Validation, and Safety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Centralized error handling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Input validation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Security practices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Robust applications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SLIDE SET 10: PART 9 - ERROR HANDLING, VALIDATION, AND SAFETY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## (Slides 216-250)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9: Error Handling, Validation, and Safety**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Building robust, secure applications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The Error Handling Pyramid**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Global Error Handler     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(Last resort catch-all)      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Route-Level Errors       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(Specific route errors)      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Controller-Level Errors  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(Business logic errors)      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Service/Model-Level Errors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(Data layer errors)          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Custom Error Classes**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src/utils/errors.js: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AppError extends Error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constructor(message, statusCode = 500, isOperational = true)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super(message);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this.statusCode = statusCode;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this.isOperational = isOperational;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this.timestamp = new Date().toISOString();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Error.captureStackTrace(this, this.constructor);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ValidationError extends AppError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constructor(message, errors = [])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super(message, 400);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this.name = 'ValidationError';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this.errors = errors;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AuthenticationError extends AppError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constructor(message = 'Authentication required')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super(message, 401);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this.name = 'AuthenticationError';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AuthorizationError extends AppError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constructor(message = 'Insufficient permissions')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super(message, 403);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this.name = 'AuthorizationError';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NotFoundError extends AppError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constructor(resource = 'Resource')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super(${resource}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this.name = 'NotFoundError';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ConflictError extends AppError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constructor(message = 'Resource already exists')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super(message, 409);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this.name = 'ConflictError';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Error Response Formatter**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formatErrorResponse = (error)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response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error: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message: error.message || 'An unexpected error occurred',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code: error.name || 'InternalServerError',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timestamp: error.timestamp || new Date().toISOString(),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(error.errors &amp;&amp; error.errors.length &gt; 0)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response.error.details = error.errors;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(process.env.NODE_ENV === 'development' &amp;&amp; error.stack)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response.error.stack = error.stack;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response;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Error Logging Utility**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logError = (error, req = null)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context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name: error.name,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message: error.message,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statusCode: error.statusCode || 500,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timestamp: error.timestamp || new Date().toISOString(),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isOperational: error.isOperational !==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stack: error.stack,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(req)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context.request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method: req.method,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url: req.url,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ip: req.ip,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userAgent: req.get('user-agent'),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body: req.body,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params: req.params,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query: req.query,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(error.statusCode &gt;= 500)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logger.error('Server error:', context);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else if (error.statusCode &gt;= 400)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logger.warn('Client error:', context);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else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logger.info('Error:', context);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Error Handling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src/middleware/error.js: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AppError,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ValidationError,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AuthenticationError,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NotFoundError,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formatErrorResponse,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logError,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 = require('../utils/errors');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errorHandler = (err, 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logError(err, req);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(!(err instanceof AppError))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(err.name === 'ValidationError')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 = new ValidationError(err.message, err.errors);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 else if (err.name === 'UnauthorizedError')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 = new AuthenticationError(err.message);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 else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err = new AppError(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err.message || 'Internal server error',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err.status || 500,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false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errorResponse = formatErrorResponse(err);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res.status(err.statusCode || 500).json(errorResponse);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notFoundHandler =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error = new NotFoundError(Route ${req.method} ${req.url});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next(error);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asyncHandler = (fn)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Promise.resolve(fn(req, res, next)).catch(next);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errorHandler,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notFoundHandler,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asyncHandler,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Using Async Handler**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Without async handler (requires try/catch)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app.get('/users', async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users = await UserModel.getAll();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data: users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next(error);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With async handler (cleaner)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app.get('/users',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users = await UserModel.getAll();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success: true, data: users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Input Validation with Joi**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Joi = require('joi');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schemas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createUser: Joi.object({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name: Joi.string().min(2).max(50).required()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.messages({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'string.min': 'Name must be at least 2 characters',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'string.max': 'Name must be at most 50 characters',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'any.required': 'Name is required',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email: Joi.string().email().required()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.messages({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'string.email': 'Please provide a valid email address',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'any.required': 'Email is required',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password: Joi.string().min(8).required()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.messages({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'string.min': 'Password must be at least 8 characters',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'any.required': 'Password is required',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}),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createTask: Joi.object({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userId: Joi.number().integer().positive().required(),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title: Joi.string().min(1).max(100).required(),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description: Joi.string().max(500).allow(''),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priority: Joi.string().valid('low', 'medium', 'high').default('medium'),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Validation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validate = (schema, options = {})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target = options.target || 'body';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data = req[target];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error, value } = schema.validate(data,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abortEarly: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stripUnknown: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...options,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const errorDetails = error.details.map((detail) =&gt; 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field: detail.path.join('.'),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message: detail.message,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type: detail.type,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ValidationError('Validation failed', errorDetails);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req[target] = value;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Usage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app.post('/api/users', validate(schemas.createUser), userController.createUser);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Sanitization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sanitizeString = (input)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(typeof input !== 'string') return input;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input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.trim()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.replace(/&lt;[^&gt;]&gt;/g, '') // Remove HTML tags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.replace(/&amp;/g, '&amp;amp;')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.replace(/"/g, '&amp;quot;')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.replace(/'/g, '&amp;#x27;')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.replace(/&lt;/g, '&amp;lt;')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.replace(/&gt;/g, '&amp;gt;');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sanitizeObject = (obj)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(obj === null || obj === undefined) return obj;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(typeof obj === 'string') return sanitizeString(obj);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(Array.isArray(obj))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obj.map(item =&gt; sanitizeObject(item));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(typeof obj === 'object')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result = {};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for (const [key, value] of Object.entries(obj))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result[key] = sanitizeObject(value);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result;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obj;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sanitizeRequest =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(req.body) req.body = sanitizeObject(req.body);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(req.query) req.query = sanitizeObject(req.query);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(req.params) req.params = sanitizeObject(req.params);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app.use(sanitizeRequest);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Security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helmet = require('helmet');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cors = require('cors');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rateLimit = require('express-rate-limit');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compression = require('compression');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mongoSanitize = require('express-mongo-sanitize');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xss = require('xss-clean');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app = express();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Security headers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app.use(helmet({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contentSecurityPolicy: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directives: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defaultSrc: ["'self'"],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styleSrc: ["'self'", "'unsafe-inline'"],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scriptSrc: ["'self'"],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CORS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app.use(cors({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origin: process.env.ALLOWED_ORIGINS?.split(',') || [],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methods: ['GET', 'POST', 'PUT', 'DELETE', 'PATCH'],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allowedHeaders: ['Content-Type', 'Authorization', 'X-API-Key'],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credentials: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Rate limiting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limiter = rateLimit({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windowMs: 15  60  1000,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max: 100,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message: { success: false, error: 'Too many requests'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app.use('/api', limiter);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Compression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app.use(compression());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NoSQL injection protection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app.use(mongoSanitize());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XSS protection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app.use(xss());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JSON parsing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app.use(express.json({ limit: '10mb' }));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app.use(express.urlencoded({ extended: true, limit: '10mb' }));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Password Security**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bcrypt = require('bcryptjs');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SALT_ROUNDS = 12;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UserModel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hashPassword(password)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await bcrypt.hash(password, SALT_ROUNDS);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DatabaseError('Failed to hash password');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verifyPassword(password, hashedPassword)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await bcrypt.compare(password, hashedPassword);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DatabaseError('Failed to verify password');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create(userData)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hashedPassword = await this.hashPassword(userData.password);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newUser = await storage.create('users',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...userData,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password: hashedPassword,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password, ...safeUser } = newUser;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authenticate(email, password)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this.getByEmail(email);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isValid = await this.verifyPassword(password, user.password);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(!isValid)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password: _, ...safeUser } = 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JWT Authentication**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jwt = require('jsonwebtoken');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config = require('../config/config');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generateToken = (user)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payload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id: user.id,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email: user.email,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name: user.name,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jwt.sign(payload, config.jwtSecret,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expiresIn: config.jwtExpiresIn || '7d',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verifyToken = (token)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jwt.verify(token, config.jwtSecret);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(error.name === 'JsonWebTokenError')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AuthenticationError('Invalid token');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(error.name === 'TokenExpiredError')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AuthenticationError('Token expired');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throw new AuthenticationError('Authentication failed');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authenticate = async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token = req.headers.authorization?.split(' ')[1];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(!token)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AuthenticationError('No token provided');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decoded = verifyToken(token);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UserModel.getById(decoded.id);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AuthenticationError('User no longer exists');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req.user = 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next(error);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Rate Limiting with express-rate-limit**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rateLimit = require('express-rate-limit');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General API rate limit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generalLimiter = rateLimit({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windowMs: 15  60  1000, // 15 minutes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max: 100, // 100 requests per window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message: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error: 'Too many requests, please try again later.'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Stricter limit for auth endpoints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authLimiter = rateLimit({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windowMs: 15  60  1000,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max: 10,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message: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success: false,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error: 'Too many login attempts, please try again later.'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app.use('/api', generalLimiter);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app.use('/api/auth', authLimiter);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1: Input Validation for Bulk Operations**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route that accepts multiple tasks in one request.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Validate that each task has required fields.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Ensure total doesn't exceed 50 items.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2: Login Endpoint**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/auth/login endpoint that: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Accepts email and password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Validates credentials against the database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Returns a JWT token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3: Request Validation Logging**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Log all validation failures with request details.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separate log file for security events.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Practice Exercise 4: IP Blocking**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 a middleware that blocks requests from specific IP addresses.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Store blocked IPs in a configuration file.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Summary of Part 9**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Custom error classes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Global error handler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Async error handling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Input validation with Joi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Validation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Input sanitization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Security middleware (helmet, cors, rate limit)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Password hashing with bcrypt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JWT authentication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Key Takeaways**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Never trust user input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Always validate on the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Use a global error handler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Hash passwords before storing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Use JWT for authentication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Implement rate limiting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Add security headers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Sanitize input to prevent XSS and injection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What's Next**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Part 10: Final Project and Deployment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Complete task management application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Full-featured frontend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Deployment to the internet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SLIDE SET 11: PART 10 - FINAL PROJECT AND DEPLOYMENT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## (Slides 237-300+)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10: Final Project and Deployment**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Building and deploying TaskMaster Pro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TaskMaster Pro Features**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Feature  |  Description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  |  -------------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User Management  |  Register, login, manage profiles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Task Management  |  Create, read, update, delete tasks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Task Organization  |  Priority, completion status, filtering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Dashboard  |  Statistics and overview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Responsive UI  |  Desktop, tablet, mobile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REST API  |  Complete API for frontend integration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Authentication  |  JWT with secure password hashing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Persistence  |  File-based storage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Security  |  Headers, rate limiting, validation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Deployment  |  Ready for production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Architecture** (cont. 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TaskMaster Pro      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┌──────────────────────────────────────────────────────┐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 Frontend            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HTML/CSS/JavaScript                 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Dashboard with stats                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Task list with filters              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Task creation/editing/deletion      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└──────────────────────────────────────────────────────┘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│          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┌──────────────────────────────────────────────────────┐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 REST API            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/api/auth    - Authentication       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/api/users   - User management     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/api/tasks   - Task CRUD operations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└──────────────────────────────────────────────────────┘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                            │                            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┌──────────────────────────────────────────────────────┐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                 Storage Layer         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File-based JSON                     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│  • CRUD operations                                  │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│  └──────────────────────────────────────────────────────┘  │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Architecture** (cont. 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Project Setup**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Create project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mkdir taskmaster-pro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cd taskmaster-pro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init -y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Install dependencies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express dotenv helmet cors compression \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express-rate-limit bcryptjs jsonwebtoken joi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Install dev dependencies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nodemon --save-dev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Create directory structure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mkdir -p src/{routes,controllers,models,middleware,services,utils}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mkdir -p config public/{css,js}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Environment Variables (.env)**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PORT=3000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NODE_ENV=development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JWT_SECRET=your-super-secret-jwt-key-change-this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JWT_EXPIRES_IN=7d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API_KEY=your-api-key-here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ALLOWED_ORIGINS=http://localhost:3000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Configuration Module**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config/config.js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require('dotenv').config();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Joi = require('joi');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envSchema = Joi.object({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PORT: Joi.number().default(3000),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NODE_ENV: Joi.string().valid('development', 'production', 'test').default('development'),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JWT_SECRET: Joi.string().required(),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JWT_EXPIRES_IN: Joi.string().default('7d'),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API_KEY: Joi.string().required(),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ALLOWED_ORIGINS: Joi.string().default('http://localhost:3000'),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}).unknown().required();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error, value: env } = envSchema.validate(process.env);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if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console.error('Invalid environment configuration:', error.message);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process.exit(1);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port: env.PORT,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env: env.NODE_ENV,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jwtSecret: env.JWT_SECRET,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jwtExpiresIn: env.JWT_EXPIRES_IN,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apiKey: env.API_KEY,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allowedOrigins: env.ALLOWED_ORIGINS.split(',').map(o =&gt; o.trim()),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isProduction: env.NODE_ENV === 'production',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isDevelopment: env.NODE_ENV === 'development',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Authentication Utilities**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src/utils/auth.js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bcrypt = require('bcryptjs');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jwt = require('jsonwebtoken');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config = require('../../config/config');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AppError } = require('./errors');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SALT_ROUNDS = 12;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hashPassword = async (password)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await bcrypt.hash(password, SALT_ROUNDS);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verifyPassword = async (password, hashedPassword)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await bcrypt.compare(password, hashedPassword);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generateToken = (user)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payload = { id: user.id, email: user.email, name: user.name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jwt.sign(payload, config.jwtSecret, { expiresIn: config.jwtExpiresIn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verifyToken = (token)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jwt.verify(token, config.jwtSecret);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(error.name === 'JsonWebTokenError')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AppError('Invalid token', 401);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(error.name === 'TokenExpiredError')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AppError('Token expired', 401);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throw new AppError('Authentication failed', 401);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extractToken = (req)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authHeader = req.headers.authorization;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(!authHeader)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parts = authHeader.split(' 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(parts.length !== 2 || parts[0] !== 'Bearer')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return parts[1];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{ hashPassword, verifyPassword, generateToken, verifyToken, extractToken 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Authentication Middleware**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src/middleware/auth.js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verifyToken, extractToken } = require('../utils/auth');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AppError } = require('../utils/errors');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UserModel = require('../models/user.model');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authenticate = async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token = extractToken(req);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(!token)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AppError('Authentication required: No token provided', 401);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decoded = verifyToken(token);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UserModel.getById(decoded.id);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AppError('User no longer exists', 401);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req.user = 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next(error);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apiKeyAuth = (req, res, next)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apiKey = req.headers['x-api-key'];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(!apiKey) return next(new AppError('API key required', 401));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(apiKey !== config.apiKey) return next(new AppError('Invalid API key', 401));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next();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{ authenticate, apiKeyAuth };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User Model** (cont. 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src/models/user.model.js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storage = require('../services/storage.service');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hashPassword, verifyPassword } = require('../utils/auth');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AppError } = require('../utils/errors');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UserModel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getAll()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users = storage.getCollection('users');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users.map(({ password, ...user }) =&gt; user);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getById(id)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storage.findById('users',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password, ...safeUser } = 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getByEmail(email)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users = storage.getCollection('users');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users.find(u =&gt; u.email.toLowerCase() === email.toLowerCase());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User Model** (cont. 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create(userData)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name, email, password } = userData;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existing = this.getByEmail(email);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(existing) throw new AppError('Email already registered', 409);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hashedPassword = await hashPassword(password);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newUser = await storage.create('users',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name,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email: email.toLowerCase(),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password: hashedPassword,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createdAt: new Date().toISOString(),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updatedAt: new Date().toISOString(),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password: _, ...safeUser } = newUser;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User Model** (cont. 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static async update(id, updates)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id: _, createdAt, ...allowedUpdates } = updates;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(allowedUpdates.email)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allowedUpdates.email = allowedUpdates.email.toLowerCase();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const existing = this.getByEmail(allowedUpdates.email);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if (existing &amp;&amp; existing.id !== 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throw new AppError('Email already registered', 409);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(allowedUpdates.password)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allowedUpdates.password = await hashPassword(allowedUpdates.password);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updatedUser = await storage.update('users', id,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...allowedUpdates,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updatedAt: new Date().toISOString(),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(!updatedUser)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password, ...safeUser } = updatedUser;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delete(id)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TaskModel = require('./task.model');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TaskModel.deleteByUserId(id);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await storage.delete('users',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User Model** (cont. 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static async authenticate(email, password)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this.getByEmail(email);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isValid = await verifyPassword(password, user.password);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(!isValid)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password: _, ...safeUser } = 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safeUser;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static async getWithStats(id)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this.getById(id);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return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TaskModel = require('./task.model');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tasks = TaskModel.getByUserId(id);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...user,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stats: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totalTasks: tasks.length,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completedTasks: tasks.filter(t =&gt; t.completed).length,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pendingTasks: tasks.filter(t =&gt; !t.completed).length,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UserModel;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Auth Controller** (cont. 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src/controllers/auth.controller.js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UserModel = require('../models/user.model');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generateToken } = require('../utils/auth');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asyncHandler } = require('../middleware/error');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AppError } = require('../utils/errors');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AuthController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register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name, email, password }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await UserModel.create({ name, email, password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token = generateToken(user);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res.status(201).json({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message: 'User registered successfully',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data: { user, token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login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email, password }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await UserModel.authenticate(email, 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AppError('Invalid email or password', 401);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token = generateToken(user);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message: 'Login successful',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data: { user, token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getProfile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await UserModel.getWithStats(req.user.id);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data: user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Auth Controller** (cont. 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updateProfile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user = await UserModel.update(req.user.id, req.body);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(!user) throw new AppError('User not found',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message: 'Profile updated', data: user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logout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message: 'Logged out successfully'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refreshToken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token = generateToken(req.user);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data: { token }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new AuthController();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Auth Routes**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src/routes/auth.routes.js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router = express.Router();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authController = require('../controllers/auth.controller');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authenticate } = require('../middleware/auth');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validate } = require('../middleware/validation');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registerSchema, loginSchema, updateProfileSchema } = require('../utils/validators');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router.post('/register', validate(registerSchema), authController.register);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router.post('/login', validate(loginSchema), authController.login);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router.get('/profile', authenticate, authController.getProfile);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router.put('/profile', authenticate, validate(updateProfileSchema), authController.updateProfile);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router.post('/logout', authenticate, authController.logout);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router.post('/refresh-token', authenticate, authController.refreshToken);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router;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Task Controller** (cont. 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src/controllers/task.controller.js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TaskModel = require('../models/task.model');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UserModel = require('../models/user.model');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asyncHandler } = require('../middleware/error');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AppError } = require('../utils/errors');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class TaskController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getTasks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filters = { ...req.query, userId: req.user.id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result = TaskModel.getAll(filters);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data: result.data,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pagination: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total: result.total,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page: result.page,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limit: result.limit,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totalPages: result.totalPages,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getTaskById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id } = req.params;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 = TaskModel.getById(id);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(!task) throw new AppError(Task with ID ${id}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(task.userId !== req.user.id)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AppError('Permission denied', 403);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data: task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Task Controller** (cont. 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createTask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taskData = { ...req.body, userId: req.user.id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newTask = await TaskModel.create(taskData);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res.status(201).json({ success: true, data: newTask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updateTask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id } = req.params;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 = TaskModel.getById(id);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(!task) throw new AppError(Task with ID ${id}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(task.userId !== req.user.id)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AppError('Permission denied', 403);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updatedTask = await TaskModel.update(id, req.body);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data: updatedTask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deleteTask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{ id } = req.params;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 = TaskModel.getById(id);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(!task) throw new AppError(Task with ID ${id} not found, 404);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(task.userId !== req.user.id)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AppError('Permission denied', 403);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TaskModel.delete(id);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message: Task ${id} deleted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Task Controller** (cont. 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getStats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stats = TaskModel.getStats(req.user.id);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res.json({ success: true, data: stats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bulkCreateTasks = asyncHandler(async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tasks = req.body;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(!Array.isArray(tasks) || tasks.length === 0)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AppError('Tasks array is required', 400);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(tasks.length &gt; 50)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AppError('Maximum 50 tasks per bulk operation', 400);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createdTasks = [];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for (const taskData of tasks)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const newTask = await TaskModel.create({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...taskData,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userId: req.user.id,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createdTasks.push(newTask);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res.status(201).json({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success: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message: ${createdTasks.length} tasks created,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data: createdTasks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new TaskController();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Task Routes**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src/routes/task.routes.js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router = express.Router();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taskController = require('../controllers/task.controller');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authenticate } = require('../middleware/auth');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validate, validateParams, validateQuery } = require('../middleware/validation');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createTaskSchema, updateTaskSchema, idParamSchema, taskFiltersSchema } = require('../utils/validators');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router.use(authenticate);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router.get('/stats', taskController.getStats);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router.get('/', validateQuery(taskFiltersSchema), taskController.getTasks);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router.post('/bulk', taskController.bulkCreateTasks);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router.get('/:id', validateParams(idParamSchema), taskController.getTaskById);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router.post('/', validate(createTaskSchema), taskController.createTask);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router.put('/:id', validateParams(idParamSchema), validate(updateTaskSchema), taskController.updateTask);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router.delete('/:id', validateParams(idParamSchema), taskController.deleteTask);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router;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App Configuration** (cont. 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src/app.js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express = require('express');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helmet = require('helmet');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cors = require('cors');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compression = require('compression');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rateLimit = require('express-rate-limit');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mongoSanitize = require('express-mongo-sanitize');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xss = require('xss-clean');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path = require('path');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config = require('../config/config');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logger = require('./utils/logger');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requestIdMiddleware } = require('./middleware/error');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{ errorHandler, notFoundHandler } = require('./middleware/error');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authRoutes = require('./routes/auth.routes');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taskRoutes = require('./routes/task.routes');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app = express();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Security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app.use(helmet({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contentSecurityPolicy: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directives: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defaultSrc: ["'self'"],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styleSrc: ["'self'", "'unsafe-inline'"],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scriptSrc: ["'self'"],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app.use(cors({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origin: config.allowedOrigins,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methods: ['GET', 'POST', 'PUT', 'DELETE', 'PATCH'],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allowedHeaders: ['Content-Type', 'Authorization', 'X-API-Key'],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credentials: true,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limiter = rateLimit({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windowMs: 15  60  1000,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max: 100,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message: { success: false, error: 'Too many requests'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app.use('/api', limiter);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App Configuration** (cont. 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app.use(compression());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app.use(requestIdMiddleware);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app.use(mongoSanitize());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app.use(xss());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Parsing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app.use(express.json({ limit: '10mb' }));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app.use(express.urlencoded({ extended: true, limit: '10mb' }));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Static files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app.use(express.static(path.join(__dirname, '../public')));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Logging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app.use(logger.requestLogger());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Routes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app.get('/health',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res.json({ status: 'ok', timestamp: new Date().toISOString()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app.use('/api/auth', authRoutes);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app.use('/api/tasks', taskRoutes);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Serve frontend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app.get('', (req, res)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res.sendFile(path.join(__dirname, '../public/index.html'));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Error handling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app.use(notFoundHandler);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app.use(errorHandler);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module.exports = app;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Server Entry Point** (cont. 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server.js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require('dotenv').config();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config = require('./config/config');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app = require('./src/app');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logger = require('./src/utils/logger');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storage = require('./src/services/storage.service');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startServer()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storage.init();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logger.info('Storage initialized');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server = app.listen(config.port, ()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console.log(========================================);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console.log(🚀 TaskMaster Pro);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console.log(📡 http://localhost:${config.port});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console.log(🔧 Environment: ${config.env});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console.log(📊 Users: ${storage.count('users')});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console.log(📊 Tasks: ${storage.count('tasks')});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console.log(========================================);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server.on('error', (error)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if (error.code === 'EADDRINUSE')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logger.error(Port ${config.port} is already in use);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process.exit(1);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process.on('SIGINT', ()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logger.info('Shutting down...');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server.close(()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logger.info('Server closed');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process.exit(0);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Server Entry Point** (cont. 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process.on('uncaughtException', (error)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logger.error('Uncaught exception:', error);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process.exit(1);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process.on('unhandledRejection', (reason)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logger.error('Unhandled rejection:', reason);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process.exit(1);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logger.error('Failed to start server:', error);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process.exit(1);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startServer();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HTML Structure** (cont. 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&lt;!-- public/index.html --&gt;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&lt;!DOCTYPE html&gt;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&lt;html lang="en"&gt;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&lt;head&gt;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&lt;meta charset="UTF-8"&gt;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&lt;meta name="viewport" content="width=device-width, initial-scale=1.0"&gt;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&lt;title&gt;TaskMaster Pro&lt;/title&gt;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&lt;link rel="stylesheet" href="/css/styles.css"&gt;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&lt;/head&gt;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&lt;body&gt;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&lt;div id="app"&gt;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&lt;!-- Navigation --&gt;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&lt;nav class="navbar"&gt;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&lt;div class="container"&gt;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class="nav-brand"&gt;✅ TaskMaster Pro&lt;/div&gt;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class="nav-links" id="navLinks"&gt;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&lt;a href="#" onclick="showDashboard()"&gt;Dashboard&lt;/a&gt;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&lt;a href="#" onclick="showTasks()"&gt;Tasks&lt;/a&gt;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&lt;a href="#" onclick="logout()"&gt;Logout&lt;/a&gt;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class="nav-links" id="navAuth"&gt;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&lt;a href="#" onclick="showLogin()"&gt;Login&lt;/a&gt;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&lt;a href="#" onclick="showRegister()"&gt;Register&lt;/a&gt;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&lt;/nav&gt;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HTML Structure** (cont. 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&lt;!-- Main Content --&gt;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&lt;main class="container"&gt;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&lt;!-- Login View --&gt;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&lt;div id="loginView" class="view"&gt;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class="card"&gt;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&lt;h2&gt;Login&lt;/h2&gt;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&lt;form id="loginForm"&gt;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class="form-group"&gt;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&lt;label&gt;Email&lt;/label&gt;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&lt;input type="email" id="loginEmail"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class="form-group"&gt;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&lt;label&gt;Password&lt;/label&gt;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&lt;input type="password" id="loginPassword"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&lt;button type="submit"&gt;Login&lt;/button&gt;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&lt;/form&gt;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&lt;p&gt;Don't have an account? &lt;a href="#" onclick="showRegister()"&gt;Register&lt;/a&gt;&lt;/p&gt;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&lt;/div&gt;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HTML Structure** (cont. 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&lt;!-- Register View --&gt;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&lt;div id="registerView" class="view" style="display:none;"&gt;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class="card"&gt;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&lt;h2&gt;Register&lt;/h2&gt;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&lt;form id="registerForm"&gt;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class="form-group"&gt;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&lt;label&gt;Name&lt;/label&gt;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&lt;input type="text" id="registerName"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class="form-group"&gt;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&lt;label&gt;Email&lt;/label&gt;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&lt;input type="email" id="registerEmail"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class="form-group"&gt;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&lt;label&gt;Password&lt;/label&gt;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&lt;input type="password" id="registerPassword"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&lt;button type="submit"&gt;Register&lt;/button&gt;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&lt;/form&gt;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&lt;p&gt;Already have an account? &lt;a href="#" onclick="showLogin()"&gt;Login&lt;/a&gt;&lt;/p&gt;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&lt;/div&gt;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HTML Structure** (cont. 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&lt;!-- Dashboard View --&gt;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&lt;div id="dashboardView" class="view" style="display:none;"&gt;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&lt;h1&gt;Dashboard&lt;/h1&gt;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class="stats-grid" id="statsGrid"&gt;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&lt;div class="stat-card"&gt;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class="stat-value" id="statTotal"&gt;0&lt;/div&gt;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class="stat-label"&gt;Total Tasks&lt;/div&gt;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&lt;div class="stat-card"&gt;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class="stat-value" id="statCompleted"&gt;0&lt;/div&gt;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class="stat-label"&gt;Completed&lt;/div&gt;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&lt;div class="stat-card"&gt;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class="stat-value" id="statPending"&gt;0&lt;/div&gt;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class="stat-label"&gt;Pending&lt;/div&gt;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&lt;div class="stat-card"&gt;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class="stat-value" id="statHighPriority"&gt;0&lt;/div&gt;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class="stat-label"&gt;High Priority&lt;/div&gt;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class="recent-tasks"&gt;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&lt;h2&gt;Recent Tasks&lt;/h2&gt;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&lt;div id="recentTasks"&gt;&lt;/div&gt;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&lt;/div&gt;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HTML Structure** (cont. 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&lt;!-- Tasks View --&gt;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&lt;div id="tasksView" class="view" style="display:none;"&gt;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class="tasks-header"&gt;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&lt;h1&gt;My Tasks&lt;/h1&gt;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&lt;button onclick="showCreateTask()"&gt;+ New Task&lt;/button&gt;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class="task-filters"&gt;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&lt;select id="filterPriority" onchange="loadTasks()"&gt;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&lt;option value=""&gt;All Priorities&lt;/option&gt;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&lt;option value="high"&gt;High&lt;/option&gt;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&lt;option value="medium"&gt;Medium&lt;/option&gt;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&lt;option value="low"&gt;Low&lt;/option&gt;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&lt;/select&gt;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&lt;select id="filterCompleted" onchange="loadTasks()"&gt;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&lt;option value=""&gt;All Tasks&lt;/option&gt;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&lt;option value="false"&gt;Pending&lt;/option&gt;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&lt;option value="true"&gt;Completed&lt;/option&gt;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&lt;/select&gt;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&lt;input type="text" id="searchTasks" placeholder="Search tasks..." oninput="loadTasks()"&gt;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id="taskList"&gt;&lt;/div&gt;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id="taskPagination" class="pagination"&gt;&lt;/div&gt;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&lt;/div&gt;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HTML Structure** (cont. 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&lt;!-- Task Modal --&gt;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&lt;div id="taskModal" class="modal" style="display:none;"&gt;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class="modal-content"&gt;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&lt;span class="modal-close" onclick="closeModal()"&gt;&amp;times;&lt;/span&gt;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&lt;h2 id="modalTitle"&gt;New Task&lt;/h2&gt;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&lt;form id="taskForm"&gt;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&lt;input type="hidden" id="taskId"&gt;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class="form-group"&gt;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&lt;label&gt;Title 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&lt;input type="text" id="taskTitle" required&gt;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class="form-group"&gt;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&lt;label&gt;Description&lt;/label&gt;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&lt;textarea id="taskDescription" rows="3"&gt;&lt;/textarea&gt;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class="form-group"&gt;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&lt;label&gt;Priority&lt;/label&gt;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&lt;select id="taskPriority"&gt;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    &lt;option value="low"&gt;Low&lt;/option&gt;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    &lt;option value="medium" selected&gt;Medium&lt;/option&gt;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    &lt;option value="high"&gt;High&lt;/option&gt;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&lt;/select&gt;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class="form-group"&gt;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    &lt;input type="checkbox" id="taskCompleted"&gt; Completed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&lt;/label&gt;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&lt;button type="submit"&gt;Save Task&lt;/button&gt;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&lt;/form&gt;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&lt;/div&gt;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HTML Structure** (cont. 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&lt;!-- Alert --&gt;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&lt;div id="alert" class="alert" style="display:none;"&gt;&lt;/div&gt;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&lt;/main&gt;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&lt;/div&gt;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&lt;script src="/js/app.js"&gt;&lt;/script&gt;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&lt;/body&gt;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&lt;/html&gt;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CSS** (cont. 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 public/css/styles.css /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margin: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box-sizing: border-box;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body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font-family: -apple-system, BlinkMacSystemFont, 'Segoe UI', Roboto, Arial, sans-serif;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background: #f5f7fa;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color: #2d3748;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min-height: 100vh;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.container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max-width: 1200px;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margin: 0 auto;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0 20px;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.navbar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background: #2d3748;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color: white;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1rem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box-shadow: 0 2px 4px rgba(0,0,0,0.1);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.navbar .container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display: flex;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justify-content: space-between;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align-items: center;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.nav-brand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font-size: 1.25rem;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font-weight: bold;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.nav-links a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color: #cbd5e0;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text-decoration: none;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margin-left: 1.5rem;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0.5rem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border-bottom: 2px solid transparent;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transition: all 0.2s;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.nav-links a:hover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color: white;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border-bottom-color: #4299e1;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.view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animation: fadeIn 0.3s ease;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@keyframes fadeIn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from { opacity: 0; transform: translateY(10px);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to { opacity: 1; transform: translateY(0);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CSS** (cont. 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.card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background: white;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border-radius: 8px;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2rem;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box-shadow: 0 1px 3px rgba(0,0,0,0.1);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max-width: 400px;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margin: 2rem auto;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.form-group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margin-bottom: 1rem;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.form-group label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display: block;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margin-bottom: 0.25rem;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font-weight: 500;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.form-group input,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.form-group textarea,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.form-group select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width: 100%;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0.5rem 0.75rem;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border: 1px solid #e2e8f0;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border-radius: 4px;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font-size: 1rem;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.form-group input:focus,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.form-group textarea:focus,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.form-group select:focus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outline: none;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border-color: #4299e1;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box-shadow: 0 0 0 3px rgba(66, 153, 225, 0.2);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button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width: 100%;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0.5rem 1rem;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background: #4299e1;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color: white;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border: none;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border-radius: 4px;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font-size: 1rem;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font-weight: 500;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cursor: pointer;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transition: background 0.2s;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button:hover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background: #3182ce;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.stats-grid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display: grid;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grid-template-columns: repeat(auto-fit, minmax(150px, 1fr));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gap: 1rem;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margin: 1.5rem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CSS** (cont. 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.stat-card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background: white;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1.25rem;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border-radius: 8px;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box-shadow: 0 1px 3px rgba(0,0,0,0.1);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text-align: center;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.stat-value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font-size: 2rem;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font-weight: bold;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color: #2d3748;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.stat-label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font-size: 0.875rem;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color: #718096;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margin-top: 0.25rem;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.tasks-header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display: flex;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justify-content: space-between;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align-items: center;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margin: 1.5rem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.task-filters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display: flex;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gap: 0.75rem;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flex-wrap: wrap;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margin: 1rem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.task-filters input,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.task-filters select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0.5rem;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border: 1px solid #e2e8f0;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border-radius: 4px;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font-size: 0.875rem;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.task-filters input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flex: 1;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min-width: 150px;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.task-item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background: white;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1rem;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margin: 0.5rem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border-radius: 8px;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box-shadow: 0 1px 3px rgba(0,0,0,0.1);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display: flex;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justify-content: space-between;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align-items: center;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.task-title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font-weight: 500;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font-size: 1.1rem;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.task-title.completed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text-decoration: line-through;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color: #a0aec0;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CSS** (cont. 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.task-meta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font-size: 0.875rem;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color: #718096;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margin-top: 0.25rem;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.tag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display: inline-block;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0.125rem 0.5rem;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border-radius: 12px;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font-size: 0.75rem;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font-weight: 500;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.tag-high { background: #fed7d7; color: #c53030;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.tag-medium { background: #feebc8; color: #c05621;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.tag-low { background: #c6f6d5; color: #276749;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.task-actions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display: flex;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gap: 0.5rem;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.task-actions button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width: auto;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0.25rem 0.75rem;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font-size: 0.875rem;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.btn-edit { background: #48bb78;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.btn-edit:hover { background: #38a169;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.btn-delete { background: #fc8181;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.btn-delete:hover { background: #f56565;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.btn-toggle { background: #9f7aea;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.btn-toggle:hover { background: #805ad5; 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.modal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position: fixed;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top: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left: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width: 100%;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height: 100%;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background: rgba(0,0,0,0.5);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display: flex;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justify-content: center;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align-items: center;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z-index: 1000;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.modal-content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background: white;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2rem;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border-radius: 8px;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max-width: 500px;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width: 90%;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.modal-close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float: right;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font-size: 1.5rem;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cursor: pointer;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CSS** (cont. 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.alert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position: fixed;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top: 20px;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right: 20px;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padding: 1rem 1.5rem;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border-radius: 8px;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background: #48bb78;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color: white;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box-shadow: 0 2px 8px rgba(0,0,0,0.2);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z-index: 2000;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animation: slideIn 0.3s ease;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.alert-error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background: #fc8181;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@keyframes slideIn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from { transform: translateX(100%); opacity: 0;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to { transform: translateX(0); opacity: 1;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@media (max-width: 768px)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.stats-grid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grid-template-columns: repeat(2, 1fr);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.task-item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flex-direction: column;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align-items: stretch;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.task-actions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margin-top: 0.75rem;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1/13)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public/js/app.js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API_URL = '/api';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let state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token: localStorage.getItem('token') || null,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user: null,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tasks: [],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currentPage: 1,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totalPages: 1,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2/13)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elements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loginView: document.getElementById('loginView'),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registerView: document.getElementById('registerView'),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dashboardView: document.getElementById('dashboardView'),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tasksView: document.getElementById('tasksView'),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loginForm: document.getElementById('loginForm'),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registerForm: document.getElementById('registerForm'),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taskForm: document.getElementById('taskForm'),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navLinks: document.getElementById('navLinks'),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navAuth: document.getElementById('navAuth'),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taskList: document.getElementById('taskList'),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taskPagination: document.getElementById('taskPagination'),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recentTasks: document.getElementById('recentTasks'),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filterPriority: document.getElementById('filterPriority'),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filterCompleted: document.getElementById('filterCompleted'),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searchTasks: document.getElementById('searchTasks'),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taskModal: document.getElementById('taskModal'),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modalTitle: document.getElementById('modalTitle'),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taskId: document.getElementById('taskId'),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taskTitle: document.getElementById('taskTitle'),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taskDescription: document.getElementById('taskDescription'),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taskPriority: document.getElementById('taskPriority'),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taskCompleted: document.getElementById('taskCompleted'),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statTotal: document.getElementById('statTotal'),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statCompleted: document.getElementById('statCompleted'),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statPending: document.getElementById('statPending'),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statHighPriority: document.getElementById('statHighPriority'),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alert: document.getElementById('alert'),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3/13)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API helpers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api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async request(endpoint, options = {})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url = ${API_URL}${endpoint};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headers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'Content-Type': 'application/json',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...options.headers,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(state.token)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headers['Authorization'] = Bearer ${state.token};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response = await fetch(url,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...options,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headers,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body: options.body ? JSON.stringify(options.body) : undefined,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data = await response.json();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(!response.ok)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throw new Error(data.error || data.message || 'Request failed');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 data;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auth: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login(email, password)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api.request('/auth/login', { method: 'POST', body: { email, password }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register(name, email, password)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api.request('/auth/register', { method: 'POST', body: { name, email, password }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getProfile()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api.request('/auth/profile');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tasks: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getAll(params = {})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const query = new URLSearchParams(params).toString();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api.request(/tasks?${query});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create(data)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api.request('/tasks', { method: 'POST', body: data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update(id, data)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api.request(/tasks/${id}, { method: 'PUT', body: data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delete(id)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api.request(/tasks/${id}, { method: 'DELETE'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getStats()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 api.request('/tasks/stats');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4/13)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UI helpers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showView(viewId)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['loginView', 'registerView', 'dashboardView', 'tasksView'].forEach(id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document.getElementById(id).style.display = id === viewId ? 'block' : 'none';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showAlert(message, type = 'success')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alert = elements.alert;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alert.textContent = message;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alert.className = alert ${type === 'error' ? 'alert-error' : ''};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alert.style.display = 'block';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setTimeout(() =&gt; { alert.style.display = 'none'; }, 3000);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updateNav()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isAuthenticated = !!state.token;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elements.navLinks.style.display = isAuthenticated ? 'flex' : 'none';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elements.navAuth.style.display = isAuthenticated ? 'none' : 'flex';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Auth functions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login(email, password)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response = await api.auth.login(email, 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state.token = response.data.token;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state.user = response.data.user;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localStorage.setItem('token', state.token);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updateNav();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loadDashboard();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showView('dashboardView');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showAlert('Login successful!');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showAlert(error.message, 'error');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5/13)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register(name, email, password)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response = await api.auth.register(name, email, 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state.token = response.data.token;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state.user = response.data.user;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localStorage.setItem('token', state.token);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updateNav();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loadDashboard();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showView('dashboardView');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showAlert('Registration successful!');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showAlert(error.message, 'error');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logout()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state.token =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state.user =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localStorage.removeItem('token');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updateNav();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showView('loginView');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showAlert('Logged out');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Task functions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loadTasks(page = 1)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params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page,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limit: 10,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sort: 'newest',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(elements.filterPriority.value) params.priority = elements.filterPriority.value;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(elements.filterCompleted.value !== '') params.completed = elements.filterCompleted.value;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(elements.searchTasks.value) params.search = elements.searchTasks.value;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6/13)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response = await api.tasks.getAll(params);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state.tasks = response.data;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state.currentPage = response.pagination.page;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state.totalPages = response.pagination.totalPages;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renderTasks();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renderPagination();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showAlert('Failed to load tasks: ' + error.message, 'error');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7/13)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renderTasks()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container = elements.taskList;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(state.tasks.length === 0)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container.innerHTML = '&lt;p&gt;No tasks found. Create your first task!&lt;/p&gt;';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return;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container.innerHTML = state.tasks.map(task =&gt; 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&lt;div class="task-item"&gt;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&lt;div class="task-info"&gt;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class="task-title ${task.completed ? 'completed' : ''}"&gt;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${task.title}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class="task-meta"&gt;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&lt;span class="tag tag-${task.priority}"&gt;${task.priority}&lt;/span&gt;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${task.completed ? '✓ Completed' : ''}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${task.dueDate ? 📅 ${new Date(task.dueDate).toLocaleDateString()} : ''}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&lt;div class="task-actions"&gt;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&lt;button class="btn-toggle" onclick="toggleTask(${task.id})"&gt;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${task.completed ? '↺' : '✓'}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&lt;/button&gt;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&lt;button class="btn-edit" onclick="editTask(${task.id})"&gt;✎&lt;/button&gt;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&lt;button class="btn-delete" onclick="deleteTask(${task.id})"&gt;✕&lt;/button&gt;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).join('');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8/13)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renderPagination()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container = elements.taskPagination;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(state.totalPages &lt;= 1) { container.innerHTML = ''; return;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let html = '';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for (let i = 1; i &lt;= state.totalPages; i++)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html += &lt;button class="${i === state.currentPage ? 'active' : ''}" onclick="loadTasks(${i})"&gt;${i}&lt;/button&gt;;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container.innerHTML = html;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createTask(data)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api.tasks.create(data);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loadTasks(state.currentPage);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closeModal();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showAlert('Task created!');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showAlert('Failed to create task: ' + error.message, 'error');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updateTask(id, data)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api.tasks.update(id, 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loadTasks(state.currentPage);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closeModal();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showAlert('Task updated!');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showAlert('Failed to update task: ' + error.message, 'error');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9/13)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deleteTask(id)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(!confirm('Delete this task?')) return;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api.tasks.delete(id);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loadTasks(state.currentPage);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showAlert('Task deleted');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showAlert('Failed to delete task: ' + error.message, 'error');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toggleTask(id)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task = state.tasks.find(t =&gt; t.id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(!task) return;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api.tasks.update(id, { completed: !task.completed });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loadTasks(state.currentPage);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showAlert('Failed to update task: ' + error.message, 'error');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editTask(id)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task = state.tasks.find(t =&gt; t.id === id);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(!task) return;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elements.modalTitle.textContent = 'Edit Task';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elements.taskId.value = task.id;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elements.taskTitle.value = task.title;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elements.taskDescription.value = task.description || '';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elements.taskPriority.value = task.priority;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elements.taskCompleted.checked = task.completed;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elements.taskModal.style.display = 'flex';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10/13)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showCreateTask()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elements.modalTitle.textContent = 'New Task';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elements.taskId.value = '';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elements.taskTitle.value = '';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elements.taskDescription.value = '';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elements.taskPriority.value = 'medium';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elements.taskCompleted.checked = false;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elements.taskModal.style.display = 'flex';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closeModal()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elements.taskModal.style.display = 'none';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Dashboard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loadDashboard()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[statsResponse, tasksResponse] = await Promise.all([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api.tasks.getStats(),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api.tasks.getAll({ limit: 5, sort: 'newest' }),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]);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stats = statsResponse.data;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const recentTasks = tasksResponse.data;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elements.statTotal.textContent = stats.total ||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elements.statCompleted.textContent = stats.completed ||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elements.statPending.textContent = stats.pending || 0;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elements.statHighPriority.textContent = stats.byPriority?.high || 0;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11/13)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const container = elements.recentTasks;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if (recentTasks.length === 0)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container.innerHTML = '&lt;p&gt;No recent tasks.&lt;/p&gt;';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 else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container.innerHTML = recentTasks.map(task =&gt; 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&lt;div class="task-item"&gt;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&lt;div class="task-info"&gt;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class="task-title ${task.completed ? 'completed' : ''}"&gt;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${task.title}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&lt;div class="task-meta"&gt;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&lt;span class="tag tag-${task.priority}"&gt;${task.priority}&lt;/span&gt;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    ${task.completed ? '✓ Completed' : ''}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    &lt;/div&gt;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).join('');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showAlert('Failed to load dashboard: ' + error.message, 'error');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View functions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showLogin() { showView('loginView');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showRegister() { showView('registerView');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showDashboard() { loadDashboard(); showView('dashboardView');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function showTasks() { loadTasks(); showView('tasksView'); }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12/13)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Event handlers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elements.loginForm.addEventListener('submit', async (e)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e.preventDefault();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email = document.getElementById('loginEmail').value;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password = document.getElementById('loginPassword').value;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await login(email, 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elements.registerForm.addEventListener('submit', async (e)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e.preventDefault();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name = document.getElementById('registerName').value;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email = document.getElementById('registerEmail').value;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password = document.getElementById('registerPassword').value;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await register(name, email, password);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elements.taskForm.addEventListener('submit', async (e)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e.preventDefault();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data =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title: elements.taskTitle.value,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description: elements.taskDescription.value,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priority: elements.taskPriority.value,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completed: elements.taskCompleted.checked,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id = elements.taskId.value;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(id)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updateTask(parseInt(id), 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 else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await createTask(data);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elements.taskModal.addEventListener('click', (e)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(e.target === elements.taskModal) closeModal();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Frontend: JavaScript** (cont. 13/13)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document.addEventListener('keydown', (e) =&gt;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(e.key === 'Escape') closeModal();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Initialize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async function init()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const token = localStorage.getItem('token');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if (token)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state.token = token;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try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const response = await api.auth.getProfile();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state.user = response.data;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updateNav();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await loadDashboard();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showView('dashboardView');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return;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 catch (error) {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state.token = null;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    localStorage.removeItem('token');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updateNav();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    showView('loginView');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init();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// Expose to global scope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window.showLogin = showLogin;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window.showRegister = showRegister;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window.showDashboard = showDashboard;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window.showTasks = showTasks;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window.showCreateTask = showCreateTask;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window.closeModal = closeModal;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window.loadTasks = loadTasks;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window.editTask = editTask;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window.deleteTask = deleteTask;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window.toggleTask = toggleTask;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window.logout = logout;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Deployment Options**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Option 1: Render.com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Push to GitHub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Sign up at render.com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Click "New +" → "Web Service"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Connect GitHub repository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Configure: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  Build Command: npm install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  Start Command: npm start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  Environment Variables: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    NODE_ENV=production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    JWT_SECRET=your-secret-key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    API_KEY=your-api-key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Click "Create Web Service"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Deployment Options (2)**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Option 2: Railway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Push to GitHub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Sign up at railway.app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Click "New Project" → "Deploy from GitHub repo"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Select repository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Add environment variables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Railway automatically deploys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Deployment Options (3)**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Option 3: Heroku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Install Heroku CLI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heroku login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heroku create taskmaster-pro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heroku config:set JWT_SECRET=your-secret-key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heroku config:set API_KEY=your-api-key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heroku config:set NODE_ENV=production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git push heroku main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heroku open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Deployment Options (4)**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Option 4: VPS (DigitalOcean, AWS)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# On server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curl -fsSL https://deb.nodesource.com/setup_18.x | sudo -E bash 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sudo apt-get install -y nodejs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git clone https://github.com/yourusername/taskmaster-pro.git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cd taskmaster-pro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--production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export NODE_ENV=production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export JWT_SECRET=your-secret-key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export API_KEY=your-api-key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export PORT=3000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npm install -g pm2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pm2 start server.js --name taskmaster-pro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pm2 save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pm2 startup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Deployment Checklist**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Environment variables configured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NODE_ENV=production set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PORT configured for hosting platform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JWT_SECRET set to secure value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API_KEY set (if used)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Error handling working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Logging configured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Security headers (helmet) enabled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CORS configured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Rate limiting configured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Validation working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Static files served correctly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Code pushed to repository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Build process tested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Application starts correctly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Health check endpoint working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Frontend accessible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API endpoints working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Authentication working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Post-Deployment Checklist**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Test all features in production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Monitor logs for errors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Check performance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Set up monitoring if needed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[ ] Share your deployed application!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Final Project Self-Assessment**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How well do you understand?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Concept  |  1-5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---------  |  -----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Client-Server Model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Node.js Fundamentals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Express Routing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Authentication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CRUD Operations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Error Handling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Validation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Security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Deployment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Project Reflection**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What was the most challenging part?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What are you most proud of?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What would you do differently?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What features would you add next?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How confident are you in building another Node.js/Express application?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What You've Learned**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Client-server model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Node.js and http module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Express framework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Routing and URL data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Middleware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Forms and JSON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Project structure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Persistence and CRUD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Error handling and validation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Security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Complete application development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Deployment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Next Steps**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 your own project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Learn databases (PostgreSQL, MongoDB)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Write automated tests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Add API documentation (Swagger)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Learn real-time features (WebSocket)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Build a mobile app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Add CI/CD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Contribute to open source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Resources**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Documentation: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nodejs.org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expressjs.com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docs.npmjs.com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Books: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"Node.js Design Patterns"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"Express.js Guide"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Courses: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freeCodeCamp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The Complete Node.js Developer Course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Community: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Stack Overflow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Express GitHub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Node.js Discord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Tools: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Postman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VS Code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• GitHub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Congratulations!**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You've completed the entire Node.js + Express tutorial series!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From zero to building and deploying a complete web application.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Keep building, keep learning, and keep sharing.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Happy coding! 🚀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"/>
              </a:defRPr>
            </a:pPr>
            <a:r>
              <a:t>Thank You!**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Questions? Feedback?</a:t>
            </a:r>
          </a:p>
          <a:p>
            <a:pPr>
              <a:spcAft>
                <a:spcPts val="600"/>
              </a:spcAft>
            </a:pPr>
          </a:p>
          <a:p>
            <a:pPr>
              <a:lnSpc>
                <a:spcPct val="115000"/>
              </a:lnSpc>
              <a:spcAft>
                <a:spcPts val="400"/>
              </a:spcAft>
              <a:defRPr sz="1600">
                <a:solidFill>
                  <a:srgbClr val="000000"/>
                </a:solidFill>
                <a:latin typeface="Calibri"/>
              </a:defRPr>
            </a:pPr>
            <a: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