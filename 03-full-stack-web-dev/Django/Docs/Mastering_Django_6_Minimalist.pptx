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3E50"/>
                </a:solidFill>
                <a:latin typeface="Helvetica Neue"/>
              </a:defRPr>
            </a:pPr>
            <a:r>
              <a:t>Mastering Django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95A5A6"/>
                </a:solidFill>
                <a:latin typeface="Helvetica Neue"/>
              </a:defRPr>
            </a:pPr>
            <a:r>
              <a:t>Full-Stack Web Development — From Zero to Production-Ready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What is Django?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High-level Python web framework with batteries-included philosophy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Powers Instagram, Pinterest, Spotify, Dropbox, Mozilla, Washington Post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Secure by default: XSS, CSRF, SQL injection, clickjacking protection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Scalable, versatile, well-documented, and community-driven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The Simple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Browser → Nginx → Gunicorn → Django → PostgreSQL (Production)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Browser → Django Dev Server → SQLite (Development)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No separate frontend framework, API layer, or build pipeline required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One framework, deeply understood — Django does it 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The 10-Part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Part 1: Django Fundamentals — MVT, templates, URLs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Part 2: Models &amp; Database — ORM, migrations, Admin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Part 3: Forms &amp; CRUD — ModelForms, validation, auth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Part 4: Advanced Views — CBV, search, filtering, pagination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Part 5: Authentication — Users, profiles, permissions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Part 6: Architecture — Middleware, signals, context processors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Parts 7–10: Real-world features, testing, production,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MVT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Model: Data layer — Python classes become database tables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View: Business logic — processes requests, queries data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Template: Presentation — renders HTML with dynamic content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Request → URL Dispatcher → View → Model → Template →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Project vs.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Project (config/): Settings, URL routing, WSGI/ASGI — one per website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Application (blog/): Models, views, templates, URLs — many per project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House analogy: Project is the house, apps are the rooms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Reusable apps can be shared across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Template Inheritance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Base template (base.html) defines shared structure: nav, footer, head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Child templates extend base and override {% block content %}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DRY principle: Don't Repeat Yourself across pages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{% extends 'blog/base.html' %} → {% block content %}...{% endblock %}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URL Routing &amp; Named URLs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Two levels: Project urls.py includes app urls.py via include()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app_name = 'blog' creates a namespace for reverse URL lookups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Named URLs: {% url 'blog:home' %} stays valid even if paths change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path('blog/&lt;slug:slug&gt;/', views.post_detail, name='post_detail')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Django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Python class = Database table, Attribute = Column, Instance = Row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Field types: CharField, TextField, DateTimeField, ForeignKey, ManyToManyField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Relationships: ForeignKey (Many-to-One), ManyToManyField, OneToOneField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on_delete options: CASCADE, PROTECT, SET_NULL, RESTRICT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Migrations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Version control for your database schema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makemigrations: generates migration files from model changes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migrate: applies pending migrations to the database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Track migrations in version control — never delete migration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Django ORM Essentials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Create: Post.objects.create(title='...', content='...')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Read: Post.objects.filter(status='published').order_by('-created_at')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Update: post.title = 'New'; post.save()  or  queryset.update(...)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Delete: post.delete()  or  queryset.filter(...).delete()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Optimization: select_related() for FKs, prefetch_related() for M2M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Django Admin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Built-in content management interface auto-generated from models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Register models with @admin.register(Model) and ModelAdmin classes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Features: list_display, list_filter, search_fields, prepopulated_fields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Custom actions: bulk publish, archive, export — all from the admin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Django 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Form (forms.Form): Manual fields, manual saving — for contact/search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ModelForm (forms.ModelForm): Auto fields from model, auto save — for CRUD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Validation: clean_fieldname() methods for custom business rules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Widgets: Customize HTML rendering with attrs for CSS classes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CRUD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Create: ModelForm + request.POST/FILES → form.save() → redirect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Read: DetailView or get_object_or_404 for single items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Update: ModelForm(instance=obj) pre-fills data, checks ownership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Delete: Confirm template + POST → obj.delete() → redirect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Always protect with @login_required and ownership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Security: CSRF &amp;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CSRF: {% csrf_token %} in every POST form — Django validates automatically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@login_required decorator ensures only authenticated users access views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Ownership check: if post.author != request.user → redirect with error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UserPassesTestMixin for class-based views: def test_func(self):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Class-Based Views (CBV)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ListView: model, template_name, paginate_by, get_queryset()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DetailView: model, template_name, slug_field, get_context_data()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CreateView/UpdateView/DeleteView: form_class, success_url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Mixins: LoginRequiredMixin (first!), UserPassesTestMixin for permissions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Less code, more built-in functionality, highly reusable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Search, Filter &amp; Pagination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Search: Q objects for OR conditions across multiple fields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Filter: request.GET parameters → queryset.filter(category=cat)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Sort: Dynamic order_by() based on URL parameter mapping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Pagination: paginate_by = 10 in ListView; page_obj in template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Preserve filter state in pagination links via request.GET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User Profiles &amp;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OneToOneField to User model extends built-in auth without replacing it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post_save signal auto-creates Profile when User is created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Signals decouple logic: sender → signal → receiver pattern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Dashboard: Aggregate stats (post counts, comments) for the logged-in user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Password Reset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Django provides 4 built-in views: reset request, done, confirm, complete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Development: Console email backend prints emails to terminal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Production: SMTP backend with TLS sends real emails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Templates: password_reset_form, email, confirm, done, complete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Middleware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Code that runs on every request/response — cross-cutting concerns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Structure: __init__(get_response) → __call__(request) → response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Use cases: request logging, security headers, query count monitoring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Order matters: SecurityMiddleware → Session → Auth → CSRF → Custom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Context Processors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Functions that inject variables into every template context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Perfect for: site name, current year, navigation categories, user info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Registered in TEMPLATES['OPTIONS']['context_processors']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Keep lightweight — they run on every single request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Service Layer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Encapsulates business logic outside of views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Views stay thin: handle HTTP, call services, return responses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Services are reusable, testable, and framework-agnostic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Example: PostService.create_post(data, author) handles validation + save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Helvetica Neue"/>
              </a:defRPr>
            </a:pPr>
            <a:r>
              <a:t>The Complete Skill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Environment: venv, uv, Git, project structure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Core: MVT, ORM, templates, URLs, forms, admin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Advanced: CBV, search, pagination, auth, profiles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Architecture: Middleware, signals, context processors, services</a:t>
            </a:r>
          </a:p>
          <a:p>
            <a:pPr>
              <a:spcAft>
                <a:spcPts val="1600"/>
              </a:spcAft>
              <a:defRPr sz="2000">
                <a:solidFill>
                  <a:srgbClr val="2C3E50"/>
                </a:solidFill>
                <a:latin typeface="Helvetica Neue"/>
              </a:defRPr>
            </a:pPr>
            <a:r>
              <a:t>•  Production: Testing, caching, security, Docker, CI/CD, deployment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3E50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95A5A6"/>
                </a:solidFill>
                <a:latin typeface="Helvetica Neue"/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