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 / 208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web as a distributed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web application is usually made of multiple cooperating systems.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browser, network, backend, database, storage, and external services may all participate.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visible page is only one part of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 / 208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complete request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action → browser → DNS → network → TLS → HTTP → backend → data → response.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Each stage may succeed or fail independently.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Troubleshooting begins by locating the first failed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 / 208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Client and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client usually initiates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server processes requests and provides data or capabilities.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boundary between them is also a trust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 / 208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Frontend and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Frontend code runs close to the user.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Backend code runs in a controlled environment.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 provides the experience; the backend enforces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 / 208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Internet and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Internet is the global networking infrastructure.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Web is an application system built on top of it.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Email, games, messaging, and calls also use the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 / 208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Protocols define communication rules.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HTTP, DNS, TLS, IP, TCP, and QUIC solve different problems.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Shared protocols allow independently built systems to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 / 208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Requests and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Clients send structured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Servers return structured responses.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methods, headers, bodies, and status codes describe the exchange.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 / 208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 should be treated as untrusted.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backend should validate and authorize independently.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Databases and private services should not be exposed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 / 208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Sources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Different systems may own different values.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 may own temporary interface state.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backend or database should own important business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 / 208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State is remembered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 state includes menus, tabs, and form input.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Server state includes users, orders, inventory, and payment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 / 208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Security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Authentication identifies a caller.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Authorization determines permissions.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HTTPS protects communication but does not fix application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 / 208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Performance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Performance includes network, server, database, browser, and rendering work.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experience perceived responsiveness, not isolated metrics.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Measure before optimizing.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 / 208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Reliability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Dependencies fail.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Timeouts, retries, queues, fallbacks, and backups reduce impact.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Reliable systems are designed for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 / 208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Observability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Logs explain events.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Metrics show trends and thresholds.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Traces follow requests across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 / 208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Architecture as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There is no universally best architecture.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design trades simplicity, cost, performance, security, and scale.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Choose complexity only when it solves a real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 / 208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How to study the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for purpose before memorizing vocabulary.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Trace complete examples.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DevTools and cURL to inspect real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 / 208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Running example: online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Products, carts, orders, payments, inventory, and email create a realistic system.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example connects frontend, backend, data, and external services.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it to practice tracing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 / 208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Layered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Check the user action.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Check whether a request exists.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inspect DNS, network, HTTP, backend, database, and rendering.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 / 208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Frameworks and abstractions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Frameworks hide details but do not remove underlying mechanics.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Understanding the web makes frameworks easier to learn.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When abstractions fail, inspect the underlying protocol.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 / 208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What the series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is not a framework-specific course.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does not replace specialized security, database, or networking study.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provides a foundation for those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 / 208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Vocabulary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Learn client, server, host, domain, port, protocol, request, and response.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terms in complete explanations.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vocabulary is useful only when connected to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 / 208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Architecture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Where does the code run?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Who owns the data?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What happens when a dependency fails?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 / 208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Security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What can the client modify?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Where is identity verified?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Where are permissions enforced?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 / 208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Operational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How is the system monitored?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How is it deployed?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How is it restored after failure?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 / 208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Series completion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0 — Introduction to the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Explain a web application from user action to production operation.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Identify components and boundaries.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Narrate requests, failures, security, performance,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 / 208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 / 208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Distributed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Multiple computers or processes cooperate over a network.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Each dependency introduces latency and failure possibilities.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Most modern web applications are distributed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 / 208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browser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 parses HTML, applies CSS, runs JavaScript, and sends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an execution environment controlled by the user.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execution is not a security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 / 208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HTML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provides structure and meaning.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defines headings, forms, links, buttons, and content.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improves accessibility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 / 208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CSS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visual presentation and layout.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handles spacing, color, typography, and responsive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does not enforce business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 / 208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JavaScript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adds behavior and interaction.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responds to events and communicates with APIs.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JavaScript can be inspected and modified.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 / 208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Frontend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Rendering turns data into visible interface output.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may happen in the browser, server, build process, or edge.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Choose rendering based 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 / 208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Frontend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Frontend state represents the current interface.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Examples include open menus, selected tabs, and loading flags.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Temporary UI state is usually browser-owned.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 / 208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Backend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backend handles protected logic and data operations.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validates requests and coordinates services.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Backend code runs in a controlled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 / 208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Business logic defines domain rules.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Examples include inventory rules and order transitions.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Important rules belong on trusted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 / 208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Authentication verifies identity.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Passwords, sessions, tokens, and passkeys are mechanisms.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valid login does not grant every permission.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 / 208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Authorization checks what an identity may do.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includes role, ownership, organization, and resource checks.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server must enforce authorization.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 / 208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Database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backend commonly mediates access to the database.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protects credentials, schema, and business rules.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database is not the same thing as an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 / 208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Object storage is appropriate for images, videos, and documents.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Databases may store file metadata.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Large binary data need not live inside relational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 / 208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External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Payment, email, storage, and search may be external dependencies.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backend protects credentials and translates provider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External services require timeouts and failure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41 / 208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API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frontend and backend need shared expectations.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Contracts define endpoints, methods, schemas, errors, and authentication.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Stable contracts enable independent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42 / 208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Client state versus server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 state controls the interface.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Server state represents authoritative application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displayed value is not automatically authoritative.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43 / 208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Static 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sites serve prebuilt files.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can still use JavaScript and APIs.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delivery does not mean noninteractive.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44 / 208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Server-side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server generates HTML for a request.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Initial content may arrive quickly and help search visibility.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Server work and caching become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45 / 208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Client-side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 generates or updates much of the interface.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SPAs commonly use APIs and client-side routing.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size and execution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46 / 208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Static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Pages are generated before user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CDNs can distribute prebuilt content efficiently.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Frequently changing private data needs runtime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47 / 208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Hybrid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Different routes can use different rendering strategies.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Modern applications often combine static, server, and client rendering.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Choose per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48 / 208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Full-stack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One project can contain client and server code.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Different files may run in different runtimes.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shared repository does not mean shared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49 / 208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Monoliths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Many responsibilities deploy as one primary application.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can be simple and effective.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monolith is not automatically poor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50 / 208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are independently deployable around domains.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may scale and evolve separately.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introduce distributed operational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51 / 208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Queues and workers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1 — Deconstructing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Queues separate immediate requests from background work.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Workers process email, reports, and file jobs.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Jobs need retry and duplicate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52 / 208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53 / 208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Web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Web is one application system using the Internet.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Browsers, URLs, HTTP, HTML, CSS, and JavaScript form its core.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Other Internet applications include email and gaming.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54 / 208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Network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Different layers solve different communication problems.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HTTP, TLS, transport, IP, link, and physical layers cooperate.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Layering helps isolate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55 / 208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Large data is divided into smaller units.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Packets contain addressing, metadata, and payload.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receiver reconstructs the original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56 / 208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Packet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Networks share links among many users.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Packets may take different paths.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Transport protocols handle ordering and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57 / 208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IPv4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IPv4 uses 32-bit addresses.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Addresses use dotted decimal notation.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address space is limited.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58 / 208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IPv6 uses 128-bit addresses.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Addresses use hexadecimal notation.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IPv6 provides a much larger address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59 / 208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Public IP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Public addresses may be reachable through Internet routing.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Firewalls still control access.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public IP may represent a shared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60 / 208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Private IP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Private addresses are used inside local or private networks.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are not normally publicly routed.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Cloud databases often use private addresses.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61 / 208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Network Address Translation maps private devices to public addresses.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helps extend IPv4 usage.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NAT can complicate inbound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62 / 208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Domain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Domain names are human-readable identifiers.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can point to one or many destinations.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domain does not always represent one physical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63 / 208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DNS maps names to network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hierarchical, distributed, and cached.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DNS does not deliver page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64 / 208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DNS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Root, TLD, and authoritative servers form a hierarchy.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Resolvers query on behalf of clients.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hierarchy distributes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65 / 208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Recursive resolvers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Resolvers answer client DNS questions.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may use cache or query other servers.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ISPs and public providers may operate resolvers.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66 / 208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Authoritative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Authoritative servers provide official records for domains.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are the final source for configured DNS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Their answers have TTL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67 / 208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DNS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A, AAAA, CNAME, MX, TXT, and NS records serve different purposes.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Browsers commonly need A or AAAA results.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Records also support email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68 / 208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DNS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Clients and resolvers store answers temporarily.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Caching reduces lookup time and traffic.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Changes do not appear instantly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69 / 208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DNS TTL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TTL controls how long an answer may be cached.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Short TTLs allow faster changes.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Long TTLs reduce lookup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70 / 208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Routers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Routers forward packets between networks.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use routing information to choose next hops.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Paths can change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71 / 208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Switches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Switches commonly connect devices within a local network.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forward local traffic.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Routers connect different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72 / 208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ISPs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ISPs connect customers to larger networks.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may provide access, DNS, and routing.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are one part of the global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73 / 208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Autonomous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Large providers operate networks with routing policies.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exchange reachability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Routing reflects policy as well as distance.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74 / 208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Latency is communication or processing delay.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Distance and routing contribute to it.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Low latency matters for interactive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75 / 208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Bandwidth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Bandwidth is transfer capacity over time.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High bandwidth helps large files.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does not guarantee low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76 / 208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Jitter and packet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Jitter is timing variation; packet loss is missing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Both affect real-time communication.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Recovery can add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77 / 208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2 — How the Internet and the Web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Ports identify services on a host.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443 commonly identifies HTTPS.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One host can run many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78 / 208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79 / 208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HTTPS is HTTP protected by TLS.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provides confidentiality, integrity, and server authentication.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does not fix application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80 / 208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URL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URLs contain scheme, authority, path, query, and fragment components.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Each component has a different purpose.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URL structure affects routing and caching.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81 / 208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Schemes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and https identify web access methods.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ws and wss identify WebSocket access.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scheme affects security and transport.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82 / 208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Hosts and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host identifies a destination; the port identifies a service.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HTTPS commonly uses 443.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Development systems often use custom 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83 / 208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Paths identify resources or application routes.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do not necessarily map to physical files.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Routes may invoke backend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84 / 208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Query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Queries provide filters, search, sorting, and pagination.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are usually sent to the server.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place secrets in URLs.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85 / 208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Fragments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Fragments identify browser-side locations or state.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are normally not sent to the server.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are common in document and client routing.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86 / 208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GET retrieves a resource representation.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should generally be safe.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GET should not perform destructive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87 / 208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POST submits data or triggers processing.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often creates resources.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Retries can create duplicates.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88 / 208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PUT commonly replaces a resource.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generally intended to be idempotent.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API contract defines exact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89 / 208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PATCH commonly partially updates a resource.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useful for field-level changes.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Idempotency depends on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90 / 208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DELETE requests resource removal.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generally intended to be idempotent.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Deletion may be permanent or soft.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91 / 208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Request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Requests contain a request line, headers, and optional body.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Headers describe metadata.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body carries submitted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92 / 208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Response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Responses contain a status line, headers, and optional body.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status communicates broad outcome.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body carries representation or error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93 / 208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Content-Type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Content-Type describes a body's format.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Examples include JSON, HTML, and multipart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values cause parsing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94 / 208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Accept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Accept expresses preferred response formats.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Servers choose a representation.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response uses Content-Type.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95 / 208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Authorization often carries bearer credentials.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Tokens must be protected.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Credential possession may grant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96 / 208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Cookies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Cookies are small browser-stored values.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commonly support sessions.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Attributes control their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97 / 208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 connect requests to an authenticated user.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cookie may contain an opaque ID.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server stores session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98 / 208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Status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1xx is informational, 2xx success, 3xx redirect, 4xx request problem, 5xx server problem.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Categories provide context.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Specific codes provide more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99 / 208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Common 2xx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200, 201, 202, and 204 communicate different success states.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201 means created; 202 may be asynchronous.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204 has no normal body.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100 / 208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Common 4xx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400, 401, 403, 404, 409, 422, and 429 identify different problems.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Authentication and authorization are distinct.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Response bodies should be useful and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101 / 208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Common 5xx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500, 502, 503, and 504 indicate server or upstream problems.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Gateways may fail independently.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Retry behavior must be deliberate.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102 / 208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Redirects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3xx responses direct clients to other URLs.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301 and 308 are permanent; 302 and 307 are temporary.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Redirect chains add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103 / 208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3 — HTTP, HTTPS, and the Request-Response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Headers such as Cache-Control and ETag support reuse.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Caching improves performance.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Private data requires careful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104 / 208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105 / 208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API consumers and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Providers expose interfaces; consumers call them.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may be owned by different organizations.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Contracts coordinate independent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106 / 208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REST is a resource-oriented architectural style.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URLs identify resources; methods express operations.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semantics are central.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107 / 208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Resources represent things managed by a system.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Users, products, orders, and messages are examples.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Resources may be abstract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108 / 208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Representations are formats describing resources.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JSON, HTML, and XML can represent related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resource is not identical to one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109 / 208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Collections represent groups of resources.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Individual URLs identify members.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Collections need pagination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110 / 208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CRUD means create, read, update, and delete.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commonly map to these operations.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Not every business action is simple CRUD.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111 / 208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Resource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REST URLs commonly use nouns.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Methods communicate intended operations.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Consistent URLs improve predictability.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112 / 208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Path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Path parameters commonly identify resources.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Example: /products/123.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should be validated.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113 / 208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Query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Queries filter, sort, search, and paginate.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modify collection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Allowed values should be documented.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114 / 208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Resources may link to or embed related resources.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Choice affects payload size and coupling.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Authorization applies to related data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115 / 208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Nested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Nested paths can express relationships.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Deep nesting can become difficult.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Top-level resources may be clearer.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116 / 208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Statelessness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Requests contain the information needed to process them.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Applications may still store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Statelessness helps load balancing.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117 / 208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Idempotency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Repeated operations produce the same intended final state.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PUT and DELETE are generally idempotent.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POST often needs special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118 / 208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Idempotency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Keys identify one logical operation.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Retries can return the original result.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Important for payments and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119 / 208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Pagination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Pagination limits collection size.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Page, offset, and cursor designs are common.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Large offsets may be inefficient.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120 / 208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Filtering selects a subset of records.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Filters should be documented and validated.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Filtering may require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121 / 208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Sorting controls result order.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Allowed sort fields should be whitelisted.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Arbitrary query expressions are unsafe.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122 / 208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finds records matching a query.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may use indexes or specialized search systems.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can be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123 / 208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Error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Errors should have predictable structures.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Codes, messages, fields, and request IDs help clients.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expose internal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124 / 208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API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APIs identify clients through sessions, tokens, keys, or other mechanisms.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Authentication is separate from authorization.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Credentials require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125 / 208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Rate limiting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Rate limits control request frequency.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protect capacity and sensitive operations.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Clients should respect Retry-After.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126 / 208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API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Versioning manages changes.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Breaking changes require migration planning.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Compatibility is a design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127 / 208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GraphQL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GraphQL uses a schema and client-selected queries.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reduces some over-fetching and under-fetching.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Query complexity requires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128 / 208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RPC models communication as remote procedures.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action-oriented.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gRPC offers strong typing and generated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129 / 208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Serialization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4 — RESTful Services and API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Serialization converts values to transferable text or bytes.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JSON, XML, Protocol Buffers, and multipart are examples.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Formats have different tradeoffs.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130 / 208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131 / 208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Developer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tools expose rendering, execution, network, storage, and security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Different panels answer different questions.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tools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132 / 208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Console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shows JavaScript errors and browser policy messages.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can reveal failures before a request is created.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Record exact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133 / 208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Network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Network panel shows requests and responses.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URLs, methods, headers, bodies, and statuses.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 central to web debugging.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134 / 208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Preserve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Preserve log keeps messages across navigation.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helps with redirects and login flows.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it before reproducing navigation issues.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135 / 208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Disable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Disable cache tests fresh network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can reveal stale-resource problems.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Remember it changes observed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136 / 208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Filtering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Filters reduce noise in large request lists.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Fetch/XHR is useful for APIs.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by endpoint or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137 / 208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Request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scheme, host, port, path, and query.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Wrong environments are common.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URL error may produce 404.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138 / 208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Request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method expresses operation intent.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Wrong methods can cause 405 or unexpected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Compare with the API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139 / 208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Request headers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Headers reveal authentication, body format, origin, and preferences.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Cookies and tokens require redaction.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Missing headers often explain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140 / 208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Request payloads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Payloads reveal submitted values and types.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JSON structure and field names.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 values remain untrusted.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141 / 208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Response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Status codes categorize results.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body too.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200 does not guarantee business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142 / 208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Response headers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Headers reveal caching, content type, cookies, redirects, and security.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Compare expected and actual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CORS headers matter in browsers.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143 / 208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Response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Bodies reveal data, errors, HTML fallbacks, and unexpected formats.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JSON endpoint may return HTML.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Parsing depends on Content-Type.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144 / 208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Timing separates DNS, connection, TLS, waiting, and download.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High TTFB suggests server-side delay.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Long downloads suggest payload or bandwidth.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145 / 208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Waterfalls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Waterfalls show request ordering and overlap.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Serial requests may delay rendering.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Third-party resources can dominate.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146 / 208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Initiators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Initiators identify what caused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reveal loops and unexpected dependencies.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repeated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147 / 208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Copy as cURL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Copying requests enables terminal reproduction.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isolates browser behavior from API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Redact credentials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148 / 208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cURL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cURL sends and inspects HTTP requests.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headers, JSON bodies, redirects, and timing.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It does not enforce browser CORS.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149 / 208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Postman and Bruno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API clients provide saved requests, environments, and tests.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help test backend behavior independently.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export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150 / 208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CORS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CORS controls browser access to cross-origin responses.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preflight and response headers.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CORS is not authorization.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151 / 208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Authentication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cookies, Authorization headers, expiration, and credentials mode.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401 usually indicates identity problems.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403 usually indicates permission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152 / 208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Redirect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Redirect chains can reveal login loops and proxy mistakes.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Location and cookies.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Too many redirects signal configuration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153 / 208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Cache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Stale responses may come from browsers, CDNs, service workers, or applications.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Cache-Control, ETag, and Age.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Clear layers deliberately.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154 / 208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Environment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Development, staging, and production may use different hosts and credentials.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full request URL.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Environment mismatch is common.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155 / 208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Troubleshooting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5 — Network Inspection and Diagnostic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Reproduce, observe, identify the layer, test, mitigate, verify, and prevent.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controlled workflow beats random changes.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Document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156 / 208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157 / 208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Perceived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experience responsiveness and feedback.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Loading states affect perceived speed.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Measure user-visible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158 / 208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Critical rendering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Browsers parse HTML, CSS, JavaScript, layout, and paint.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resources delay useful content.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Optimize the initial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159 / 208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JavaScript bundles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Large bundles cost download, parsing, compilation, and execution time.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Mobile devices may be much slower.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Split and defer noncritical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160 / 208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Code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Code splitting separates features into bundles.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load features when needed.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Route-based splitting is common.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161 / 208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Lazy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Lazy loading delays noncritical resources.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Images and widgets are common candidates.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delay essential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162 / 208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Image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Images can dominate page size.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dimensions, compression, responsive variants, and modern formats.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Prioritize the main image.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163 / 208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Font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Fonts affect rendering and layout.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Limit families and weights.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efficient formats and loading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164 / 208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Caches store reusable data for faster access.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Browser, CDN, application, and database caches differ.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Caching creates freshness concerns.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165 / 208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Cache invalidation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Invalidation updates or removes stale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Strategies include TTL, events, and versioned keys.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Private data needs careful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166 / 208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Database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Indexes, query plans, and result limits affect latency.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N+1 queries can be expensive.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Measure actual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167 / 208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Connection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Pools reuse database connections.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Too few connections cause waiting.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Too many can overload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168 / 208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Timeouts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bound dependency waiting.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external call needs a policy.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require safe failure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169 / 208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Retries help with temporary failures.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Unlimited retries create retry storms.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limits, backoff, and idempotency.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170 / 208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Circuit breakers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Circuit breakers stop repeated calls to failing services.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They allow fast failure or fallback.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Recovery testing is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171 / 208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Graceful degradation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Optional features can fail without disabling core workflows.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Recommendations and analytics may be optional.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Classify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172 / 208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Availability measures whether a service is usable.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Higher targets require redundancy and operations.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Availability has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173 / 208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Redundancy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Redundancy provides alternatives when components fail.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Application servers, databases, and links can be redundant.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Failover must be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174 / 208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Backups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Backups provide recoverable copies of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Backup success is not enough; restore must be tested.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Protect backups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175 / 208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RPO and 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RPO measures acceptable data loss.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RTO measures restoration time.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Requirements guide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176 / 208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Security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Security includes transport, identity, authorization, validation, and monitoring.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 single control is sufficient.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defense in depth.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177 / 208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Secrets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Secrets include keys, passwords, and tokens.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them outside frontend bundles and source control.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Rotate exposed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178 / 208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Logs, metrics, and traces reveal system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Request IDs connect evidence.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Alerts should be actionable.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179 / 208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Pipelines build, test, scan, and deploy software.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Artifacts should be versioned.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Deployment should be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180 / 208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Containers and proxies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Containers package applications; reverse proxies receive and route traffic.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Private services can remain behind public entry points.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Configuration still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181 / 208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Deployment and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6 — Performance, Reliability, Security, and Production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Rolling, blue-green, and canary releases reduce risk.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Incidents require mitigation, recovery, and learning.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Rollback must be planned.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182 / 208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183 / 208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Choose a realistic web application.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online store is a useful example.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should have users, data, and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184 / 208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what is included and excluded.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Scope prevents uncontrolled complexity.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Explicit exclusions are valuable.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185 / 208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visitors, customers, administrators, and external systems.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Roles determine permissions.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confuse roles with authentication.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186 / 208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User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Describe workflows from user action to result.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Journeys reveal system responsibilities.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Include success and failure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187 / 208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Separate functional and nonfunctional requirements.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Include performance, security, reliability, and operational needs.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Requirements guide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188 / 208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State what you believe about users, traffic, consistency, and integrations.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Unknown assumptions create risk.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Record open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189 / 208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System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Show browser, frontend, backend, data, storage, and services.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Arrows should indicate communication.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Label public and private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190 / 208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Component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Assign each system a clear job.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Avoid diagrams that only list technologies.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Responsibilities should not overlap ambiguously.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191 / 208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Mark transitions between user, browser, backend, database, and providers.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Apply authentication and validation at boundaries.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browser is untrusted.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192 / 208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Data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Identify the source of truth for important values.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Caches and browser state are not always authoritative.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Explain conflict resolution.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193 / 208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Conceptual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Identify entities and relationships.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Users, products, carts, orders, and payments are common.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expose database structure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194 / 208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API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methods, paths, parameters, schemas, errors, and permissions.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Contracts let consumers understand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Document idempotency and pagination.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195 / 208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Authentication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Explain sessions, tokens, or identity providers.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expiration and logout.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Credentials require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196 / 208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Authorization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role, ownership, and tenant checks.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protected operation needs enforcement.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hidden button is not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197 / 208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Browse request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Trace a public product request through DNS, HTTPS, HTTP, backend, and data.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Explain every boundary.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Identify possible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198 / 208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Order request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Trace cart, inventory, payment, order, and notification work.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Separate synchronous and asynchronous steps.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idempotency.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199 / 208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Failure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Describe database, payment, cache, email, and queue failure.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user-visible behavior.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Plan safe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200 / 208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Performance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caching, pagination, indexes, asset, and rendering strategies.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Tie improvements to bottlenecks.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Measure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201 / 208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Security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HTTPS, validation, authorization, secret management, and data protection.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Protect assets and boundaries.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Include logging redaction.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202 / 208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Reliability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timeouts, retries, circuit breakers, queues, backups, and recovery.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Design for dependency failure.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Avoid infinite retries.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203 / 208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Observability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logs, metrics, traces, request IDs, and alerts.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Operators need evidence.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Monitor user-critical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204 / 208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Deployment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Describe build, tests, artifacts, staging, production, and rollback.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Deployment is a system process.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Consider database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205 / 208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Recovery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Define backups, restore testing, RPO, and RTO.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Recovery requirements shape design.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backup is not proven until restored.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206 / 208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narration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Explain the system in clear prose or speech.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Narration demonstrates understanding.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Focus on responsibilities and tradeoffs.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207 / 208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Capstone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Part 7 — No-Code End-to-End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Review security, data ownership, performance, failures, and operational complexity.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Revise the design before implementation.</a:t>
            </a:r>
          </a:p>
          <a:p>
            <a:pPr>
              <a:spcAft>
                <a:spcPts val="16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blueprint is the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208 / 208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