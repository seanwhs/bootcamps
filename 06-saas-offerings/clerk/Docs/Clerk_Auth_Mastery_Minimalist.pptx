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371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2937"/>
                </a:solidFill>
                <a:latin typeface="Helvetica Neue"/>
              </a:defRPr>
            </a:pPr>
            <a:r>
              <a:t>PART 0: INTRODUCTION TO THE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F2937"/>
                </a:solidFill>
                <a:latin typeface="Helvetica Neue"/>
              </a:defRPr>
            </a:pPr>
            <a:r>
              <a:t>Mastering Clerk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374151"/>
                </a:solidFill>
                <a:latin typeface="Helvetica Neue"/>
              </a:defRPr>
            </a:pPr>
            <a:r>
              <a:t>for Modern Web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CA3AF"/>
                </a:solidFill>
                <a:latin typeface="Helvetica Neue"/>
              </a:defRPr>
            </a:pPr>
            <a:r>
              <a:t>A Complete Hands-On Tutorial 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Why Authentication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Authentication is the front door of every digital application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Critical Components You Must Handle: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Cryptographic security (bcrypt, Argon2)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Session management &amp; token lifecycle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OAuth 2.0 &amp; OpenID Connect integration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Security vulnerability mitigation (XSS, CSRF, SQL injection)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Compliance requirements (GDPR, SOC2, HIPAA)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The Problem: Building auth from scratch is brutally difficult and security-critical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The Solution: Leverage specialized identity platforms like Clerk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What Is Clerk?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 Complete Authentication and User Management Platform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Component    Capability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-----------  ------------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Pre-built UI Components    &lt;SignIn/&gt;, &lt;SignUp/&gt;, &lt;UserButton/&gt;, &lt;UserProfile/&gt;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Backend SDKs    JWT validation, session management, organization support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Enterprise Security    CSRF protection, rate limiting, SOC2/GDPR compliance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Developer Experience    Drop-in integration under 10 minutes, TypeScript support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Analogy: "The Stripe of authentication" — handles complex infrastructure so you focus on your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What You'll Build Throughout This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Six Progressive Parts, Four Supplementary Appendices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   Focus    Key Deliverable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  -------  -----------------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1    Zero-Configuration Auth    Full authentication in under 30 minutes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2    Server-Side Security    Secure REST API with middleware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3    Multi-Tenant SaaS    Organization-aware dashboard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4    Extending Clerk    Webhook-driven database sync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5    React 19 &amp; Next.js 16    Production full-stack application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Bonus    Production Deployment    Enterprise-ready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Ultimate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The Complete System You'll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Target Audience &amp;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Who This Series Is For: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Full-stack developers building React, Next.js, or Node.js apps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Frontend engineers integrating authentication flows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Backend developers securing APIs and microservices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SaaS developers implementing multi-tenant architectures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Technical leads evaluating identity solutions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Prerequisites: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Working proficiency in JavaScript/TypeScript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Solid familiarity with React and component-driven development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Basic experience with Next.js or Node.js environments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Understanding of HTTP, REST APIs, and JSON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Familiarity with Git and package managers (npm, pnpm, yarn)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Note: Prior authentication experience is helpful but NOT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Tools You'll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Development Tools: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Tool    Purpose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  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Node.js (18.17.0+)    JavaScript runtime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npm/pnpm/yarn    Package manager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Git    Version control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VS Code    Code editor (recommended)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Modern Browser    Chrome, Firefox, Edge, Safari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Clerk Account    Free tier sufficient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PostgreSQL    Database (Part 4 onward)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Optional: Docker, Postman/Thunder Client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371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2937"/>
                </a:solidFill>
                <a:latin typeface="Helvetica Neue"/>
              </a:defRPr>
            </a:pPr>
            <a:r>
              <a:t>PART 1: FOUNDATIONS OF MODERN AUTHENTICATION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The Modern Authentication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The Old Way: Monolithic Session Stores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Browser → Server → Session Store (Database/Redis)</a:t>
            </a:r>
            <a:br/>
            <a:r>
              <a:t>Cookie with Session ID → Look up session record → Process request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Problems: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❌ Every request needs database lookup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❌ Stateful by design, hard to scale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❌ Single point of failure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The Modern Way: Stateless Token-Based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Browser → Clerk → Issues Signed JWT → Validates signature &amp; expiration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Benefits: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Stateless: No server-side session storage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Self-contained: User identity encoded in token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Performance: No database lookups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Security: Cryptographic signatures prevent tampering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Clerk's Role in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What Clerk Handles: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Password hashing &amp; verification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OAuth providers (Google, GitHub, etc.)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JWT issuance with secure signatures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Session management &amp; expiry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MFA and passkey support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User profiles and metadata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Organization/team management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Role and permission systems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Rate limiting &amp; DDoS protection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CSRF prevention &amp; audit logging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Setting Up Your Clerk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Step 1: Create Clerk Account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Navigate to clerk.com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Click "Start building for free"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Sign up with email/password, Google, or GitHub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Step 2: Create Your First Application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Application name: "Clerk Mastery Series"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Development environment selected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Enable authentication strategies: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Email &amp; Password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Google OAuth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GitHub OAuth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Magic Links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Passkeys (if available)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Step 3: Get Your API Keys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Publishable Key (starts with pk_) - client-side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Secret Key (starts with sk_) - server-side (NEVER commit!)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Configure Authentication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Google OAuth Setup: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1. Create OAuth 2.0 credentials in Google Cloud Console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2. Add authorized JavaScript origins: http://localhost:3000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3. Add authorized redirect URIs: http://localhost:3000/api/auth/callback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4. Copy Client ID and Client Secret to Clerk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GitHub OAuth Setup: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1. Create OAuth App in GitHub Developer Settings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2. Set Homepage URL: http://localhost:3000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3. Set Authorization callback URL: https://*.clerk.accounts.dev/oauth/callback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4. Copy Client ID and Client Secret to Clerk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Key Concept: OAuth Flow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User → "Sign in with Google" → Redirect → Consent → Redirect back → Clerk exchanges code for token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ClerkProvider &amp; Root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app/layout.tsx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ClerkProvider } from "@clerk/nextjs";</a:t>
            </a:r>
            <a:br/>
            <a:br/>
            <a:r>
              <a:t>export default function RootLayout({ children }) {</a:t>
            </a:r>
            <a:br/>
            <a:r>
              <a:t>  return (</a:t>
            </a:r>
            <a:br/>
            <a:r>
              <a:t>    &lt;ClerkProvider&gt;</a:t>
            </a:r>
            <a:br/>
            <a:r>
              <a:t>      &lt;html lang="en"&gt;</a:t>
            </a:r>
            <a:br/>
            <a:r>
              <a:t>        &lt;body&gt;{children}&lt;/body&gt;</a:t>
            </a:r>
            <a:br/>
            <a:r>
              <a:t>      &lt;/html&gt;</a:t>
            </a:r>
            <a:br/>
            <a:r>
              <a:t>    &lt;/ClerkProvider&gt;</a:t>
            </a:r>
            <a:br/>
            <a:r>
              <a:t>  );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What &lt;ClerkProvider&gt; Does: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Provides authentication context to entire app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Manages session state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Handles token refresh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Makes Clerk hooks available everywhere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Environment Variables (.env.local):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NEXT_PUBLIC_CLERK_PUBLISHABLE_KEY=pk_test_xxxxxx</a:t>
            </a:r>
            <a:br/>
            <a:r>
              <a:t>CLERK_SECRET_KEY=sk_test_xxxxxx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Middleware for Route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middleware.ts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clerkMiddleware, createRouteMatcher } from "@clerk/nextjs/server";</a:t>
            </a:r>
            <a:br/>
            <a:br/>
            <a:r>
              <a:t>const isProtectedRoute = createRouteMatcher([</a:t>
            </a:r>
            <a:br/>
            <a:r>
              <a:t>  "/dashboard(.*)",      // All dashboard routes</a:t>
            </a:r>
            <a:br/>
            <a:r>
              <a:t>  "/profile(.*)",        // Profile pages</a:t>
            </a:r>
            <a:br/>
            <a:r>
              <a:t>  "/settings(.*)",       // Settings pages</a:t>
            </a:r>
            <a:br/>
            <a:r>
              <a:t>]);</a:t>
            </a:r>
            <a:br/>
            <a:br/>
            <a:r>
              <a:t>export default clerkMiddleware(async (auth, req) =&gt; {</a:t>
            </a:r>
            <a:br/>
            <a:r>
              <a:t>  if (isProtectedRoute(req)) {</a:t>
            </a:r>
            <a:br/>
            <a:r>
              <a:t>    auth().protect();  // Redirects to sign-in if not authenticated</a:t>
            </a:r>
            <a:br/>
            <a:r>
              <a:t>  }</a:t>
            </a:r>
            <a:br/>
            <a:r>
              <a:t>});</a:t>
            </a:r>
            <a:br/>
            <a:br/>
            <a:r>
              <a:t>export const config = {</a:t>
            </a:r>
            <a:br/>
            <a:r>
              <a:t>  matcher: ["/((?!_next|[^?]\\.(?:html?|css|js(?!on))).)"],</a:t>
            </a:r>
            <a:br/>
            <a:r>
              <a:t>};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How Middleware Works: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1. Runs on every request before the page renders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2. Checks if route is protected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3. If user not authenticated, redirects to sign-in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4. If authenticated, proceeds to 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Prebuilt Authentication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Sign-In Page: app/sign-in/[[...sign-in]]/page.tsx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SignIn } from "@clerk/nextjs";</a:t>
            </a:r>
            <a:br/>
            <a:br/>
            <a:r>
              <a:t>export default function SignInPage() {</a:t>
            </a:r>
            <a:br/>
            <a:r>
              <a:t>  return (</a:t>
            </a:r>
            <a:br/>
            <a:r>
              <a:t>    &lt;div className="flex items-center justify-center min-h-screen"&gt;</a:t>
            </a:r>
            <a:br/>
            <a:r>
              <a:t>      &lt;SignIn afterSignInUrl="/dashboard" /&gt;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Sign-Up Page: app/sign-up/[[...sign-up]]/page.tsx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SignUp } from "@clerk/nextjs";</a:t>
            </a:r>
            <a:br/>
            <a:br/>
            <a:r>
              <a:t>export default function SignUpPage() {</a:t>
            </a:r>
            <a:br/>
            <a:r>
              <a:t>  return (</a:t>
            </a:r>
            <a:br/>
            <a:r>
              <a:t>    &lt;div className="flex items-center justify-center min-h-screen"&gt;</a:t>
            </a:r>
            <a:br/>
            <a:r>
              <a:t>      &lt;SignUp afterSignUpUrl="/dashboard" /&gt;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What These Components Provide: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Complete authentication UI (email/password, social, magic links)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Error handling and validation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Responsive design out-of-the-box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Customizable via appearance prop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Conditional UI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Using Clerk's Components: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</a:t>
            </a:r>
            <a:br/>
            <a:r>
              <a:t>  SignInButton,</a:t>
            </a:r>
            <a:br/>
            <a:r>
              <a:t>  SignOutButton,</a:t>
            </a:r>
            <a:br/>
            <a:r>
              <a:t>  UserButton,</a:t>
            </a:r>
            <a:br/>
            <a:r>
              <a:t>  SignedIn,</a:t>
            </a:r>
            <a:br/>
            <a:r>
              <a:t>  SignedOut,</a:t>
            </a:r>
            <a:br/>
            <a:r>
              <a:t>} from "@clerk/nextjs";</a:t>
            </a:r>
            <a:br/>
            <a:br/>
            <a:r>
              <a:t>export function Navigation() {</a:t>
            </a:r>
            <a:br/>
            <a:r>
              <a:t>  return (</a:t>
            </a:r>
            <a:br/>
            <a:r>
              <a:t>    &lt;nav&gt;</a:t>
            </a:r>
            <a:br/>
            <a:r>
              <a:t>      {/ Show Sign In button when signed out /}</a:t>
            </a:r>
            <a:br/>
            <a:r>
              <a:t>      &lt;SignedOut&gt;</a:t>
            </a:r>
            <a:br/>
            <a:r>
              <a:t>        &lt;SignInButton mode="modal" /&gt;</a:t>
            </a:r>
            <a:br/>
            <a:r>
              <a:t>      &lt;/SignedOut&gt;</a:t>
            </a:r>
            <a:br/>
            <a:r>
              <a:t>      </a:t>
            </a:r>
            <a:br/>
            <a:r>
              <a:t>      {/ Show user menu when signed in /}</a:t>
            </a:r>
            <a:br/>
            <a:r>
              <a:t>      &lt;SignedIn&gt;</a:t>
            </a:r>
            <a:br/>
            <a:r>
              <a:t>        &lt;UserButton afterSignOutUrl="/" /&gt;</a:t>
            </a:r>
            <a:br/>
            <a:r>
              <a:t>        &lt;Link href="/dashboard"&gt;Dashboard&lt;/Link&gt;</a:t>
            </a:r>
            <a:br/>
            <a:r>
              <a:t>      &lt;/SignedIn&gt;</a:t>
            </a:r>
            <a:br/>
            <a:r>
              <a:t>    &lt;/nav&gt;</a:t>
            </a:r>
            <a:br/>
            <a:r>
              <a:t>  );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How It Works: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&lt;SignedIn&gt;: Renders children only when user is authenticated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&lt;SignedOut&gt;: Renders children only when user is NOT authenticated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&lt;UserButton&gt;: Avatar with dropdown (profile, sign-out, organizations)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Protected Dashboard (Server Component)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app/dashboard/page.tsx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auth, currentUser } from "@clerk/nextjs/server";</a:t>
            </a:r>
            <a:br/>
            <a:r>
              <a:t>import { redirect } from "next/navigation";</a:t>
            </a:r>
            <a:br/>
            <a:br/>
            <a:r>
              <a:t>export default async function DashboardPage() {</a:t>
            </a:r>
            <a:br/>
            <a:r>
              <a:t>  // Check authentication - this runs on the server</a:t>
            </a:r>
            <a:br/>
            <a:r>
              <a:t>  const { userId, sessionId, orgId } = await auth();</a:t>
            </a:r>
            <a:br/>
            <a:r>
              <a:t>  </a:t>
            </a:r>
            <a:br/>
            <a:r>
              <a:t>  if (!userId) {</a:t>
            </a:r>
            <a:br/>
            <a:r>
              <a:t>    redirect("/sign-in");  // Secondary protection layer</a:t>
            </a:r>
            <a:br/>
            <a:r>
              <a:t>  }</a:t>
            </a:r>
            <a:br/>
            <a:br/>
            <a:r>
              <a:t>  // Get full user data</a:t>
            </a:r>
            <a:br/>
            <a:r>
              <a:t>  const user = await currentUser();</a:t>
            </a:r>
            <a:br/>
            <a:r>
              <a:t>  const userEmail = user?.emailAddresses[0]?.emailAddress;</a:t>
            </a:r>
            <a:br/>
            <a:br/>
            <a:r>
              <a:t>  return (</a:t>
            </a:r>
            <a:br/>
            <a:r>
              <a:t>    &lt;div&gt;</a:t>
            </a:r>
            <a:br/>
            <a:r>
              <a:t>      &lt;h1&gt;Welcome, {user?.fullName}!&lt;/h1&gt;</a:t>
            </a:r>
            <a:br/>
            <a:r>
              <a:t>      &lt;p&gt;Email: {userEmail}&lt;/p&gt;</a:t>
            </a:r>
            <a:br/>
            <a:r>
              <a:t>      &lt;p&gt;User ID: {userId}&lt;/p&gt;</a:t>
            </a:r>
            <a:br/>
            <a:r>
              <a:t>      &lt;p&gt;Session ID: {sessionId}&lt;/p&gt;</a:t>
            </a:r>
            <a:br/>
            <a:r>
              <a:t>      {orgId &amp;&amp; &lt;p&gt;Organization ID: {orgId}&lt;/p&gt;}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Two Layers of Protection: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1. Middleware: Protects before page loads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2. Page-Level Check: Secondary defense if middleware fails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Customizing Clerk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app/layout.tsx (updated)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ClerkProvider } from "@clerk/nextjs";</a:t>
            </a:r>
            <a:br/>
            <a:br/>
            <a:r>
              <a:t>export default function RootLayout({ children }) {</a:t>
            </a:r>
            <a:br/>
            <a:r>
              <a:t>  return (</a:t>
            </a:r>
            <a:br/>
            <a:r>
              <a:t>    &lt;ClerkProvider</a:t>
            </a:r>
            <a:br/>
            <a:r>
              <a:t>      appearance={{</a:t>
            </a:r>
            <a:br/>
            <a:r>
              <a:t>        variables: {</a:t>
            </a:r>
            <a:br/>
            <a:r>
              <a:t>          colorPrimary: "#4F46E5",   // Indigo-600</a:t>
            </a:r>
            <a:br/>
            <a:r>
              <a:t>          colorBackground: "#FFFFFF",</a:t>
            </a:r>
            <a:br/>
            <a:r>
              <a:t>          colorText: "#1F2937",</a:t>
            </a:r>
            <a:br/>
            <a:r>
              <a:t>          borderRadius: "0.375rem",</a:t>
            </a:r>
            <a:br/>
            <a:r>
              <a:t>        },</a:t>
            </a:r>
            <a:br/>
            <a:r>
              <a:t>        elements: {</a:t>
            </a:r>
            <a:br/>
            <a:r>
              <a:t>          card: "shadow-lg border border-gray-200 rounded-lg",</a:t>
            </a:r>
            <a:br/>
            <a:r>
              <a:t>          formButtonPrimary: "bg-indigo-600 hover:bg-indigo-700 text-white",</a:t>
            </a:r>
            <a:br/>
            <a:r>
              <a:t>          footerActionLink: "text-indigo-600 hover:text-indigo-500",</a:t>
            </a:r>
            <a:br/>
            <a:r>
              <a:t>        },</a:t>
            </a:r>
            <a:br/>
            <a:r>
              <a:t>        layout: {</a:t>
            </a:r>
            <a:br/>
            <a:r>
              <a:t>          socialButtonsPlacement: "bottom",</a:t>
            </a:r>
            <a:br/>
            <a:r>
              <a:t>          socialButtonsVariant: "blockButton",</a:t>
            </a:r>
            <a:br/>
            <a:r>
              <a:t>        },</a:t>
            </a:r>
            <a:br/>
            <a:r>
              <a:t>      }}</a:t>
            </a:r>
            <a:br/>
            <a:r>
              <a:t>    &gt;</a:t>
            </a:r>
            <a:br/>
            <a:r>
              <a:t>      &lt;html lang="en"&gt;</a:t>
            </a:r>
            <a:br/>
            <a:r>
              <a:t>        &lt;body&gt;{children}&lt;/body&gt;</a:t>
            </a:r>
            <a:br/>
            <a:r>
              <a:t>      &lt;/html&gt;</a:t>
            </a:r>
            <a:br/>
            <a:r>
              <a:t>    &lt;/ClerkProvider&gt;</a:t>
            </a:r>
            <a:br/>
            <a:r>
              <a:t>  );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Appearance System Layers: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variables: Design tokens (colors, spacing, fonts)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elements: Specific component element styling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layout: Layout placement and orientation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Part 1 -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What You've Accomplished: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1. ✅ Created a Clerk account and configured an application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2. ✅ Enabled multiple authentication strategies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3. ✅ Set up Next.js 16 with TypeScript and Tailwind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4. ✅ Installed and configured @clerk/nextjs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5. ✅ Wrapped application with &lt;ClerkProvider&gt;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6. ✅ Created protected routes using middleware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7. ✅ Built authentication pages with prebuilt components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8. ✅ Created a dynamic homepage adapting to auth status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9. ✅ Built a protected dashboard with user information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10. ✅ Customized Clerk's appearance to match design system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Key Skills Acquired: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Understanding stateless vs. stateful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Configuring Clerk for development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Setting up OAuth providers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Implementing route protection with middleware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Using Clerk's prebuilt UI components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371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2937"/>
                </a:solidFill>
                <a:latin typeface="Helvetica Neue"/>
              </a:defRPr>
            </a:pPr>
            <a:r>
              <a:t>PART 2: SERVER-SIDE SECURITY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Understanding Server-Side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The Journey of an Authenticated 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1. BROWSER</a:t>
            </a:r>
            <a:br/>
            <a:r>
              <a:t>   User is authenticated. Cookie: __session=JWT</a:t>
            </a:r>
            <a:br/>
            <a:r>
              <a:t>   Makes request to /api/protected-resource</a:t>
            </a:r>
            <a:br/>
            <a:r>
              <a:t>         │</a:t>
            </a:r>
            <a:br/>
            <a:r>
              <a:t>         ▼</a:t>
            </a:r>
            <a:br/>
            <a:r>
              <a:t>2. SERVER (Middleware Layer)</a:t>
            </a:r>
            <a:br/>
            <a:r>
              <a:t>   Clerk middleware intercepts request</a:t>
            </a:r>
            <a:br/>
            <a:r>
              <a:t>   - Extracts session token from cookie</a:t>
            </a:r>
            <a:br/>
            <a:r>
              <a:t>   - Verifies token signature using Clerk's public key</a:t>
            </a:r>
            <a:br/>
            <a:r>
              <a:t>   - Checks token expiration (iat, exp claims)</a:t>
            </a:r>
            <a:br/>
            <a:r>
              <a:t>   - Validates token against Clerk's API (if needed)</a:t>
            </a:r>
            <a:br/>
            <a:r>
              <a:t>   - Decodes token payload into auth context</a:t>
            </a:r>
            <a:br/>
            <a:r>
              <a:t>   - Attaches auth data to request object</a:t>
            </a:r>
            <a:br/>
            <a:r>
              <a:t>         │</a:t>
            </a:r>
            <a:br/>
            <a:r>
              <a:t>         ▼</a:t>
            </a:r>
            <a:br/>
            <a:r>
              <a:t>3. ROUTE HANDLER</a:t>
            </a:r>
            <a:br/>
            <a:r>
              <a:t>   Executes with authenticated context available:</a:t>
            </a:r>
            <a:br/>
            <a:r>
              <a:t>   - auth() returns { userId, sessionId, orgId, ... }</a:t>
            </a:r>
            <a:br/>
            <a:r>
              <a:t>   - currentUser() fetches full user profile</a:t>
            </a:r>
            <a:br/>
            <a:r>
              <a:t>   - Business logic executes with user context</a:t>
            </a:r>
            <a:br/>
            <a:r>
              <a:t>         │</a:t>
            </a:r>
            <a:br/>
            <a:r>
              <a:t>         ▼</a:t>
            </a:r>
            <a:br/>
            <a:r>
              <a:t>4. RESPONSE</a:t>
            </a:r>
            <a:br/>
            <a:r>
              <a:t>   Returns data to client with appropriate status codes</a:t>
            </a:r>
            <a:br/>
            <a:r>
              <a:t>   - 200 OK, 401 Unauthorized, 403 Forbidden, 404 Not Found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How Clerk's Session Management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Client-Server Session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Clerk Architecture                           │</a:t>
            </a:r>
            <a:br/>
            <a:r>
              <a:t>│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┌─────────────────────────────────────────────────────────┐   │</a:t>
            </a:r>
            <a:br/>
            <a:r>
              <a:t>│  │  Client (Browser)                                      │   │</a:t>
            </a:r>
            <a:br/>
            <a:r>
              <a:t>│  │  ┌─────────────────────────────────────────────────────┐│   │</a:t>
            </a:r>
            <a:br/>
            <a:r>
              <a:t>│  │  │  Session 1 (User A)                               ││   │</a:t>
            </a:r>
            <a:br/>
            <a:r>
              <a:t>│  │  │  - Session ID: sess_123abc                       ││   │</a:t>
            </a:r>
            <a:br/>
            <a:r>
              <a:t>│  │  │  - Created: 2024-01-01 10:00:00                 ││   │</a:t>
            </a:r>
            <a:br/>
            <a:r>
              <a:t>│  │  │  - Expires: 2024-01-01 11:00:00                 ││   │</a:t>
            </a:r>
            <a:br/>
            <a:r>
              <a:t>│  │  └─────────────────────────────────────────────────────┘│   │</a:t>
            </a:r>
            <a:br/>
            <a:r>
              <a:t>│  └─────────────────────────────────────────────────────────┘   │</a:t>
            </a:r>
            <a:br/>
            <a:r>
              <a:t>│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┌─────────────────────────────────────────────────────────┐   │</a:t>
            </a:r>
            <a:br/>
            <a:r>
              <a:t>│  │  Clerk Server                                          │   │</a:t>
            </a:r>
            <a:br/>
            <a:r>
              <a:t>│  │  - Validates session tokens                            │   │</a:t>
            </a:r>
            <a:br/>
            <a:r>
              <a:t>│  │  - Generates new tokens                                │   │</a:t>
            </a:r>
            <a:br/>
            <a:r>
              <a:t>│  │  - Manages session expiration                          │   │</a:t>
            </a:r>
            <a:br/>
            <a:r>
              <a:t>│  └─────────────────────────────────────────────────────────┘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Key Security Features: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Short-lived tokens (60 seconds) - limits exposure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Automatic refresh - no user interaction needed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Remote sign-out - revoke sessions server-side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HTTP-only cookies - prevents XSS attacks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Secure cookies - HTTPS only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Decoding JWTs in Clerk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JWT Structure: Header.Payload.Signature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Encoded JWT: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eyJhbGciOiJSUzI1NiIsInR5cCI6IkpXVCJ9.eyJhenAiOiJodHRwczovL2FwaS5jbGVyay5jb20iLCJleHAiOjE3MDAwMDAwMDAsImlhdCI6MTcwMDAwMDAwMCwiaXNzIjoiaHR0cHM6Ly9hcGkuY2xlcmsuY29tIiwibmJmIjoxNzAwMDAwMDAwLCJzaWQiOiJzZXNzXzEyM2FiYyIsInN1YiI6InVzZXJfNDU2ZGVmIiwiYWN0IjoidXNlcl80NTZkZWYiLCJvcmciOiJvcmdfNzg5Z2hpIiwicm9sZXMiOlsiYWRtaW4iXSwicGVybWlzc2lvbnMiOlsicmVhZCIsIndyaXRlIl19.qwertyuiopasdfghjklzxcvbnm1234567890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Decoded Payload: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{</a:t>
            </a:r>
            <a:br/>
            <a:r>
              <a:t>  "sub": "user_456def",     // User ID (subject)</a:t>
            </a:r>
            <a:br/>
            <a:r>
              <a:t>  "sid": "sess_123abc",     // Session ID</a:t>
            </a:r>
            <a:br/>
            <a:r>
              <a:t>  "org": "org_789ghi",      // Organization ID</a:t>
            </a:r>
            <a:br/>
            <a:r>
              <a:t>  "iat": 1700000000,        // Issued At</a:t>
            </a:r>
            <a:br/>
            <a:r>
              <a:t>  "exp": 1700003600,        // Expiration</a:t>
            </a:r>
            <a:br/>
            <a:r>
              <a:t>  "iss": "https://api.clerk.com",</a:t>
            </a:r>
            <a:br/>
            <a:r>
              <a:t>  "azp": "https://api.clerk.com",</a:t>
            </a:r>
            <a:br/>
            <a:r>
              <a:t>  "roles": ["admin"],       // User roles</a:t>
            </a:r>
            <a:br/>
            <a:r>
              <a:t>  "permissions": ["read", "write"]  // Permissions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Security Properties: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Signed with RS256 (RSA) - asymmetric cryptography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HTTP-Only Cookie - prevents XSS attacks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Short expiration (1 hour) - requires refresh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Self-contained - all identity data in token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Server Helpers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Core Server Helpers: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Helper    Purpose    Use Case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--------  ---------  ----------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auth()    Get authentication context    { userId, sessionId, orgId 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currentUser()    Fetch full user profile    User data, metadata, preferences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getAuth()    Auth data in middleware    Request-level auth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verifyToken()    Manual token validation    Custom auth logic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Usage Examples: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// Server Component</a:t>
            </a:r>
            <a:br/>
            <a:r>
              <a:t>import { auth, currentUser } from "@clerk/nextjs/server";</a:t>
            </a:r>
            <a:br/>
            <a:br/>
            <a:r>
              <a:t>const { userId, sessionId, orgId } = await auth();</a:t>
            </a:r>
            <a:br/>
            <a:r>
              <a:t>const user = await currentUser();</a:t>
            </a:r>
            <a:br/>
            <a:br/>
            <a:r>
              <a:t>// Middleware</a:t>
            </a:r>
            <a:br/>
            <a:r>
              <a:t>import { getAuth } from "@clerk/nextjs/server";</a:t>
            </a:r>
            <a:br/>
            <a:r>
              <a:t>const { userId } = getAuth(req);</a:t>
            </a:r>
            <a:br/>
            <a:br/>
            <a:r>
              <a:t>// API Route</a:t>
            </a:r>
            <a:br/>
            <a:r>
              <a:t>import { auth } from "@clerk/nextjs/server";</a:t>
            </a:r>
            <a:br/>
            <a:r>
              <a:t>export async function GET(req) {</a:t>
            </a:r>
            <a:br/>
            <a:r>
              <a:t>  const { userId } = await auth();</a:t>
            </a:r>
            <a:br/>
            <a:r>
              <a:t>  // ...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Protecting API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app/api/auth/me/route.ts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NextResponse } from "next/server";</a:t>
            </a:r>
            <a:br/>
            <a:r>
              <a:t>import { auth, currentUser } from "@clerk/nextjs/server";</a:t>
            </a:r>
            <a:br/>
            <a:br/>
            <a:r>
              <a:t>export async function GET() {</a:t>
            </a:r>
            <a:br/>
            <a:r>
              <a:t>  try {</a:t>
            </a:r>
            <a:br/>
            <a:r>
              <a:t>    const { userId, sessionId } = await auth();</a:t>
            </a:r>
            <a:br/>
            <a:r>
              <a:t>    </a:t>
            </a:r>
            <a:br/>
            <a:r>
              <a:t>    // If not authenticated, return 401</a:t>
            </a:r>
            <a:br/>
            <a:r>
              <a:t>    if (!userId) {</a:t>
            </a:r>
            <a:br/>
            <a:r>
              <a:t>      return NextResponse.json(</a:t>
            </a:r>
            <a:br/>
            <a:r>
              <a:t>        { error: "Not authenticated" },</a:t>
            </a:r>
            <a:br/>
            <a:r>
              <a:t>        { status: 401 }</a:t>
            </a:r>
            <a:br/>
            <a:r>
              <a:t>      );</a:t>
            </a:r>
            <a:br/>
            <a:r>
              <a:t>    }</a:t>
            </a:r>
            <a:br/>
            <a:r>
              <a:t>    </a:t>
            </a:r>
            <a:br/>
            <a:r>
              <a:t>    const user = await currentUser();</a:t>
            </a:r>
            <a:br/>
            <a:r>
              <a:t>    </a:t>
            </a:r>
            <a:br/>
            <a:r>
              <a:t>    if (!user) {</a:t>
            </a:r>
            <a:br/>
            <a:r>
              <a:t>      return NextResponse.json(</a:t>
            </a:r>
            <a:br/>
            <a:r>
              <a:t>        { error: "User not found" },</a:t>
            </a:r>
            <a:br/>
            <a:r>
              <a:t>        { status: 404 }</a:t>
            </a:r>
            <a:br/>
            <a:r>
              <a:t>      );</a:t>
            </a:r>
            <a:br/>
            <a:r>
              <a:t>    }</a:t>
            </a:r>
            <a:br/>
            <a:r>
              <a:t>    </a:t>
            </a:r>
            <a:br/>
            <a:r>
              <a:t>    // Return user data (exclude sensitive information)</a:t>
            </a:r>
            <a:br/>
            <a:r>
              <a:t>    return NextResponse.json({</a:t>
            </a:r>
            <a:br/>
            <a:r>
              <a:t>      id: user.id,</a:t>
            </a:r>
            <a:br/>
            <a:r>
              <a:t>      email: user.primaryEmail,</a:t>
            </a:r>
            <a:br/>
            <a:r>
              <a:t>      displayName: user.displayName,</a:t>
            </a:r>
            <a:br/>
            <a:r>
              <a:t>      role: user.publicMetadata?.role || "guest",</a:t>
            </a:r>
            <a:br/>
            <a:r>
              <a:t>      sessionId,</a:t>
            </a:r>
            <a:br/>
            <a:r>
              <a:t>    });</a:t>
            </a:r>
            <a:br/>
            <a:r>
              <a:t>    </a:t>
            </a:r>
            <a:br/>
            <a:r>
              <a:t>  } catch (error) {</a:t>
            </a:r>
            <a:br/>
            <a:r>
              <a:t>    return NextResponse.json(</a:t>
            </a:r>
            <a:br/>
            <a:r>
              <a:t>      { error: "Internal server error" },</a:t>
            </a:r>
            <a:br/>
            <a:r>
              <a:t>      { status: 500 }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Custom Auth Helpers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lib/auth-helpers.ts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auth, currentUser } from "@clerk/nextjs/server";</a:t>
            </a:r>
            <a:br/>
            <a:br/>
            <a:r>
              <a:t>export type AuthContext = {</a:t>
            </a:r>
            <a:br/>
            <a:r>
              <a:t>  userId: string;</a:t>
            </a:r>
            <a:br/>
            <a:r>
              <a:t>  sessionId: string;</a:t>
            </a:r>
            <a:br/>
            <a:r>
              <a:t>  orgId: string | null;</a:t>
            </a:r>
            <a:br/>
            <a:r>
              <a:t>  role: string | null;</a:t>
            </a:r>
            <a:br/>
            <a:r>
              <a:t>  permissions: string[];</a:t>
            </a:r>
            <a:br/>
            <a:r>
              <a:t>  isAuthenticated: boolean;</a:t>
            </a:r>
            <a:br/>
            <a:r>
              <a:t>};</a:t>
            </a:r>
            <a:br/>
            <a:br/>
            <a:r>
              <a:t>export async function getAuthContext(): Promise&lt;AuthContext&gt; {</a:t>
            </a:r>
            <a:br/>
            <a:r>
              <a:t>  const { userId, sessionId, orgId } = await auth();</a:t>
            </a:r>
            <a:br/>
            <a:r>
              <a:t>  </a:t>
            </a:r>
            <a:br/>
            <a:r>
              <a:t>  if (!userId) {</a:t>
            </a:r>
            <a:br/>
            <a:r>
              <a:t>    throw new Error("User not authenticated");</a:t>
            </a:r>
            <a:br/>
            <a:r>
              <a:t>  }</a:t>
            </a:r>
            <a:br/>
            <a:br/>
            <a:r>
              <a:t>  const user = await currentUser();</a:t>
            </a:r>
            <a:br/>
            <a:r>
              <a:t>  const role = user?.publicMetadata?.role as string || "guest";</a:t>
            </a:r>
            <a:br/>
            <a:r>
              <a:t>  const permissions = user?.publicMetadata?.permissions as string[] || [];</a:t>
            </a:r>
            <a:br/>
            <a:r>
              <a:t>  </a:t>
            </a:r>
            <a:br/>
            <a:r>
              <a:t>  return {</a:t>
            </a:r>
            <a:br/>
            <a:r>
              <a:t>    userId,</a:t>
            </a:r>
            <a:br/>
            <a:r>
              <a:t>    sessionId: sessionId || "",</a:t>
            </a:r>
            <a:br/>
            <a:r>
              <a:t>    orgId: orgId || null,</a:t>
            </a:r>
            <a:br/>
            <a:r>
              <a:t>    role,</a:t>
            </a:r>
            <a:br/>
            <a:r>
              <a:t>    permissions,</a:t>
            </a:r>
            <a:br/>
            <a:r>
              <a:t>    isAuthenticated: true,</a:t>
            </a:r>
            <a:br/>
            <a:r>
              <a:t>  };</a:t>
            </a:r>
            <a:br/>
            <a:r>
              <a:t>}</a:t>
            </a:r>
            <a:br/>
            <a:br/>
            <a:r>
              <a:t>export async function hasRole(requiredRole: string): Promise&lt;boolean&gt; {</a:t>
            </a:r>
            <a:br/>
            <a:r>
              <a:t>  try {</a:t>
            </a:r>
            <a:br/>
            <a:r>
              <a:t>    const { role } = await getAuthContext();</a:t>
            </a:r>
            <a:br/>
            <a:r>
              <a:t>    return role === requiredRole;</a:t>
            </a:r>
            <a:br/>
            <a:r>
              <a:t>  } catch {</a:t>
            </a:r>
            <a:br/>
            <a:r>
              <a:t>    return false;</a:t>
            </a:r>
            <a:br/>
            <a:r>
              <a:t>  }</a:t>
            </a:r>
            <a:br/>
            <a:r>
              <a:t>}</a:t>
            </a:r>
            <a:br/>
            <a:br/>
            <a:r>
              <a:t>export async function requireRole(</a:t>
            </a:r>
            <a:br/>
            <a:r>
              <a:t>  requiredRole: string,</a:t>
            </a:r>
            <a:br/>
            <a:r>
              <a:t>  request: NextRequest</a:t>
            </a:r>
            <a:br/>
            <a:r>
              <a:t>): Promise&lt;AuthContext&gt; {</a:t>
            </a:r>
            <a:br/>
            <a:r>
              <a:t>  const authContext = await requireAuth(request);</a:t>
            </a:r>
            <a:br/>
            <a:r>
              <a:t>  </a:t>
            </a:r>
            <a:br/>
            <a:r>
              <a:t>  if (authContext.role !== requiredRole) {</a:t>
            </a:r>
            <a:br/>
            <a:r>
              <a:t>    throw new Error("Insufficient permissions");</a:t>
            </a:r>
            <a:br/>
            <a:r>
              <a:t>  }</a:t>
            </a:r>
            <a:br/>
            <a:r>
              <a:t>  </a:t>
            </a:r>
            <a:br/>
            <a:r>
              <a:t>  return authContext;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Permission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lib/permissions.ts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export const PERMISSIONS = {</a:t>
            </a:r>
            <a:br/>
            <a:r>
              <a:t>  USER_READ: "user:read",</a:t>
            </a:r>
            <a:br/>
            <a:r>
              <a:t>  USER_WRITE: "user:write",</a:t>
            </a:r>
            <a:br/>
            <a:r>
              <a:t>  USER_DELETE: "user:delete",</a:t>
            </a:r>
            <a:br/>
            <a:r>
              <a:t>  USER_LIST: "user:list",</a:t>
            </a:r>
            <a:br/>
            <a:r>
              <a:t>  CONTENT_READ: "content:read",</a:t>
            </a:r>
            <a:br/>
            <a:r>
              <a:t>  CONTENT_WRITE: "content:write",</a:t>
            </a:r>
            <a:br/>
            <a:r>
              <a:t>  CONTENT_DELETE: "content:delete",</a:t>
            </a:r>
            <a:br/>
            <a:r>
              <a:t>  ADMIN_ACCESS: "admin:access",</a:t>
            </a:r>
            <a:br/>
            <a:r>
              <a:t>};</a:t>
            </a:r>
            <a:br/>
            <a:br/>
            <a:r>
              <a:t>export const ROLE_PERMISSIONS = {</a:t>
            </a:r>
            <a:br/>
            <a:r>
              <a:t>  guest: [PERMISSIONS.USER_READ, PERMISSIONS.CONTENT_READ],</a:t>
            </a:r>
            <a:br/>
            <a:r>
              <a:t>  user: [PERMISSIONS.USER_READ, PERMISSIONS.USER_WRITE, PERMISSIONS.CONTENT_READ, PERMISSIONS.CONTENT_WRITE],</a:t>
            </a:r>
            <a:br/>
            <a:r>
              <a:t>  moderator: [PERMISSIONS.USER_READ, PERMISSIONS.USER_WRITE, PERMISSIONS.USER_LIST, PERMISSIONS.CONTENT_READ, PERMISSIONS.CONTENT_WRITE, PERMISSIONS.CONTENT_DELETE],</a:t>
            </a:r>
            <a:br/>
            <a:r>
              <a:t>  admin: Object.values(PERMISSIONS),</a:t>
            </a:r>
            <a:br/>
            <a:r>
              <a:t>};</a:t>
            </a:r>
            <a:br/>
            <a:br/>
            <a:r>
              <a:t>export function hasPermission(userRole: string, permission: string): boolean {</a:t>
            </a:r>
            <a:br/>
            <a:r>
              <a:t>  const userPermissions = ROLE_PERMISSIONS[userRole as keyof typeof ROLE_PERMISSIONS] || [];</a:t>
            </a:r>
            <a:br/>
            <a:r>
              <a:t>  return userPermissions.includes(permission);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Admin-Only API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app/api/users/route.ts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NextRequest, NextResponse } from "next/server";</a:t>
            </a:r>
            <a:br/>
            <a:r>
              <a:t>import { requireRole, logAuthEvent } from "@/lib/auth-helpers";</a:t>
            </a:r>
            <a:br/>
            <a:r>
              <a:t>import { clerkClient } from "@clerk/nextjs/server";</a:t>
            </a:r>
            <a:br/>
            <a:br/>
            <a:r>
              <a:t>export async function GET(request: NextRequest) {</a:t>
            </a:r>
            <a:br/>
            <a:r>
              <a:t>  try {</a:t>
            </a:r>
            <a:br/>
            <a:r>
              <a:t>    // Require admin role - throws if not authenticated or not admin</a:t>
            </a:r>
            <a:br/>
            <a:r>
              <a:t>    const authContext = await requireRole("admin", request);</a:t>
            </a:r>
            <a:br/>
            <a:r>
              <a:t>    </a:t>
            </a:r>
            <a:br/>
            <a:r>
              <a:t>    await logAuthEvent(authContext.userId, "api_access", {</a:t>
            </a:r>
            <a:br/>
            <a:r>
              <a:t>      endpoint: "/api/users",</a:t>
            </a:r>
            <a:br/>
            <a:r>
              <a:t>      method: "GET",</a:t>
            </a:r>
            <a:br/>
            <a:r>
              <a:t>      action: "list_all_users",</a:t>
            </a:r>
            <a:br/>
            <a:r>
              <a:t>    });</a:t>
            </a:r>
            <a:br/>
            <a:r>
              <a:t>    </a:t>
            </a:r>
            <a:br/>
            <a:r>
              <a:t>    // Get all users from Clerk</a:t>
            </a:r>
            <a:br/>
            <a:r>
              <a:t>    const users = await clerkClient().users.getUserList({ limit: 100 });</a:t>
            </a:r>
            <a:br/>
            <a:r>
              <a:t>    </a:t>
            </a:r>
            <a:br/>
            <a:r>
              <a:t>    const formattedUsers = users.map(user =&gt; ({</a:t>
            </a:r>
            <a:br/>
            <a:r>
              <a:t>      id: user.id,</a:t>
            </a:r>
            <a:br/>
            <a:r>
              <a:t>      email: user.emailAddresses[0]?.emailAddress || "",</a:t>
            </a:r>
            <a:br/>
            <a:r>
              <a:t>      name: user.fullName || user.username || "Unknown",</a:t>
            </a:r>
            <a:br/>
            <a:r>
              <a:t>      role: user.publicMetadata?.role || "guest",</a:t>
            </a:r>
            <a:br/>
            <a:r>
              <a:t>      createdAt: user.createdAt,</a:t>
            </a:r>
            <a:br/>
            <a:r>
              <a:t>    }));</a:t>
            </a:r>
            <a:br/>
            <a:r>
              <a:t>    </a:t>
            </a:r>
            <a:br/>
            <a:r>
              <a:t>    return NextResponse.json({</a:t>
            </a:r>
            <a:br/>
            <a:r>
              <a:t>      success: true,</a:t>
            </a:r>
            <a:br/>
            <a:r>
              <a:t>      count: formattedUsers.length,</a:t>
            </a:r>
            <a:br/>
            <a:r>
              <a:t>      users: formattedUsers,</a:t>
            </a:r>
            <a:br/>
            <a:r>
              <a:t>    });</a:t>
            </a:r>
            <a:br/>
            <a:r>
              <a:t>    </a:t>
            </a:r>
            <a:br/>
            <a:r>
              <a:t>  } catch (error: any) {</a:t>
            </a:r>
            <a:br/>
            <a:r>
              <a:t>    if (error.message === "Insufficient permissions") {</a:t>
            </a:r>
            <a:br/>
            <a:r>
              <a:t>      return NextResponse.json(</a:t>
            </a:r>
            <a:br/>
            <a:r>
              <a:t>        { error: "Admin access required" },</a:t>
            </a:r>
            <a:br/>
            <a:r>
              <a:t>        { status: 403 }</a:t>
            </a:r>
            <a:br/>
            <a:r>
              <a:t>      );</a:t>
            </a:r>
            <a:br/>
            <a:r>
              <a:t>    }</a:t>
            </a:r>
            <a:br/>
            <a:r>
              <a:t>    return NextResponse.json(</a:t>
            </a:r>
            <a:br/>
            <a:r>
              <a:t>      { error: "Internal server error" },</a:t>
            </a:r>
            <a:br/>
            <a:r>
              <a:t>      { status: 500 }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Server Actions with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app/actions/auth-actions.ts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"use server";</a:t>
            </a:r>
            <a:br/>
            <a:br/>
            <a:r>
              <a:t>import { auth, clerkClient } from "@clerk/nextjs/server";</a:t>
            </a:r>
            <a:br/>
            <a:r>
              <a:t>import { revalidatePath } from "next/cache";</a:t>
            </a:r>
            <a:br/>
            <a:r>
              <a:t>import { z } from "zod";</a:t>
            </a:r>
            <a:br/>
            <a:br/>
            <a:r>
              <a:t>const UpdateProfileSchema = z.object({</a:t>
            </a:r>
            <a:br/>
            <a:r>
              <a:t>  fullName: z.string().min(1),</a:t>
            </a:r>
            <a:br/>
            <a:r>
              <a:t>  username: z.string().min(3),</a:t>
            </a:r>
            <a:br/>
            <a:r>
              <a:t>  bio: z.string().max(500).optional(),</a:t>
            </a:r>
            <a:br/>
            <a:r>
              <a:t>});</a:t>
            </a:r>
            <a:br/>
            <a:br/>
            <a:r>
              <a:t>export async function updateUserProfile(data: UpdateProfileData) {</a:t>
            </a:r>
            <a:br/>
            <a:r>
              <a:t>  try {</a:t>
            </a:r>
            <a:br/>
            <a:r>
              <a:t>    const { userId } = await auth();</a:t>
            </a:r>
            <a:br/>
            <a:r>
              <a:t>    </a:t>
            </a:r>
            <a:br/>
            <a:r>
              <a:t>    if (!userId) {</a:t>
            </a:r>
            <a:br/>
            <a:r>
              <a:t>      return {</a:t>
            </a:r>
            <a:br/>
            <a:r>
              <a:t>        success: false,</a:t>
            </a:r>
            <a:br/>
            <a:r>
              <a:t>        error: "You must be signed in to update your profile",</a:t>
            </a:r>
            <a:br/>
            <a:r>
              <a:t>      };</a:t>
            </a:r>
            <a:br/>
            <a:r>
              <a:t>    }</a:t>
            </a:r>
            <a:br/>
            <a:r>
              <a:t>    </a:t>
            </a:r>
            <a:br/>
            <a:r>
              <a:t>    const validatedData = UpdateProfileSchema.parse(data);</a:t>
            </a:r>
            <a:br/>
            <a:r>
              <a:t>    const user = await clerkClient().users.getUser(userId);</a:t>
            </a:r>
            <a:br/>
            <a:r>
              <a:t>    </a:t>
            </a:r>
            <a:br/>
            <a:r>
              <a:t>    if (!user) {</a:t>
            </a:r>
            <a:br/>
            <a:r>
              <a:t>      return { success: false, error: "User not found" };</a:t>
            </a:r>
            <a:br/>
            <a:r>
              <a:t>    }</a:t>
            </a:r>
            <a:br/>
            <a:r>
              <a:t>    </a:t>
            </a:r>
            <a:br/>
            <a:r>
              <a:t>    await clerkClient().users.updateUser(userId, {</a:t>
            </a:r>
            <a:br/>
            <a:r>
              <a:t>      firstName: validatedData.fullName.split(" ")[0] || "",</a:t>
            </a:r>
            <a:br/>
            <a:r>
              <a:t>      lastName: validatedData.fullName.split(" ").slice(1).join(" ") || "",</a:t>
            </a:r>
            <a:br/>
            <a:r>
              <a:t>      username: validatedData.username,</a:t>
            </a:r>
            <a:br/>
            <a:r>
              <a:t>      publicMetadata: {</a:t>
            </a:r>
            <a:br/>
            <a:r>
              <a:t>        ...user.publicMetadata,</a:t>
            </a:r>
            <a:br/>
            <a:r>
              <a:t>        bio: validatedData.bio || "",</a:t>
            </a:r>
            <a:br/>
            <a:r>
              <a:t>        updatedAt: new Date().toISOString(),</a:t>
            </a:r>
            <a:br/>
            <a:r>
              <a:t>      },</a:t>
            </a:r>
            <a:br/>
            <a:r>
              <a:t>    });</a:t>
            </a:r>
            <a:br/>
            <a:r>
              <a:t>    </a:t>
            </a:r>
            <a:br/>
            <a:r>
              <a:t>    revalidatePath("/profile");</a:t>
            </a:r>
            <a:br/>
            <a:r>
              <a:t>    return { success: true, message: "Profile updated successfully" };</a:t>
            </a:r>
            <a:br/>
            <a:r>
              <a:t>    </a:t>
            </a:r>
            <a:br/>
            <a:r>
              <a:t>  } catch (error: any) {</a:t>
            </a:r>
            <a:br/>
            <a:r>
              <a:t>    if (error.name === "ZodError") {</a:t>
            </a:r>
            <a:br/>
            <a:r>
              <a:t>      return { success: false, error: "Validation failed", details: error.errors };</a:t>
            </a:r>
            <a:br/>
            <a:r>
              <a:t>    }</a:t>
            </a:r>
            <a:br/>
            <a:r>
              <a:t>    return { success: false, error: "Failed to update profile" };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Part 2 -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What You've Built: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Custom auth helpers with type safety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Permission system with role-based access control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Protected API endpoints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Admin-only endpoints with role checking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Server Actions with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Error handling with proper status codes (401, 403)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Audit logging for security events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Key Skills Acquired: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Understanding JWT tokens and session management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Building type-safe authentication utilities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Implementing Role-Based Access Control (RBAC)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Creating permission-based authorization systems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Protecting API endpoints with middleware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Using Server Actions with authentication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371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2937"/>
                </a:solidFill>
                <a:latin typeface="Helvetica Neue"/>
              </a:defRPr>
            </a:pPr>
            <a:r>
              <a:t>PART 3: MULTI-TENANT SAAS ARCHITECTURE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What is Multi-Tenancy?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Definition: A software architecture where a single instance of an application serves multiple organizations (tenants), with each tenant's data isolated and invisible to others.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The Office Building Analogy: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Office Building                          │</a:t>
            </a:r>
            <a:br/>
            <a:r>
              <a:t>│                    (Application Instance)                   │</a:t>
            </a:r>
            <a:br/>
            <a:r>
              <a:t>│                                                             │</a:t>
            </a:r>
            <a:br/>
            <a:r>
              <a:t>│  ┌─────────────────┐  ┌─────────────────┐  ┌─────────────┐ │</a:t>
            </a:r>
            <a:br/>
            <a:r>
              <a:t>│  │   Company A     │  │   Company B     │  │  Company C  │ │</a:t>
            </a:r>
            <a:br/>
            <a:r>
              <a:t>│  │   (Tenant 1)    │  │   (Tenant 2)    │  │  (Tenant 3) │ │</a:t>
            </a:r>
            <a:br/>
            <a:r>
              <a:t>│  │                 │  │                 │  │             │ │</a:t>
            </a:r>
            <a:br/>
            <a:r>
              <a:t>│  │  ┌───────────┐ │  │  ┌───────────┐ │  │  ┌───────┐  │ │</a:t>
            </a:r>
            <a:br/>
            <a:r>
              <a:t>│  │  │ Employee  │ │  │  │ Employee  │ │  │  │ User  │  │ │</a:t>
            </a:r>
            <a:br/>
            <a:r>
              <a:t>│  │  │ Data      │ │  │  │ Data      │ │  │  │ Data  │  │ │</a:t>
            </a:r>
            <a:br/>
            <a:r>
              <a:t>│  │  └───────────┘ │  │  └───────────┘ │  │  └───────┘  │ │</a:t>
            </a:r>
            <a:br/>
            <a:r>
              <a:t>│  │  ┌───────────┐ │  │  ┌───────────┐ │  │             │ │</a:t>
            </a:r>
            <a:br/>
            <a:r>
              <a:t>│  │  │ Projects  │ │  │  │ Projects  │ │  │             │ │</a:t>
            </a:r>
            <a:br/>
            <a:r>
              <a:t>│  │  └───────────┘ │  │  └───────────┘ │  │             │ │</a:t>
            </a:r>
            <a:br/>
            <a:r>
              <a:t>│  └─────────────────┘  └─────────────────┘  └─────────────┘ │</a:t>
            </a:r>
            <a:br/>
            <a:r>
              <a:t>│                                                             │</a:t>
            </a:r>
            <a:br/>
            <a:r>
              <a:t>│  Shared Services: Authentication, Security, Infrastructure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Multi-Tenancy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Three Primary Approaches: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Model    Description    Use Case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  -------------  ----------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Database Per Tenant    Each tenant has their own database    High isolation, compliance requirements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Schema Per Tenant    Single database, separate schemas    Medium isolation, easier management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Shared Database    Single database, tenant_id column    Most common, cost-effective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How Clerk Organizations Work: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Clerk provides built-in multi-tenancy that handles: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Tenant creation and management - Create organizations programmatically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Member management - Add/remove users, manage roles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Invitation system - Send email invitations to join organizations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switching - Users can belong to multiple orgs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Role-based access - Define roles at the organization level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Clerk Organization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Key Organization Concepts: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Concept    Description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---------  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   A tenant/workspace that groups users and resources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Member    A user who belongs to an organization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Role    Defines what a member can do within the organization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Permission    Specific actions a member can perform (e.g., read, write)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Invitation    A pending request for a user to join an organization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ID    Unique identifier (org_123abc)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Active Organization    The organization currently selected by the user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Role Hierarchy: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┌───────────┐</a:t>
            </a:r>
            <a:br/>
            <a:r>
              <a:t>│  Admin    │  → Full access (manage members, settings, billing)</a:t>
            </a:r>
            <a:br/>
            <a:r>
              <a:t>└─────┬─────┘</a:t>
            </a:r>
            <a:br/>
            <a:r>
              <a:t>      │</a:t>
            </a:r>
            <a:br/>
            <a:r>
              <a:t>┌─────┴─────┐</a:t>
            </a:r>
            <a:br/>
            <a:r>
              <a:t>│ Moderator │  → Content management (create, edit, delete)</a:t>
            </a:r>
            <a:br/>
            <a:r>
              <a:t>└─────┬─────┘</a:t>
            </a:r>
            <a:br/>
            <a:r>
              <a:t>      │</a:t>
            </a:r>
            <a:br/>
            <a:r>
              <a:t>┌─────┴─────┐</a:t>
            </a:r>
            <a:br/>
            <a:r>
              <a:t>│  Member   │  → Standard access (read, create content)</a:t>
            </a:r>
            <a:br/>
            <a:r>
              <a:t>└─────┬─────┘</a:t>
            </a:r>
            <a:br/>
            <a:r>
              <a:t>      │</a:t>
            </a:r>
            <a:br/>
            <a:r>
              <a:t>┌─────┴─────┐</a:t>
            </a:r>
            <a:br/>
            <a:r>
              <a:t>│  Guest    │  → Read-only access</a:t>
            </a:r>
            <a:br/>
            <a:r>
              <a:t>└───────────┘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Enabling Organizations in Clerk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Step 1: Enable Organizations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1. Go to Clerk Dashboard → User &amp; Authentication → Organizations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2. Toggle "Enable Organizations" to 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3. Configure: Organization Name, Organization Slug, Organization Logo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Step 2: Configure Organization Settings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Setting    Value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---------  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Max Members    Unlimited (for development)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Allow Users to Create Organizations    Enable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Require Email Verification    Enable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Invitation Expiry    7 days (default)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Step 3: Create Custom Roles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Admin: org:read, org:write, org:delete, org:members, org:invite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Moderator: org:read, org:write, org:members (read-only)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Member: org:read, org:write (limited)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Guest: org:read (read-only)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Auth Helpers with Organization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lib/auth-helpers.ts (updated)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export interface AuthContextWithOrg extends AuthContext {</a:t>
            </a:r>
            <a:br/>
            <a:r>
              <a:t>  activeOrganizationId: string | null;</a:t>
            </a:r>
            <a:br/>
            <a:r>
              <a:t>  activeOrganization: {</a:t>
            </a:r>
            <a:br/>
            <a:r>
              <a:t>    id: string;</a:t>
            </a:r>
            <a:br/>
            <a:r>
              <a:t>    name: string;</a:t>
            </a:r>
            <a:br/>
            <a:r>
              <a:t>    slug: string;</a:t>
            </a:r>
            <a:br/>
            <a:r>
              <a:t>    role: OrganizationRole;</a:t>
            </a:r>
            <a:br/>
            <a:r>
              <a:t>  } | null;</a:t>
            </a:r>
            <a:br/>
            <a:r>
              <a:t>  memberships: OrganizationMembership[];</a:t>
            </a:r>
            <a:br/>
            <a:r>
              <a:t>}</a:t>
            </a:r>
            <a:br/>
            <a:br/>
            <a:r>
              <a:t>export async function getAuthContextWithOrg(): Promise&lt;AuthContextWithOrg&gt; {</a:t>
            </a:r>
            <a:br/>
            <a:r>
              <a:t>  const { userId, sessionId, orgId } = await auth();</a:t>
            </a:r>
            <a:br/>
            <a:r>
              <a:t>  if (!userId) throw new Error("User not authenticated");</a:t>
            </a:r>
            <a:br/>
            <a:br/>
            <a:r>
              <a:t>  const user = await currentUser();</a:t>
            </a:r>
            <a:br/>
            <a:r>
              <a:t>  const role = user?.publicMetadata?.role as string || "guest";</a:t>
            </a:r>
            <a:br/>
            <a:r>
              <a:t>  const permissions = user?.publicMetadata?.permissions as string[] || [];</a:t>
            </a:r>
            <a:br/>
            <a:r>
              <a:t>  </a:t>
            </a:r>
            <a:br/>
            <a:r>
              <a:t>  // Get organization memberships</a:t>
            </a:r>
            <a:br/>
            <a:r>
              <a:t>  const memberships = await clerkClient().organizations.getOrganizationMembershipList({</a:t>
            </a:r>
            <a:br/>
            <a:r>
              <a:t>    userId,</a:t>
            </a:r>
            <a:br/>
            <a:r>
              <a:t>  });</a:t>
            </a:r>
            <a:br/>
            <a:r>
              <a:t>  </a:t>
            </a:r>
            <a:br/>
            <a:r>
              <a:t>  const formattedMemberships = memberships.data.map(membership =&gt; ({</a:t>
            </a:r>
            <a:br/>
            <a:r>
              <a:t>    id: membership.id,</a:t>
            </a:r>
            <a:br/>
            <a:r>
              <a:t>    role: membership.role as OrganizationRole,</a:t>
            </a:r>
            <a:br/>
            <a:r>
              <a:t>    organization: {</a:t>
            </a:r>
            <a:br/>
            <a:r>
              <a:t>      id: membership.organization.id,</a:t>
            </a:r>
            <a:br/>
            <a:r>
              <a:t>      name: membership.organization.name,</a:t>
            </a:r>
            <a:br/>
            <a:r>
              <a:t>      slug: membership.organization.slug || "",</a:t>
            </a:r>
            <a:br/>
            <a:r>
              <a:t>      createdAt: membership.organization.createdAt,</a:t>
            </a:r>
            <a:br/>
            <a:r>
              <a:t>    },</a:t>
            </a:r>
            <a:br/>
            <a:r>
              <a:t>  }));</a:t>
            </a:r>
            <a:br/>
            <a:r>
              <a:t>  </a:t>
            </a:r>
            <a:br/>
            <a:r>
              <a:t>  // Get active organization details</a:t>
            </a:r>
            <a:br/>
            <a:r>
              <a:t>  let activeOrganization = null;</a:t>
            </a:r>
            <a:br/>
            <a:r>
              <a:t>  if (orgId) {</a:t>
            </a:r>
            <a:br/>
            <a:r>
              <a:t>    const orgMembership = memberships.data.find(m =&gt; m.organization.id === orgId);</a:t>
            </a:r>
            <a:br/>
            <a:r>
              <a:t>    if (orgMembership) {</a:t>
            </a:r>
            <a:br/>
            <a:r>
              <a:t>      activeOrganization = {</a:t>
            </a:r>
            <a:br/>
            <a:r>
              <a:t>        id: orgId,</a:t>
            </a:r>
            <a:br/>
            <a:r>
              <a:t>        name: orgMembership.organization.name,</a:t>
            </a:r>
            <a:br/>
            <a:r>
              <a:t>        slug: orgMembership.organization.slug || "",</a:t>
            </a:r>
            <a:br/>
            <a:r>
              <a:t>        role: orgMembership.role as OrganizationRole,</a:t>
            </a:r>
            <a:br/>
            <a:r>
              <a:t>      };</a:t>
            </a:r>
            <a:br/>
            <a:r>
              <a:t>    }</a:t>
            </a:r>
            <a:br/>
            <a:r>
              <a:t>  }</a:t>
            </a:r>
            <a:br/>
            <a:r>
              <a:t>  </a:t>
            </a:r>
            <a:br/>
            <a:r>
              <a:t>  return {</a:t>
            </a:r>
            <a:br/>
            <a:r>
              <a:t>    userId, sessionId: sessionId || "",</a:t>
            </a:r>
            <a:br/>
            <a:r>
              <a:t>    orgId: orgId || null,</a:t>
            </a:r>
            <a:br/>
            <a:r>
              <a:t>    role, permissions, isAuthenticated: true,</a:t>
            </a:r>
            <a:br/>
            <a:r>
              <a:t>    activeOrganizationId: orgId || null,</a:t>
            </a:r>
            <a:br/>
            <a:r>
              <a:t>    activeOrganization,</a:t>
            </a:r>
            <a:br/>
            <a:r>
              <a:t>    memberships: formattedMemberships,</a:t>
            </a:r>
            <a:br/>
            <a:r>
              <a:t>  };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Organization Helpers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lib/org-helpers.ts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export async function createOrganization(</a:t>
            </a:r>
            <a:br/>
            <a:r>
              <a:t>  userId: string,</a:t>
            </a:r>
            <a:br/>
            <a:r>
              <a:t>  name: string,</a:t>
            </a:r>
            <a:br/>
            <a:r>
              <a:t>  slug: string,</a:t>
            </a:r>
            <a:br/>
            <a:r>
              <a:t>  metadata?: Record&lt;string, unknown&gt;</a:t>
            </a:r>
            <a:br/>
            <a:r>
              <a:t>) {</a:t>
            </a:r>
            <a:br/>
            <a:r>
              <a:t>  try {</a:t>
            </a:r>
            <a:br/>
            <a:r>
              <a:t>    const org = await clerkClient().organizations.createOrganization({</a:t>
            </a:r>
            <a:br/>
            <a:r>
              <a:t>      name,</a:t>
            </a:r>
            <a:br/>
            <a:r>
              <a:t>      slug,</a:t>
            </a:r>
            <a:br/>
            <a:r>
              <a:t>      createdBy: userId,</a:t>
            </a:r>
            <a:br/>
            <a:r>
              <a:t>      publicMetadata: metadata || {},</a:t>
            </a:r>
            <a:br/>
            <a:r>
              <a:t>    });</a:t>
            </a:r>
            <a:br/>
            <a:r>
              <a:t>    </a:t>
            </a:r>
            <a:br/>
            <a:r>
              <a:t>    await logAuthEvent(userId, "organization_created", {</a:t>
            </a:r>
            <a:br/>
            <a:r>
              <a:t>      orgId: org.id,</a:t>
            </a:r>
            <a:br/>
            <a:r>
              <a:t>      name: org.name,</a:t>
            </a:r>
            <a:br/>
            <a:r>
              <a:t>      slug: org.slug,</a:t>
            </a:r>
            <a:br/>
            <a:r>
              <a:t>    });</a:t>
            </a:r>
            <a:br/>
            <a:r>
              <a:t>    </a:t>
            </a:r>
            <a:br/>
            <a:r>
              <a:t>    return org;</a:t>
            </a:r>
            <a:br/>
            <a:r>
              <a:t>  } catch (error) {</a:t>
            </a:r>
            <a:br/>
            <a:r>
              <a:t>    console.error("Failed to create organization:", error);</a:t>
            </a:r>
            <a:br/>
            <a:r>
              <a:t>    throw new Error("Failed to create organization");</a:t>
            </a:r>
            <a:br/>
            <a:r>
              <a:t>  }</a:t>
            </a:r>
            <a:br/>
            <a:r>
              <a:t>}</a:t>
            </a:r>
            <a:br/>
            <a:br/>
            <a:r>
              <a:t>export async function inviteUserToOrganization(</a:t>
            </a:r>
            <a:br/>
            <a:r>
              <a:t>  orgId: string,</a:t>
            </a:r>
            <a:br/>
            <a:r>
              <a:t>  email: string,</a:t>
            </a:r>
            <a:br/>
            <a:r>
              <a:t>  role: OrganizationRole,</a:t>
            </a:r>
            <a:br/>
            <a:r>
              <a:t>  inviterUserId: string</a:t>
            </a:r>
            <a:br/>
            <a:r>
              <a:t>) {</a:t>
            </a:r>
            <a:br/>
            <a:r>
              <a:t>  try {</a:t>
            </a:r>
            <a:br/>
            <a:r>
              <a:t>    const invitation = await clerkClient().organizations.createOrganizationInvitation({</a:t>
            </a:r>
            <a:br/>
            <a:r>
              <a:t>      organizationId: orgId,</a:t>
            </a:r>
            <a:br/>
            <a:r>
              <a:t>      emailAddress: email,</a:t>
            </a:r>
            <a:br/>
            <a:r>
              <a:t>      role,</a:t>
            </a:r>
            <a:br/>
            <a:r>
              <a:t>      inviterUserId,</a:t>
            </a:r>
            <a:br/>
            <a:r>
              <a:t>      publicMetadata: { invitedAt: new Date().toISOString() },</a:t>
            </a:r>
            <a:br/>
            <a:r>
              <a:t>    });</a:t>
            </a:r>
            <a:br/>
            <a:r>
              <a:t>    </a:t>
            </a:r>
            <a:br/>
            <a:r>
              <a:t>    await logAuthEvent(inviterUserId, "organization_invite_sent", {</a:t>
            </a:r>
            <a:br/>
            <a:r>
              <a:t>      orgId, email, role, invitationId: invitation.id,</a:t>
            </a:r>
            <a:br/>
            <a:r>
              <a:t>    });</a:t>
            </a:r>
            <a:br/>
            <a:r>
              <a:t>    </a:t>
            </a:r>
            <a:br/>
            <a:r>
              <a:t>    return invitation;</a:t>
            </a:r>
            <a:br/>
            <a:r>
              <a:t>  } catch (error) {</a:t>
            </a:r>
            <a:br/>
            <a:r>
              <a:t>    console.error("Failed to send invitation:", error);</a:t>
            </a:r>
            <a:br/>
            <a:r>
              <a:t>    throw new Error("Failed to send invitation");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Organization Selection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app/organization/select/page.tsx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auth, clerkClient } from "@clerk/nextjs/server";</a:t>
            </a:r>
            <a:br/>
            <a:r>
              <a:t>import { redirect } from "next/navigation";</a:t>
            </a:r>
            <a:br/>
            <a:r>
              <a:t>import Link from "next/link";</a:t>
            </a:r>
            <a:br/>
            <a:br/>
            <a:r>
              <a:t>export default async function OrganizationSelectPage() {</a:t>
            </a:r>
            <a:br/>
            <a:r>
              <a:t>  const { userId } = await auth();</a:t>
            </a:r>
            <a:br/>
            <a:r>
              <a:t>  if (!userId) redirect("/sign-in");</a:t>
            </a:r>
            <a:br/>
            <a:r>
              <a:t>  </a:t>
            </a:r>
            <a:br/>
            <a:r>
              <a:t>  const memberships = await clerkClient().organizations.getOrganizationMembershipList({</a:t>
            </a:r>
            <a:br/>
            <a:r>
              <a:t>    userId,</a:t>
            </a:r>
            <a:br/>
            <a:r>
              <a:t>  });</a:t>
            </a:r>
            <a:br/>
            <a:r>
              <a:t>  </a:t>
            </a:r>
            <a:br/>
            <a:r>
              <a:t>  const organizations = memberships.data.map(membership =&gt; ({</a:t>
            </a:r>
            <a:br/>
            <a:r>
              <a:t>    id: membership.organization.id,</a:t>
            </a:r>
            <a:br/>
            <a:r>
              <a:t>    name: membership.organization.name,</a:t>
            </a:r>
            <a:br/>
            <a:r>
              <a:t>    slug: membership.organization.slug,</a:t>
            </a:r>
            <a:br/>
            <a:r>
              <a:t>    role: membership.role,</a:t>
            </a:r>
            <a:br/>
            <a:r>
              <a:t>  }));</a:t>
            </a:r>
            <a:br/>
            <a:r>
              <a:t>  </a:t>
            </a:r>
            <a:br/>
            <a:r>
              <a:t>  // If user has no organizations, show create option</a:t>
            </a:r>
            <a:br/>
            <a:r>
              <a:t>  if (organizations.length === 0) {</a:t>
            </a:r>
            <a:br/>
            <a:r>
              <a:t>    return (</a:t>
            </a:r>
            <a:br/>
            <a:r>
              <a:t>      &lt;div className="text-center"&gt;</a:t>
            </a:r>
            <a:br/>
            <a:r>
              <a:t>        &lt;h1&gt;No Organizations Found&lt;/h1&gt;</a:t>
            </a:r>
            <a:br/>
            <a:r>
              <a:t>        &lt;Link href="/organization/create"&gt;Create Organization&lt;/Link&gt;</a:t>
            </a:r>
            <a:br/>
            <a:r>
              <a:t>      &lt;/div&gt;</a:t>
            </a:r>
            <a:br/>
            <a:r>
              <a:t>    );</a:t>
            </a:r>
            <a:br/>
            <a:r>
              <a:t>  }</a:t>
            </a:r>
            <a:br/>
            <a:r>
              <a:t>  </a:t>
            </a:r>
            <a:br/>
            <a:r>
              <a:t>  // If user has exactly one organization, redirect to it</a:t>
            </a:r>
            <a:br/>
            <a:r>
              <a:t>  if (organizations.length === 1) {</a:t>
            </a:r>
            <a:br/>
            <a:r>
              <a:t>    redirect(/organization/${organizations[0].id});</a:t>
            </a:r>
            <a:br/>
            <a:r>
              <a:t>  }</a:t>
            </a:r>
            <a:br/>
            <a:r>
              <a:t>  </a:t>
            </a:r>
            <a:br/>
            <a:r>
              <a:t>  // Show organization selection</a:t>
            </a:r>
            <a:br/>
            <a:r>
              <a:t>  return (</a:t>
            </a:r>
            <a:br/>
            <a:r>
              <a:t>    &lt;div&gt;</a:t>
            </a:r>
            <a:br/>
            <a:r>
              <a:t>      &lt;h1&gt;Select Your Organization&lt;/h1&gt;</a:t>
            </a:r>
            <a:br/>
            <a:r>
              <a:t>      {organizations.map((org) =&gt; (</a:t>
            </a:r>
            <a:br/>
            <a:r>
              <a:t>        &lt;Link key={org.id} href={/organization/${org.id}}&gt;</a:t>
            </a:r>
            <a:br/>
            <a:r>
              <a:t>          &lt;div&gt;</a:t>
            </a:r>
            <a:br/>
            <a:r>
              <a:t>            &lt;h3&gt;{org.name}&lt;/h3&gt;</a:t>
            </a:r>
            <a:br/>
            <a:r>
              <a:t>            &lt;p&gt;Role: {org.role}&lt;/p&gt;</a:t>
            </a:r>
            <a:br/>
            <a:r>
              <a:t>          &lt;/div&gt;</a:t>
            </a:r>
            <a:br/>
            <a:r>
              <a:t>        &lt;/Link&gt;</a:t>
            </a:r>
            <a:br/>
            <a:r>
              <a:t>      ))}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Organization Layout with Switcher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app/organization/[orgId]/layout.tsx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OrganizationSwitcher, UserButton } from "@clerk/nextjs";</a:t>
            </a:r>
            <a:br/>
            <a:r>
              <a:t>import { auth, clerkClient } from "@clerk/nextjs/server";</a:t>
            </a:r>
            <a:br/>
            <a:r>
              <a:t>import { redirect } from "next/navigation";</a:t>
            </a:r>
            <a:br/>
            <a:r>
              <a:t>import Link from "next/link";</a:t>
            </a:r>
            <a:br/>
            <a:br/>
            <a:r>
              <a:t>export default async function OrganizationLayout({ children, params }) {</a:t>
            </a:r>
            <a:br/>
            <a:r>
              <a:t>  const { userId } = await auth();</a:t>
            </a:r>
            <a:br/>
            <a:r>
              <a:t>  if (!userId) redirect("/sign-in");</a:t>
            </a:r>
            <a:br/>
            <a:r>
              <a:t>  </a:t>
            </a:r>
            <a:br/>
            <a:r>
              <a:t>  // Get organization details</a:t>
            </a:r>
            <a:br/>
            <a:r>
              <a:t>  const org = await clerkClient().organizations.getOrganization({</a:t>
            </a:r>
            <a:br/>
            <a:r>
              <a:t>    organizationId: params.orgId,</a:t>
            </a:r>
            <a:br/>
            <a:r>
              <a:t>  });</a:t>
            </a:r>
            <a:br/>
            <a:r>
              <a:t>  if (!org) redirect("/organization/select");</a:t>
            </a:r>
            <a:br/>
            <a:r>
              <a:t>  </a:t>
            </a:r>
            <a:br/>
            <a:r>
              <a:t>  // Check if user is a member</a:t>
            </a:r>
            <a:br/>
            <a:r>
              <a:t>  const memberships = await clerkClient().organizations.getOrganizationMembershipList({</a:t>
            </a:r>
            <a:br/>
            <a:r>
              <a:t>    organizationId: params.orgId,</a:t>
            </a:r>
            <a:br/>
            <a:r>
              <a:t>    userId,</a:t>
            </a:r>
            <a:br/>
            <a:r>
              <a:t>  });</a:t>
            </a:r>
            <a:br/>
            <a:r>
              <a:t>  if (memberships.data.length === 0) redirect("/organization/select");</a:t>
            </a:r>
            <a:br/>
            <a:r>
              <a:t>  </a:t>
            </a:r>
            <a:br/>
            <a:r>
              <a:t>  return (</a:t>
            </a:r>
            <a:br/>
            <a:r>
              <a:t>    &lt;div&gt;</a:t>
            </a:r>
            <a:br/>
            <a:r>
              <a:t>      &lt;header&gt;</a:t>
            </a:r>
            <a:br/>
            <a:r>
              <a:t>        &lt;Link href="/"&gt;Clerk Mastery&lt;/Link&gt;</a:t>
            </a:r>
            <a:br/>
            <a:r>
              <a:t>        &lt;span&gt;{org.name}&lt;/span&gt;</a:t>
            </a:r>
            <a:br/>
            <a:r>
              <a:t>        &lt;OrganizationSwitcher afterSelectOrganizationUrl="/organization/select" /&gt;</a:t>
            </a:r>
            <a:br/>
            <a:r>
              <a:t>        &lt;UserButton afterSignOutUrl="/" /&gt;</a:t>
            </a:r>
            <a:br/>
            <a:r>
              <a:t>      &lt;/header&gt;</a:t>
            </a:r>
            <a:br/>
            <a:r>
              <a:t>      </a:t>
            </a:r>
            <a:br/>
            <a:r>
              <a:t>      &lt;nav&gt;</a:t>
            </a:r>
            <a:br/>
            <a:r>
              <a:t>        &lt;Link href={/organization/${params.orgId}}&gt;Dashboard&lt;/Link&gt;</a:t>
            </a:r>
            <a:br/>
            <a:r>
              <a:t>        &lt;Link href={/organization/${params.orgId}/projects}&gt;Projects&lt;/Link&gt;</a:t>
            </a:r>
            <a:br/>
            <a:r>
              <a:t>        &lt;Link href={/organization/${params.orgId}/members}&gt;Members&lt;/Link&gt;</a:t>
            </a:r>
            <a:br/>
            <a:r>
              <a:t>        &lt;Link href={/organization/${params.orgId}/settings}&gt;Settings&lt;/Link&gt;</a:t>
            </a:r>
            <a:br/>
            <a:r>
              <a:t>      &lt;/nav&gt;</a:t>
            </a:r>
            <a:br/>
            <a:r>
              <a:t>      </a:t>
            </a:r>
            <a:br/>
            <a:r>
              <a:t>      &lt;main&gt;{children}&lt;/main&gt;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Member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app/organization/[orgId]/members/page.tsx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auth, clerkClient } from "@clerk/nextjs/server";</a:t>
            </a:r>
            <a:br/>
            <a:r>
              <a:t>import { redirect } from "next/navigation";</a:t>
            </a:r>
            <a:br/>
            <a:r>
              <a:t>import { getAuthContextWithOrg, hasOrganizationRole } from "@/lib/auth-helpers";</a:t>
            </a:r>
            <a:br/>
            <a:br/>
            <a:r>
              <a:t>export default async function OrganizationMembersPage({ params }) {</a:t>
            </a:r>
            <a:br/>
            <a:r>
              <a:t>  const { userId } = await auth();</a:t>
            </a:r>
            <a:br/>
            <a:r>
              <a:t>  if (!userId) redirect("/sign-in");</a:t>
            </a:r>
            <a:br/>
            <a:r>
              <a:t>  </a:t>
            </a:r>
            <a:br/>
            <a:r>
              <a:t>  const org = await clerkClient().organizations.getOrganization({</a:t>
            </a:r>
            <a:br/>
            <a:r>
              <a:t>    organizationId: params.orgId,</a:t>
            </a:r>
            <a:br/>
            <a:r>
              <a:t>  });</a:t>
            </a:r>
            <a:br/>
            <a:r>
              <a:t>  if (!org) redirect("/organization/select");</a:t>
            </a:r>
            <a:br/>
            <a:r>
              <a:t>  </a:t>
            </a:r>
            <a:br/>
            <a:r>
              <a:t>  const authContext = await getAuthContextWithOrg();</a:t>
            </a:r>
            <a:br/>
            <a:r>
              <a:t>  const canManageMembers = await hasOrganizationRole("admin") || </a:t>
            </a:r>
            <a:br/>
            <a:r>
              <a:t>                           await hasOrganizationRole("moderator");</a:t>
            </a:r>
            <a:br/>
            <a:r>
              <a:t>  </a:t>
            </a:r>
            <a:br/>
            <a:r>
              <a:t>  const memberships = await clerkClient().organizations.getOrganizationMembershipList({</a:t>
            </a:r>
            <a:br/>
            <a:r>
              <a:t>    organizationId: params.orgId,</a:t>
            </a:r>
            <a:br/>
            <a:r>
              <a:t>    limit: 100,</a:t>
            </a:r>
            <a:br/>
            <a:r>
              <a:t>  });</a:t>
            </a:r>
            <a:br/>
            <a:r>
              <a:t>  </a:t>
            </a:r>
            <a:br/>
            <a:r>
              <a:t>  const members = memberships.data.map(membership =&gt; ({</a:t>
            </a:r>
            <a:br/>
            <a:r>
              <a:t>    userId: membership.publicUserData?.userId || "",</a:t>
            </a:r>
            <a:br/>
            <a:r>
              <a:t>    firstName: membership.publicUserData?.firstName || "",</a:t>
            </a:r>
            <a:br/>
            <a:r>
              <a:t>    lastName: membership.publicUserData?.lastName || "",</a:t>
            </a:r>
            <a:br/>
            <a:r>
              <a:t>    email: membership.publicUserData?.email || "",</a:t>
            </a:r>
            <a:br/>
            <a:r>
              <a:t>    role: membership.role,</a:t>
            </a:r>
            <a:br/>
            <a:r>
              <a:t>  }));</a:t>
            </a:r>
            <a:br/>
            <a:r>
              <a:t>  </a:t>
            </a:r>
            <a:br/>
            <a:r>
              <a:t>  return (</a:t>
            </a:r>
            <a:br/>
            <a:r>
              <a:t>    &lt;div&gt;</a:t>
            </a:r>
            <a:br/>
            <a:r>
              <a:t>      &lt;h1&gt;Members&lt;/h1&gt;</a:t>
            </a:r>
            <a:br/>
            <a:r>
              <a:t>      {canManageMembers &amp;&amp; &lt;InviteMemberForm orgId={params.orgId} /&gt;}</a:t>
            </a:r>
            <a:br/>
            <a:r>
              <a:t>      &lt;MemberList members={members} canManage={canManageMembers} currentUserId={userId} /&gt;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Invite Member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app/components/InviteMemberForm.tsx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"use client";</a:t>
            </a:r>
            <a:br/>
            <a:br/>
            <a:r>
              <a:t>import { useState } from "react";</a:t>
            </a:r>
            <a:br/>
            <a:r>
              <a:t>import { inviteUserToOrganization } from "@/lib/org-helpers";</a:t>
            </a:r>
            <a:br/>
            <a:r>
              <a:t>import { useUser } from "@clerk/nextjs";</a:t>
            </a:r>
            <a:br/>
            <a:br/>
            <a:r>
              <a:t>export default function InviteMemberForm({ orgId }: { orgId: string }) {</a:t>
            </a:r>
            <a:br/>
            <a:r>
              <a:t>  const { user } = useUser();</a:t>
            </a:r>
            <a:br/>
            <a:r>
              <a:t>  const [loading, setLoading] = useState(false);</a:t>
            </a:r>
            <a:br/>
            <a:r>
              <a:t>  const [success, setSuccess] = useState&lt;string | null&gt;(null);</a:t>
            </a:r>
            <a:br/>
            <a:r>
              <a:t>  const [error, setError] = useState&lt;string | null&gt;(null);</a:t>
            </a:r>
            <a:br/>
            <a:r>
              <a:t>  </a:t>
            </a:r>
            <a:br/>
            <a:r>
              <a:t>  const [formData, setFormData] = useState({</a:t>
            </a:r>
            <a:br/>
            <a:r>
              <a:t>    email: "",</a:t>
            </a:r>
            <a:br/>
            <a:r>
              <a:t>    role: "member" as "admin" | "moderator" | "member" | "guest",</a:t>
            </a:r>
            <a:br/>
            <a:r>
              <a:t>  });</a:t>
            </a:r>
            <a:br/>
            <a:r>
              <a:t>  </a:t>
            </a:r>
            <a:br/>
            <a:r>
              <a:t>  const handleSubmit = async (e: React.FormEvent) =&gt; {</a:t>
            </a:r>
            <a:br/>
            <a:r>
              <a:t>    e.preventDefault();</a:t>
            </a:r>
            <a:br/>
            <a:r>
              <a:t>    setLoading(true);</a:t>
            </a:r>
            <a:br/>
            <a:r>
              <a:t>    setSuccess(null);</a:t>
            </a:r>
            <a:br/>
            <a:r>
              <a:t>    setError(null);</a:t>
            </a:r>
            <a:br/>
            <a:r>
              <a:t>    </a:t>
            </a:r>
            <a:br/>
            <a:r>
              <a:t>    try {</a:t>
            </a:r>
            <a:br/>
            <a:r>
              <a:t>      await inviteUserToOrganization(</a:t>
            </a:r>
            <a:br/>
            <a:r>
              <a:t>        orgId,</a:t>
            </a:r>
            <a:br/>
            <a:r>
              <a:t>        formData.email,</a:t>
            </a:r>
            <a:br/>
            <a:r>
              <a:t>        formData.role,</a:t>
            </a:r>
            <a:br/>
            <a:r>
              <a:t>        user?.id || ""</a:t>
            </a:r>
            <a:br/>
            <a:r>
              <a:t>      );</a:t>
            </a:r>
            <a:br/>
            <a:r>
              <a:t>      setSuccess(Invitation sent to ${formData.email});</a:t>
            </a:r>
            <a:br/>
            <a:r>
              <a:t>      setFormData({ email: "", role: "member" });</a:t>
            </a:r>
            <a:br/>
            <a:r>
              <a:t>    } catch (error) {</a:t>
            </a:r>
            <a:br/>
            <a:r>
              <a:t>      setError("Failed to send invitation. Please try again.");</a:t>
            </a:r>
            <a:br/>
            <a:r>
              <a:t>    } finally {</a:t>
            </a:r>
            <a:br/>
            <a:r>
              <a:t>      setLoading(false);</a:t>
            </a:r>
            <a:br/>
            <a:r>
              <a:t>    }</a:t>
            </a:r>
            <a:br/>
            <a:r>
              <a:t>  };</a:t>
            </a:r>
            <a:br/>
            <a:r>
              <a:t>  </a:t>
            </a:r>
            <a:br/>
            <a:r>
              <a:t>  return (</a:t>
            </a:r>
            <a:br/>
            <a:r>
              <a:t>    &lt;form onSubmit={handleSubmit}&gt;</a:t>
            </a:r>
            <a:br/>
            <a:r>
              <a:t>      &lt;input</a:t>
            </a:r>
            <a:br/>
            <a:r>
              <a:t>        type="email"</a:t>
            </a:r>
            <a:br/>
            <a:r>
              <a:t>        value={formData.email}</a:t>
            </a:r>
            <a:br/>
            <a:r>
              <a:t>        onChange={(e) =&gt; setFormData({ ...formData, email: e.target.value })}</a:t>
            </a:r>
            <a:br/>
            <a:r>
              <a:t>        placeholder="colleague@company.com"</a:t>
            </a:r>
            <a:br/>
            <a:r>
              <a:t>        required</a:t>
            </a:r>
            <a:br/>
            <a:r>
              <a:t>      /&gt;</a:t>
            </a:r>
            <a:br/>
            <a:r>
              <a:t>      &lt;select</a:t>
            </a:r>
            <a:br/>
            <a:r>
              <a:t>        value={formData.role}</a:t>
            </a:r>
            <a:br/>
            <a:r>
              <a:t>        onChange={(e) =&gt; setFormData({ ...formData, role: e.target.value as any })}</a:t>
            </a:r>
            <a:br/>
            <a:r>
              <a:t>      &gt;</a:t>
            </a:r>
            <a:br/>
            <a:r>
              <a:t>        &lt;option value="guest"&gt;Guest&lt;/option&gt;</a:t>
            </a:r>
            <a:br/>
            <a:r>
              <a:t>        &lt;option value="member"&gt;Member&lt;/option&gt;</a:t>
            </a:r>
            <a:br/>
            <a:r>
              <a:t>        &lt;option value="moderator"&gt;Moderator&lt;/option&gt;</a:t>
            </a:r>
            <a:br/>
            <a:r>
              <a:t>        &lt;option value="admin"&gt;Admin&lt;/option&gt;</a:t>
            </a:r>
            <a:br/>
            <a:r>
              <a:t>      &lt;/select&gt;</a:t>
            </a:r>
            <a:br/>
            <a:r>
              <a:t>      &lt;button type="submit" disabled={loading}&gt;</a:t>
            </a:r>
            <a:br/>
            <a:r>
              <a:t>        {loading ? "Sending..." : "Send Invitation"}</a:t>
            </a:r>
            <a:br/>
            <a:r>
              <a:t>      &lt;/button&gt;</a:t>
            </a:r>
            <a:br/>
            <a:r>
              <a:t>    &lt;/form&gt;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Data Isolation - The `orgId`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Critical Concept: Every database query must filter by organization ID.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// ✅ Secure - filters by organization</a:t>
            </a:r>
            <a:br/>
            <a:r>
              <a:t>const projects = await prisma.project.findMany({</a:t>
            </a:r>
            <a:br/>
            <a:r>
              <a:t>  where: {</a:t>
            </a:r>
            <a:br/>
            <a:r>
              <a:t>    organizationId: orgId,  // Only return projects for the active org</a:t>
            </a:r>
            <a:br/>
            <a:r>
              <a:t>  },</a:t>
            </a:r>
            <a:br/>
            <a:r>
              <a:t>});</a:t>
            </a:r>
            <a:br/>
            <a:br/>
            <a:r>
              <a:t>// ❌ Insecure - could leak data across tenants</a:t>
            </a:r>
            <a:br/>
            <a:r>
              <a:t>const projects = await prisma.project.findMany(); // Returns ALL projects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Principle of Least Privilege: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Every query should ask: "Does this user have permission to access this specific resource?"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// Check ownership AND organization</a:t>
            </a:r>
            <a:br/>
            <a:r>
              <a:t>const project = await prisma.project.findFirst({</a:t>
            </a:r>
            <a:br/>
            <a:r>
              <a:t>  where: {</a:t>
            </a:r>
            <a:br/>
            <a:r>
              <a:t>    id: projectId,</a:t>
            </a:r>
            <a:br/>
            <a:r>
              <a:t>    organizationId: orgId,        // Must be in user's org</a:t>
            </a:r>
            <a:br/>
            <a:r>
              <a:t>    OR: [</a:t>
            </a:r>
            <a:br/>
            <a:r>
              <a:t>      { ownerId: userId },        // OR user owns it</a:t>
            </a:r>
            <a:br/>
            <a:r>
              <a:t>      { public: true },           // OR it's public</a:t>
            </a:r>
            <a:br/>
            <a:r>
              <a:t>    ],</a:t>
            </a:r>
            <a:br/>
            <a:r>
              <a:t>  },</a:t>
            </a:r>
            <a:br/>
            <a:r>
              <a:t>});</a:t>
            </a:r>
            <a:br/>
            <a:br/>
            <a:r>
              <a:t>if (!project) {</a:t>
            </a:r>
            <a:br/>
            <a:r>
              <a:t>  return new Response("Not found", { status: 404 });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Part 3 -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What You've Built: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Organizations enabled in Clerk Dashboard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Custom roles created (Admin, Moderator, Member, Guest)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Auth helpers with organization support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Organization creation and selection pages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Organization layout with switcher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Organization dashboard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Member management with invitations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Role management for members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Key Skills Acquired: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Understanding multi-tenancy architecture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Implementing Clerk Organizations for B2B applications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Managing organization memberships and roles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Building organization switcher UI components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Implementing role-based access control at the organization level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Filtering queries by organization ID (orgId)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Managing invitations and member lifecycles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371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2937"/>
                </a:solidFill>
                <a:latin typeface="Helvetica Neue"/>
              </a:defRPr>
            </a:pPr>
            <a:r>
              <a:t>PART 4: EXTENDING CLERK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Clerk Metadata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Three Types of Metadata: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Metadata Type    Accessibility    Use Case    Example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---------------  ---------------  ----------  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Public Metadata    Readable by anyone    User preferences, public profile    { "theme": "dark", "bio": "Software Engineer" 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Private Metadata    Only server-side    Sensitive application data    { "stripe_customer_id": "cus_123" 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Unsafe Metadata    Readable/writable by client    Temporary, non-critical data    { "last_action": "viewed_dashboard" }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When to Use Each Type: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Metadata Type    Use Cases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---------------  -----------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Public    Theme preferences, language settings, bio, location, feature flags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Private    Payment provider IDs, internal notes, last IP, integration IDs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Unsafe    Temporary UI state, analytics data, cached client values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Diagram: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Clerk User Object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┌─────────────────────────────────────────────────────┐   │</a:t>
            </a:r>
            <a:br/>
            <a:r>
              <a:t>│  │  Public Metadata   → Readable: ✅ Client, ✅ Server │   │</a:t>
            </a:r>
            <a:br/>
            <a:r>
              <a:t>│  │  Private Metadata  → Readable: ❌ Client, ✅ Server │   │</a:t>
            </a:r>
            <a:br/>
            <a:r>
              <a:t>│  │  Unsafe Metadata   → Readable: ✅ Client, ✅ Server │   │</a:t>
            </a:r>
            <a:br/>
            <a:r>
              <a:t>│  └─────────────────────────────────────────────────────┘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Database Schema with Prisma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prisma/schema.prisma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generator client {</a:t>
            </a:r>
            <a:br/>
            <a:r>
              <a:t>  provider = "prisma-client-js"</a:t>
            </a:r>
            <a:br/>
            <a:r>
              <a:t>}</a:t>
            </a:r>
            <a:br/>
            <a:br/>
            <a:r>
              <a:t>datasource db {</a:t>
            </a:r>
            <a:br/>
            <a:r>
              <a:t>  provider = "postgresql"</a:t>
            </a:r>
            <a:br/>
            <a:r>
              <a:t>  url      = env("DATABASE_URL")</a:t>
            </a:r>
            <a:br/>
            <a:r>
              <a:t>}</a:t>
            </a:r>
            <a:br/>
            <a:br/>
            <a:r>
              <a:t>model User {</a:t>
            </a:r>
            <a:br/>
            <a:r>
              <a:t>  id            String   @id @default(cuid())</a:t>
            </a:r>
            <a:br/>
            <a:r>
              <a:t>  clerkId       String   @unique @map("clerk_id")</a:t>
            </a:r>
            <a:br/>
            <a:r>
              <a:t>  email         String   @unique</a:t>
            </a:r>
            <a:br/>
            <a:r>
              <a:t>  name          String?</a:t>
            </a:r>
            <a:br/>
            <a:r>
              <a:t>  username      String?  @unique</a:t>
            </a:r>
            <a:br/>
            <a:r>
              <a:t>  avatarUrl     String?  @map("avatar_url")</a:t>
            </a:r>
            <a:br/>
            <a:r>
              <a:t>  role          String   @default("guest")</a:t>
            </a:r>
            <a:br/>
            <a:r>
              <a:t>  </a:t>
            </a:r>
            <a:br/>
            <a:r>
              <a:t>  // Metadata synchronization</a:t>
            </a:r>
            <a:br/>
            <a:r>
              <a:t>  publicMetadata  Json?    @map("public_metadata")</a:t>
            </a:r>
            <a:br/>
            <a:r>
              <a:t>  privateMetadata Json?    @map("private_metadata")</a:t>
            </a:r>
            <a:br/>
            <a:r>
              <a:t>  </a:t>
            </a:r>
            <a:br/>
            <a:r>
              <a:t>  // Application-specific fields</a:t>
            </a:r>
            <a:br/>
            <a:r>
              <a:t>  preferences    Json?    @default("{}")</a:t>
            </a:r>
            <a:br/>
            <a:r>
              <a:t>  bio            String?</a:t>
            </a:r>
            <a:br/>
            <a:r>
              <a:t>  location       String?</a:t>
            </a:r>
            <a:br/>
            <a:r>
              <a:t>  website        String?</a:t>
            </a:r>
            <a:br/>
            <a:r>
              <a:t>  </a:t>
            </a:r>
            <a:br/>
            <a:r>
              <a:t>  // Organization support</a:t>
            </a:r>
            <a:br/>
            <a:r>
              <a:t>  organizationId String?  @map("organization_id")</a:t>
            </a:r>
            <a:br/>
            <a:r>
              <a:t>  organizationRole String? @map("organization_role")</a:t>
            </a:r>
            <a:br/>
            <a:r>
              <a:t>  </a:t>
            </a:r>
            <a:br/>
            <a:r>
              <a:t>  // Sync tracking</a:t>
            </a:r>
            <a:br/>
            <a:r>
              <a:t>  syncedAt       DateTime @default(now()) @map("synced_at")</a:t>
            </a:r>
            <a:br/>
            <a:r>
              <a:t>  lastSignInAt   DateTime? @map("last_sign_in_at")</a:t>
            </a:r>
            <a:br/>
            <a:r>
              <a:t>  createdAt      DateTime @default(now()) @map("created_at")</a:t>
            </a:r>
            <a:br/>
            <a:r>
              <a:t>  updatedAt      DateTime @updatedAt @map("updated_at")</a:t>
            </a:r>
            <a:br/>
            <a:r>
              <a:t>  </a:t>
            </a:r>
            <a:br/>
            <a:r>
              <a:t>  // Relations</a:t>
            </a:r>
            <a:br/>
            <a:r>
              <a:t>  projects       Project[]</a:t>
            </a:r>
            <a:br/>
            <a:r>
              <a:t>  auditLogs      AuditLog[]</a:t>
            </a:r>
            <a:br/>
            <a:r>
              <a:t>  sessions       Session[]</a:t>
            </a:r>
            <a:br/>
            <a:r>
              <a:t>  </a:t>
            </a:r>
            <a:br/>
            <a:r>
              <a:t>  @@map("users")</a:t>
            </a:r>
            <a:br/>
            <a:r>
              <a:t>  @@index([clerkId])</a:t>
            </a:r>
            <a:br/>
            <a:r>
              <a:t>  @@index([email])</a:t>
            </a:r>
            <a:br/>
            <a:r>
              <a:t>  @@index([organizationId])</a:t>
            </a:r>
            <a:br/>
            <a:r>
              <a:t>}</a:t>
            </a:r>
            <a:br/>
            <a:br/>
            <a:r>
              <a:t>model Project {</a:t>
            </a:r>
            <a:br/>
            <a:r>
              <a:t>  id             String   @id @default(cuid())</a:t>
            </a:r>
            <a:br/>
            <a:r>
              <a:t>  name           String</a:t>
            </a:r>
            <a:br/>
            <a:r>
              <a:t>  description    String?</a:t>
            </a:r>
            <a:br/>
            <a:r>
              <a:t>  status         String   @default("active")</a:t>
            </a:r>
            <a:br/>
            <a:r>
              <a:t>  organizationId String   @map("organization_id")</a:t>
            </a:r>
            <a:br/>
            <a:r>
              <a:t>  ownerId        String   @map("owner_id")</a:t>
            </a:r>
            <a:br/>
            <a:r>
              <a:t>  metadata       Json?    @default("{}")</a:t>
            </a:r>
            <a:br/>
            <a:r>
              <a:t>  createdAt      DateTime @default(now()) @map("created_at")</a:t>
            </a:r>
            <a:br/>
            <a:r>
              <a:t>  updatedAt      DateTime @updatedAt @map("updated_at")</a:t>
            </a:r>
            <a:br/>
            <a:r>
              <a:t>  </a:t>
            </a:r>
            <a:br/>
            <a:r>
              <a:t>  @@map("projects")</a:t>
            </a:r>
            <a:br/>
            <a:r>
              <a:t>  @@index([organizationId])</a:t>
            </a:r>
            <a:br/>
            <a:r>
              <a:t>  @@index([ownerId])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User Synchronization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lib/sync.ts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prisma from "@/lib/db";</a:t>
            </a:r>
            <a:br/>
            <a:br/>
            <a:r>
              <a:t>export async function syncUserWithDatabase(</a:t>
            </a:r>
            <a:br/>
            <a:r>
              <a:t>  clerkUser: User,</a:t>
            </a:r>
            <a:br/>
            <a:r>
              <a:t>  organizationId?: string,</a:t>
            </a:r>
            <a:br/>
            <a:r>
              <a:t>  organizationRole?: string</a:t>
            </a:r>
            <a:br/>
            <a:r>
              <a:t>) {</a:t>
            </a:r>
            <a:br/>
            <a:r>
              <a:t>  try {</a:t>
            </a:r>
            <a:br/>
            <a:r>
              <a:t>    const email = clerkUser.emailAddresses[0]?.emailAddress || "";</a:t>
            </a:r>
            <a:br/>
            <a:r>
              <a:t>    const name = clerkUser.fullName || clerkUser.username || email;</a:t>
            </a:r>
            <a:br/>
            <a:r>
              <a:t>    const username = clerkUser.username || undefined;</a:t>
            </a:r>
            <a:br/>
            <a:r>
              <a:t>    const avatarUrl = clerkUser.imageUrl || undefined;</a:t>
            </a:r>
            <a:br/>
            <a:r>
              <a:t>    </a:t>
            </a:r>
            <a:br/>
            <a:r>
              <a:t>    const publicMetadata = clerkUser.publicMetadata || {};</a:t>
            </a:r>
            <a:br/>
            <a:r>
              <a:t>    const privateMetadata = clerkUser.privateMetadata || {};</a:t>
            </a:r>
            <a:br/>
            <a:r>
              <a:t>    </a:t>
            </a:r>
            <a:br/>
            <a:r>
              <a:t>    // Upsert: Update or Create</a:t>
            </a:r>
            <a:br/>
            <a:r>
              <a:t>    const user = await prisma.user.upsert({</a:t>
            </a:r>
            <a:br/>
            <a:r>
              <a:t>      where: { clerkId: clerkUser.id },</a:t>
            </a:r>
            <a:br/>
            <a:r>
              <a:t>      update: {</a:t>
            </a:r>
            <a:br/>
            <a:r>
              <a:t>        email,</a:t>
            </a:r>
            <a:br/>
            <a:r>
              <a:t>        name,</a:t>
            </a:r>
            <a:br/>
            <a:r>
              <a:t>        username,</a:t>
            </a:r>
            <a:br/>
            <a:r>
              <a:t>        avatarUrl,</a:t>
            </a:r>
            <a:br/>
            <a:r>
              <a:t>        role: (publicMetadata.role as string) || "guest",</a:t>
            </a:r>
            <a:br/>
            <a:r>
              <a:t>        publicMetadata: publicMetadata as any,</a:t>
            </a:r>
            <a:br/>
            <a:r>
              <a:t>        privateMetadata: privateMetadata as any,</a:t>
            </a:r>
            <a:br/>
            <a:r>
              <a:t>        lastSignInAt: clerkUser.lastSignInAt ? new Date(clerkUser.lastSignInAt) : undefined,</a:t>
            </a:r>
            <a:br/>
            <a:r>
              <a:t>        syncedAt: new Date(),</a:t>
            </a:r>
            <a:br/>
            <a:r>
              <a:t>        ...(organizationId &amp;&amp; { organizationId }),</a:t>
            </a:r>
            <a:br/>
            <a:r>
              <a:t>        ...(organizationRole &amp;&amp; { organizationRole }),</a:t>
            </a:r>
            <a:br/>
            <a:r>
              <a:t>      },</a:t>
            </a:r>
            <a:br/>
            <a:r>
              <a:t>      create: {</a:t>
            </a:r>
            <a:br/>
            <a:r>
              <a:t>        clerkId: clerkUser.id,</a:t>
            </a:r>
            <a:br/>
            <a:r>
              <a:t>        email,</a:t>
            </a:r>
            <a:br/>
            <a:r>
              <a:t>        name,</a:t>
            </a:r>
            <a:br/>
            <a:r>
              <a:t>        username,</a:t>
            </a:r>
            <a:br/>
            <a:r>
              <a:t>        avatarUrl,</a:t>
            </a:r>
            <a:br/>
            <a:r>
              <a:t>        role: (publicMetadata.role as string) || "guest",</a:t>
            </a:r>
            <a:br/>
            <a:r>
              <a:t>        publicMetadata: publicMetadata as any,</a:t>
            </a:r>
            <a:br/>
            <a:r>
              <a:t>        privateMetadata: privateMetadata as any,</a:t>
            </a:r>
            <a:br/>
            <a:r>
              <a:t>        lastSignInAt: clerkUser.lastSignInAt ? new Date(clerkUser.lastSignInAt) : undefined,</a:t>
            </a:r>
            <a:br/>
            <a:r>
              <a:t>        syncedAt: new Date(),</a:t>
            </a:r>
            <a:br/>
            <a:r>
              <a:t>        ...(organizationId &amp;&amp; { organizationId }),</a:t>
            </a:r>
            <a:br/>
            <a:r>
              <a:t>        ...(organizationRole &amp;&amp; { organizationRole }),</a:t>
            </a:r>
            <a:br/>
            <a:r>
              <a:t>      },</a:t>
            </a:r>
            <a:br/>
            <a:r>
              <a:t>    });</a:t>
            </a:r>
            <a:br/>
            <a:r>
              <a:t>    </a:t>
            </a:r>
            <a:br/>
            <a:r>
              <a:t>    await logAuthEvent(clerkUser.id, "user_synced", {</a:t>
            </a:r>
            <a:br/>
            <a:r>
              <a:t>      email, name,</a:t>
            </a:r>
            <a:br/>
            <a:r>
              <a:t>      organizationId: organizationId || "none",</a:t>
            </a:r>
            <a:br/>
            <a:r>
              <a:t>    });</a:t>
            </a:r>
            <a:br/>
            <a:r>
              <a:t>    </a:t>
            </a:r>
            <a:br/>
            <a:r>
              <a:t>    return user;</a:t>
            </a:r>
            <a:br/>
            <a:r>
              <a:t>  } catch (error) {</a:t>
            </a:r>
            <a:br/>
            <a:r>
              <a:t>    console.error("Failed to sync user with database:", error);</a:t>
            </a:r>
            <a:br/>
            <a:r>
              <a:t>    throw new Error("Database synchronization failed");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Webhook Signature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lib/webhook-verify.ts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Webhook } from "svix";</a:t>
            </a:r>
            <a:br/>
            <a:br/>
            <a:r>
              <a:t>const WEBHOOK_HEADERS = {</a:t>
            </a:r>
            <a:br/>
            <a:r>
              <a:t>  SIGNATURE: "svix-signature",</a:t>
            </a:r>
            <a:br/>
            <a:r>
              <a:t>  TIMESTAMP: "svix-timestamp",</a:t>
            </a:r>
            <a:br/>
            <a:r>
              <a:t>  ID: "svix-id",</a:t>
            </a:r>
            <a:br/>
            <a:r>
              <a:t>} as const;</a:t>
            </a:r>
            <a:br/>
            <a:br/>
            <a:r>
              <a:t>export async function verifyWebhookRequest(</a:t>
            </a:r>
            <a:br/>
            <a:r>
              <a:t>  request: NextRequest,</a:t>
            </a:r>
            <a:br/>
            <a:r>
              <a:t>  secret: string</a:t>
            </a:r>
            <a:br/>
            <a:r>
              <a:t>): Promise&lt;unknown&gt; {</a:t>
            </a:r>
            <a:br/>
            <a:r>
              <a:t>  const payload = await request.text();</a:t>
            </a:r>
            <a:br/>
            <a:r>
              <a:t>  </a:t>
            </a:r>
            <a:br/>
            <a:r>
              <a:t>  const headers = {</a:t>
            </a:r>
            <a:br/>
            <a:r>
              <a:t>    [WEBHOOK_HEADERS.SIGNATURE]: request.headers.get(WEBHOOK_HEADERS.SIGNATURE) || "",</a:t>
            </a:r>
            <a:br/>
            <a:r>
              <a:t>    [WEBHOOK_HEADERS.TIMESTAMP]: request.headers.get(WEBHOOK_HEADERS.TIMESTAMP) || "",</a:t>
            </a:r>
            <a:br/>
            <a:r>
              <a:t>    [WEBHOOK_HEADERS.ID]: request.headers.get(WEBHOOK_HEADERS.ID) || "",</a:t>
            </a:r>
            <a:br/>
            <a:r>
              <a:t>  };</a:t>
            </a:r>
            <a:br/>
            <a:r>
              <a:t>  </a:t>
            </a:r>
            <a:br/>
            <a:r>
              <a:t>  if (!headers[WEBHOOK_HEADERS.SIGNATURE] || !headers[WEBHOOK_HEADERS.TIMESTAMP]) {</a:t>
            </a:r>
            <a:br/>
            <a:r>
              <a:t>    throw new Error("Missing required webhook headers");</a:t>
            </a:r>
            <a:br/>
            <a:r>
              <a:t>  }</a:t>
            </a:r>
            <a:br/>
            <a:r>
              <a:t>  </a:t>
            </a:r>
            <a:br/>
            <a:r>
              <a:t>  try {</a:t>
            </a:r>
            <a:br/>
            <a:r>
              <a:t>    const wh = new Webhook(secret);</a:t>
            </a:r>
            <a:br/>
            <a:r>
              <a:t>    const verifiedPayload = wh.verify(payload, headers);</a:t>
            </a:r>
            <a:br/>
            <a:r>
              <a:t>    return verifiedPayload;</a:t>
            </a:r>
            <a:br/>
            <a:r>
              <a:t>  } catch (error) {</a:t>
            </a:r>
            <a:br/>
            <a:r>
              <a:t>    console.error("Webhook verification failed:", error);</a:t>
            </a:r>
            <a:br/>
            <a:r>
              <a:t>    throw new Error("Webhook verification failed");</a:t>
            </a:r>
            <a:br/>
            <a:r>
              <a:t>  }</a:t>
            </a:r>
            <a:br/>
            <a:r>
              <a:t>}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Why Verification Matters: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Ensures webhook actually came from Clerk (not an attacker)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Confirms payload hasn't been tampered with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Validates the webhook is intended for your application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Webhook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app/api/webhooks/clerk/route.ts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NextRequest, NextResponse } from "next/server";</a:t>
            </a:r>
            <a:br/>
            <a:r>
              <a:t>import { verifyWebhookRequest, parseWebhookEvent, getWebhookSecret } from "@/lib/webhook-verify";</a:t>
            </a:r>
            <a:br/>
            <a:r>
              <a:t>import { syncUserWithDatabase, deleteUserFromDatabase } from "@/lib/sync";</a:t>
            </a:r>
            <a:br/>
            <a:r>
              <a:t>import prisma from "@/lib/db";</a:t>
            </a:r>
            <a:br/>
            <a:br/>
            <a:r>
              <a:t>export async function POST(request: NextRequest) {</a:t>
            </a:r>
            <a:br/>
            <a:r>
              <a:t>  try {</a:t>
            </a:r>
            <a:br/>
            <a:r>
              <a:t>    const secret = getWebhookSecret();</a:t>
            </a:r>
            <a:br/>
            <a:r>
              <a:t>    const verifiedPayload = await verifyWebhookRequest(request, secret);</a:t>
            </a:r>
            <a:br/>
            <a:r>
              <a:t>    const { type, data } = parseWebhookEvent(verifiedPayload);</a:t>
            </a:r>
            <a:br/>
            <a:r>
              <a:t>    </a:t>
            </a:r>
            <a:br/>
            <a:r>
              <a:t>    // Process different event types</a:t>
            </a:r>
            <a:br/>
            <a:r>
              <a:t>    switch (type) {</a:t>
            </a:r>
            <a:br/>
            <a:r>
              <a:t>      case "user.created":</a:t>
            </a:r>
            <a:br/>
            <a:r>
              <a:t>        await handleUserCreated(data);</a:t>
            </a:r>
            <a:br/>
            <a:r>
              <a:t>        break;</a:t>
            </a:r>
            <a:br/>
            <a:r>
              <a:t>      case "user.updated":</a:t>
            </a:r>
            <a:br/>
            <a:r>
              <a:t>        await handleUserUpdated(data);</a:t>
            </a:r>
            <a:br/>
            <a:r>
              <a:t>        break;</a:t>
            </a:r>
            <a:br/>
            <a:r>
              <a:t>      case "user.deleted":</a:t>
            </a:r>
            <a:br/>
            <a:r>
              <a:t>        await handleUserDeleted(data);</a:t>
            </a:r>
            <a:br/>
            <a:r>
              <a:t>        break;</a:t>
            </a:r>
            <a:br/>
            <a:r>
              <a:t>      case "session.created":</a:t>
            </a:r>
            <a:br/>
            <a:r>
              <a:t>        await handleSessionCreated(data);</a:t>
            </a:r>
            <a:br/>
            <a:r>
              <a:t>        break;</a:t>
            </a:r>
            <a:br/>
            <a:r>
              <a:t>      default:</a:t>
            </a:r>
            <a:br/>
            <a:r>
              <a:t>        console.log(Unhandled webhook event: ${type});</a:t>
            </a:r>
            <a:br/>
            <a:r>
              <a:t>    }</a:t>
            </a:r>
            <a:br/>
            <a:r>
              <a:t>    </a:t>
            </a:r>
            <a:br/>
            <a:r>
              <a:t>    return NextResponse.json({ success: true });</a:t>
            </a:r>
            <a:br/>
            <a:r>
              <a:t>  } catch (error) {</a:t>
            </a:r>
            <a:br/>
            <a:r>
              <a:t>    console.error("Webhook processing error:", error);</a:t>
            </a:r>
            <a:br/>
            <a:r>
              <a:t>    return NextResponse.json(</a:t>
            </a:r>
            <a:br/>
            <a:r>
              <a:t>      { error: "Webhook processing failed" },</a:t>
            </a:r>
            <a:br/>
            <a:r>
              <a:t>      { status: 500 }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  <a:br/>
            <a:br/>
            <a:r>
              <a:t>async function handleUserCreated(data: any) {</a:t>
            </a:r>
            <a:br/>
            <a:r>
              <a:t>  await syncUserWithDatabase(data);</a:t>
            </a:r>
            <a:br/>
            <a:r>
              <a:t>  await prisma.auditLog.create({</a:t>
            </a:r>
            <a:br/>
            <a:r>
              <a:t>    data: {</a:t>
            </a:r>
            <a:br/>
            <a:r>
              <a:t>      userId: data.id,</a:t>
            </a:r>
            <a:br/>
            <a:r>
              <a:t>      event: "user.created",</a:t>
            </a:r>
            <a:br/>
            <a:r>
              <a:t>      metadata: {</a:t>
            </a:r>
            <a:br/>
            <a:r>
              <a:t>        email: data.email_addresses[0]?.email_address,</a:t>
            </a:r>
            <a:br/>
            <a:r>
              <a:t>        created_at: new Date().toISOString(),</a:t>
            </a:r>
            <a:br/>
            <a:r>
              <a:t>      },</a:t>
            </a:r>
            <a:br/>
            <a:r>
              <a:t>    },</a:t>
            </a:r>
            <a:br/>
            <a:r>
              <a:t>  });</a:t>
            </a:r>
            <a:br/>
            <a:r>
              <a:t>}</a:t>
            </a:r>
            <a:br/>
            <a:br/>
            <a:r>
              <a:t>async function handleUserDeleted(data: any) {</a:t>
            </a:r>
            <a:br/>
            <a:r>
              <a:t>  await deleteUserFromDatabase(data.id, true);</a:t>
            </a:r>
            <a:br/>
            <a:r>
              <a:t>  await prisma.auditLog.create({</a:t>
            </a:r>
            <a:br/>
            <a:r>
              <a:t>    data: {</a:t>
            </a:r>
            <a:br/>
            <a:r>
              <a:t>      userId: data.id,</a:t>
            </a:r>
            <a:br/>
            <a:r>
              <a:t>      event: "user.deleted",</a:t>
            </a:r>
            <a:br/>
            <a:r>
              <a:t>      metadata: { deleted_at: new Date().toISOString() },</a:t>
            </a:r>
            <a:br/>
            <a:r>
              <a:t>    },</a:t>
            </a:r>
            <a:br/>
            <a:r>
              <a:t>  });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Headless Authentication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app/components/HeadlessSignIn.tsx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"use client";</a:t>
            </a:r>
            <a:br/>
            <a:br/>
            <a:r>
              <a:t>import { useSignIn, useSignUp } from "@clerk/nextjs";</a:t>
            </a:r>
            <a:br/>
            <a:r>
              <a:t>import { useState } from "react";</a:t>
            </a:r>
            <a:br/>
            <a:r>
              <a:t>import { useRouter } from "next/navigation";</a:t>
            </a:r>
            <a:br/>
            <a:br/>
            <a:r>
              <a:t>export default function HeadlessSignIn() {</a:t>
            </a:r>
            <a:br/>
            <a:r>
              <a:t>  const { isLoaded: signInLoaded, signIn, setActive } = useSignIn();</a:t>
            </a:r>
            <a:br/>
            <a:r>
              <a:t>  const { isLoaded: signUpLoaded, signUp } = useSignUp();</a:t>
            </a:r>
            <a:br/>
            <a:r>
              <a:t>  const router = useRouter();</a:t>
            </a:r>
            <a:br/>
            <a:r>
              <a:t>  </a:t>
            </a:r>
            <a:br/>
            <a:r>
              <a:t>  const [mode, setMode] = useState&lt;"signin" | "signup"&gt;("signin");</a:t>
            </a:r>
            <a:br/>
            <a:r>
              <a:t>  const [email, setEmail] = useState("");</a:t>
            </a:r>
            <a:br/>
            <a:r>
              <a:t>  const [password, setPassword] = useState("");</a:t>
            </a:r>
            <a:br/>
            <a:r>
              <a:t>  const [confirmPassword, setConfirmPassword] = useState("");</a:t>
            </a:r>
            <a:br/>
            <a:r>
              <a:t>  const [error, setError] = useState&lt;string | null&gt;(null);</a:t>
            </a:r>
            <a:br/>
            <a:r>
              <a:t>  const [loading, setLoading] = useState(false);</a:t>
            </a:r>
            <a:br/>
            <a:r>
              <a:t>  const [verificationCode, setVerificationCode] = useState("");</a:t>
            </a:r>
            <a:br/>
            <a:r>
              <a:t>  const [pendingVerification, setPendingVerification] = useState(false);</a:t>
            </a:r>
            <a:br/>
            <a:br/>
            <a:r>
              <a:t>  const handleSubmit = async (e: React.FormEvent) =&gt; {</a:t>
            </a:r>
            <a:br/>
            <a:r>
              <a:t>    e.preventDefault();</a:t>
            </a:r>
            <a:br/>
            <a:r>
              <a:t>    setError(null);</a:t>
            </a:r>
            <a:br/>
            <a:r>
              <a:t>    setLoading(true);</a:t>
            </a:r>
            <a:br/>
            <a:r>
              <a:t>    </a:t>
            </a:r>
            <a:br/>
            <a:r>
              <a:t>    try {</a:t>
            </a:r>
            <a:br/>
            <a:r>
              <a:t>      if (mode === "signin") {</a:t>
            </a:r>
            <a:br/>
            <a:r>
              <a:t>        if (!signInLoaded) return;</a:t>
            </a:r>
            <a:br/>
            <a:r>
              <a:t>        const signInAttempt = await signIn.create({</a:t>
            </a:r>
            <a:br/>
            <a:r>
              <a:t>          identifier: email,</a:t>
            </a:r>
            <a:br/>
            <a:r>
              <a:t>          password,</a:t>
            </a:r>
            <a:br/>
            <a:r>
              <a:t>        });</a:t>
            </a:r>
            <a:br/>
            <a:r>
              <a:t>        if (signInAttempt.status === "complete") {</a:t>
            </a:r>
            <a:br/>
            <a:r>
              <a:t>          await setActive({ session: signInAttempt.createdSessionId });</a:t>
            </a:r>
            <a:br/>
            <a:r>
              <a:t>          router.push("/dashboard");</a:t>
            </a:r>
            <a:br/>
            <a:r>
              <a:t>        }</a:t>
            </a:r>
            <a:br/>
            <a:r>
              <a:t>      } else {</a:t>
            </a:r>
            <a:br/>
            <a:r>
              <a:t>        if (!signUpLoaded) return;</a:t>
            </a:r>
            <a:br/>
            <a:r>
              <a:t>        if (password !== confirmPassword) {</a:t>
            </a:r>
            <a:br/>
            <a:r>
              <a:t>          setError("Passwords do not match");</a:t>
            </a:r>
            <a:br/>
            <a:r>
              <a:t>          setLoading(false);</a:t>
            </a:r>
            <a:br/>
            <a:r>
              <a:t>          return;</a:t>
            </a:r>
            <a:br/>
            <a:r>
              <a:t>        }</a:t>
            </a:r>
            <a:br/>
            <a:r>
              <a:t>        const signUpAttempt = await signUp.create({</a:t>
            </a:r>
            <a:br/>
            <a:r>
              <a:t>          emailAddress: email,</a:t>
            </a:r>
            <a:br/>
            <a:r>
              <a:t>          password,</a:t>
            </a:r>
            <a:br/>
            <a:r>
              <a:t>        });</a:t>
            </a:r>
            <a:br/>
            <a:r>
              <a:t>        if (signUpAttempt.status === "complete") {</a:t>
            </a:r>
            <a:br/>
            <a:r>
              <a:t>          await setActive({ session: signUpAttempt.createdSessionId });</a:t>
            </a:r>
            <a:br/>
            <a:r>
              <a:t>          router.push("/dashboard");</a:t>
            </a:r>
            <a:br/>
            <a:r>
              <a:t>        } else if (signUpAttempt.status === "needs_verification") {</a:t>
            </a:r>
            <a:br/>
            <a:r>
              <a:t>          setPendingVerification(true);</a:t>
            </a:r>
            <a:br/>
            <a:r>
              <a:t>        }</a:t>
            </a:r>
            <a:br/>
            <a:r>
              <a:t>      }</a:t>
            </a:r>
            <a:br/>
            <a:r>
              <a:t>    } catch (err: any) {</a:t>
            </a:r>
            <a:br/>
            <a:r>
              <a:t>      setError(err.message || "Authentication failed");</a:t>
            </a:r>
            <a:br/>
            <a:r>
              <a:t>    } finally {</a:t>
            </a:r>
            <a:br/>
            <a:r>
              <a:t>      setLoading(false);</a:t>
            </a:r>
            <a:br/>
            <a:r>
              <a:t>    }</a:t>
            </a:r>
            <a:br/>
            <a:r>
              <a:t>  };</a:t>
            </a:r>
            <a:br/>
            <a:br/>
            <a:r>
              <a:t>  const handleVerify = async (e: React.FormEvent) =&gt; {</a:t>
            </a:r>
            <a:br/>
            <a:r>
              <a:t>    e.preventDefault();</a:t>
            </a:r>
            <a:br/>
            <a:r>
              <a:t>    setError(null);</a:t>
            </a:r>
            <a:br/>
            <a:r>
              <a:t>    setLoading(true);</a:t>
            </a:r>
            <a:br/>
            <a:r>
              <a:t>    </a:t>
            </a:r>
            <a:br/>
            <a:r>
              <a:t>    try {</a:t>
            </a:r>
            <a:br/>
            <a:r>
              <a:t>      if (!signUpLoaded) return;</a:t>
            </a:r>
            <a:br/>
            <a:r>
              <a:t>      const verificationAttempt = await signUp.attemptEmailAddressVerification({</a:t>
            </a:r>
            <a:br/>
            <a:r>
              <a:t>        code: verificationCode,</a:t>
            </a:r>
            <a:br/>
            <a:r>
              <a:t>      });</a:t>
            </a:r>
            <a:br/>
            <a:r>
              <a:t>      if (verificationAttempt.status === "complete") {</a:t>
            </a:r>
            <a:br/>
            <a:r>
              <a:t>        await setActive({ session: verificationAttempt.createdSessionId });</a:t>
            </a:r>
            <a:br/>
            <a:r>
              <a:t>        router.push("/dashboard");</a:t>
            </a:r>
            <a:br/>
            <a:r>
              <a:t>      }</a:t>
            </a:r>
            <a:br/>
            <a:r>
              <a:t>    } catch (err: any) {</a:t>
            </a:r>
            <a:br/>
            <a:r>
              <a:t>      setError(err.message || "Verification failed");</a:t>
            </a:r>
            <a:br/>
            <a:r>
              <a:t>    } finally {</a:t>
            </a:r>
            <a:br/>
            <a:r>
              <a:t>      setLoading(false);</a:t>
            </a:r>
            <a:br/>
            <a:r>
              <a:t>    }</a:t>
            </a:r>
            <a:br/>
            <a:r>
              <a:t>  };</a:t>
            </a:r>
            <a:br/>
            <a:br/>
            <a:r>
              <a:t>  if (pendingVerification) {</a:t>
            </a:r>
            <a:br/>
            <a:r>
              <a:t>    return (</a:t>
            </a:r>
            <a:br/>
            <a:r>
              <a:t>      &lt;form onSubmit={handleVerify}&gt;</a:t>
            </a:r>
            <a:br/>
            <a:r>
              <a:t>        &lt;input</a:t>
            </a:r>
            <a:br/>
            <a:r>
              <a:t>          type="text"</a:t>
            </a:r>
            <a:br/>
            <a:r>
              <a:t>          value={verificationCode}</a:t>
            </a:r>
            <a:br/>
            <a:r>
              <a:t>          onChange={(e) =&gt; setVerificationCode(e.target.value)}</a:t>
            </a:r>
            <a:br/>
            <a:r>
              <a:t>          placeholder="Verification Code"</a:t>
            </a:r>
            <a:br/>
            <a:r>
              <a:t>          required</a:t>
            </a:r>
            <a:br/>
            <a:r>
              <a:t>        /&gt;</a:t>
            </a:r>
            <a:br/>
            <a:r>
              <a:t>        &lt;button type="submit"&gt;Verify&lt;/button&gt;</a:t>
            </a:r>
            <a:br/>
            <a:r>
              <a:t>      &lt;/form&gt;</a:t>
            </a:r>
            <a:br/>
            <a:r>
              <a:t>    );</a:t>
            </a:r>
            <a:br/>
            <a:r>
              <a:t>  }</a:t>
            </a:r>
            <a:br/>
            <a:br/>
            <a:r>
              <a:t>  return (</a:t>
            </a:r>
            <a:br/>
            <a:r>
              <a:t>    &lt;form onSubmit={handleSubmit}&gt;</a:t>
            </a:r>
            <a:br/>
            <a:r>
              <a:t>      &lt;div&gt;</a:t>
            </a:r>
            <a:br/>
            <a:r>
              <a:t>        &lt;button type="button" onClick={() =&gt; setMode("signin")}&gt;Sign In&lt;/button&gt;</a:t>
            </a:r>
            <a:br/>
            <a:r>
              <a:t>        &lt;button type="button" onClick={() =&gt; setMode("signup")}&gt;Sign Up&lt;/button&gt;</a:t>
            </a:r>
            <a:br/>
            <a:r>
              <a:t>      &lt;/div&gt;</a:t>
            </a:r>
            <a:br/>
            <a:r>
              <a:t>      &lt;input</a:t>
            </a:r>
            <a:br/>
            <a:r>
              <a:t>        type="email"</a:t>
            </a:r>
            <a:br/>
            <a:r>
              <a:t>        value={email}</a:t>
            </a:r>
            <a:br/>
            <a:r>
              <a:t>        onChange={(e) =&gt; setEmail(e.target.value)}</a:t>
            </a:r>
            <a:br/>
            <a:r>
              <a:t>        placeholder="Email"</a:t>
            </a:r>
            <a:br/>
            <a:r>
              <a:t>        required</a:t>
            </a:r>
            <a:br/>
            <a:r>
              <a:t>      /&gt;</a:t>
            </a:r>
            <a:br/>
            <a:r>
              <a:t>      &lt;input</a:t>
            </a:r>
            <a:br/>
            <a:r>
              <a:t>        type="password"</a:t>
            </a:r>
            <a:br/>
            <a:r>
              <a:t>        value={password}</a:t>
            </a:r>
            <a:br/>
            <a:r>
              <a:t>        onChange={(e) =&gt; setPassword(e.target.value)}</a:t>
            </a:r>
            <a:br/>
            <a:r>
              <a:t>        placeholder="Password"</a:t>
            </a:r>
            <a:br/>
            <a:r>
              <a:t>        required</a:t>
            </a:r>
            <a:br/>
            <a:r>
              <a:t>      /&gt;</a:t>
            </a:r>
            <a:br/>
            <a:r>
              <a:t>      {mode === "signup" &amp;&amp; (</a:t>
            </a:r>
            <a:br/>
            <a:r>
              <a:t>        &lt;input</a:t>
            </a:r>
            <a:br/>
            <a:r>
              <a:t>          type="password"</a:t>
            </a:r>
            <a:br/>
            <a:r>
              <a:t>          value={confirmPassword}</a:t>
            </a:r>
            <a:br/>
            <a:r>
              <a:t>          onChange={(e) =&gt; setConfirmPassword(e.target.value)}</a:t>
            </a:r>
            <a:br/>
            <a:r>
              <a:t>          placeholder="Confirm Password"</a:t>
            </a:r>
            <a:br/>
            <a:r>
              <a:t>          required</a:t>
            </a:r>
            <a:br/>
            <a:r>
              <a:t>        /&gt;</a:t>
            </a:r>
            <a:br/>
            <a:r>
              <a:t>      )}</a:t>
            </a:r>
            <a:br/>
            <a:r>
              <a:t>      {error &amp;&amp; &lt;div&gt;{error}&lt;/div&gt;}</a:t>
            </a:r>
            <a:br/>
            <a:r>
              <a:t>      &lt;button type="submit" disabled={loading}&gt;</a:t>
            </a:r>
            <a:br/>
            <a:r>
              <a:t>        {loading ? "Loading..." : mode === "signin" ? "Sign In" : "Create Account"}</a:t>
            </a:r>
            <a:br/>
            <a:r>
              <a:t>      &lt;/button&gt;</a:t>
            </a:r>
            <a:br/>
            <a:r>
              <a:t>    &lt;/form&gt;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Part 4 -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What You've Built: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Prisma ORM with PostgreSQL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Database schema with User, Project, AuditLog, and Session models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User synchronization between Clerk and database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Webhook signature verification using Svix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Webhook endpoint handling user lifecycle events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Metadata management API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User preferences form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Headless authentication interface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Key Skills Acquired: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Understanding Clerk metadata types and use cases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Synchronizing users between Clerk and your database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Implementing secure webhook verification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Processing user lifecycle events in real-time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Building custom metadata management APIs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Creating headless authentication flows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Managing user sessions programmatically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Setting up audit logging and monitoring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371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2937"/>
                </a:solidFill>
                <a:latin typeface="Helvetica Neue"/>
              </a:defRPr>
            </a:pPr>
            <a:r>
              <a:t>PART 5: CLERK WITH REACT 19 &amp; NEXT.JS 16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React 19 &amp; Next.js 16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React 19: What's New for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Feature    Description    Authentication Impact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---------  -------------  ----------------------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React Compiler    Automatic memoization and optimization    Reduces unnecessary re-renders of auth components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Server Components    Components that run exclusively on the server    Authentication checks happen before sending HTML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Server Actions    Server-side mutations from client components    Secure database operations with auth protection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Concurrent Rendering    Interruptible rendering for better performance    Auth state updates don't block UI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use Hook    Promise unwrapping in components    Clean async auth state handling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Next.js 16: App Router Optimizations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clerkMiddleware() - Dedicated middleware for Clerk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Parallel Routes - Render auth states simultaneously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Intercepting Routes - Modal-based authentication flows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Server Components Streaming - Progressive rendering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Server Actions Integration - Type-safe mutations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Enhanced Middleware with Clerk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middleware.ts (Next.js 16 enhanced)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clerkMiddleware, createRouteMatcher } from "@clerk/nextjs/server";</a:t>
            </a:r>
            <a:br/>
            <a:r>
              <a:t>import { NextResponse } from "next/server";</a:t>
            </a:r>
            <a:br/>
            <a:br/>
            <a:r>
              <a:t>const isPublicRoute = createRouteMatcher([</a:t>
            </a:r>
            <a:br/>
            <a:r>
              <a:t>  "/", "/about", "/sign-in(.)", "/sign-up(.)",</a:t>
            </a:r>
            <a:br/>
            <a:r>
              <a:t>  "/api/webhooks(.*)", "/api/health",</a:t>
            </a:r>
            <a:br/>
            <a:r>
              <a:t>]);</a:t>
            </a:r>
            <a:br/>
            <a:br/>
            <a:r>
              <a:t>const isApiRoute = createRouteMatcher(["/api/(.*)"]);</a:t>
            </a:r>
            <a:br/>
            <a:r>
              <a:t>const isAdminRoute = createRouteMatcher(["/admin(.)", "/api/admin(.)"]);</a:t>
            </a:r>
            <a:br/>
            <a:r>
              <a:t>const isOrganizationRoute = createRouteMatcher(["/organization(.)", "/api/organizations(.)"]);</a:t>
            </a:r>
            <a:br/>
            <a:br/>
            <a:r>
              <a:t>export default clerkMiddleware(async (auth, req) =&gt; {</a:t>
            </a:r>
            <a:br/>
            <a:r>
              <a:t>  const { userId, sessionId, orgId, getToken } = await auth();</a:t>
            </a:r>
            <a:br/>
            <a:r>
              <a:t>  const path = req.nextUrl.pathname;</a:t>
            </a:r>
            <a:br/>
            <a:r>
              <a:t>  </a:t>
            </a:r>
            <a:br/>
            <a:r>
              <a:t>  // Early return for public routes</a:t>
            </a:r>
            <a:br/>
            <a:r>
              <a:t>  if (isPublicRoute(req)) {</a:t>
            </a:r>
            <a:br/>
            <a:r>
              <a:t>    return NextResponse.next();</a:t>
            </a:r>
            <a:br/>
            <a:r>
              <a:t>  }</a:t>
            </a:r>
            <a:br/>
            <a:r>
              <a:t>  </a:t>
            </a:r>
            <a:br/>
            <a:r>
              <a:t>  // Authentication required for all other routes</a:t>
            </a:r>
            <a:br/>
            <a:r>
              <a:t>  if (!userId) {</a:t>
            </a:r>
            <a:br/>
            <a:r>
              <a:t>    if (isApiRoute(req)) {</a:t>
            </a:r>
            <a:br/>
            <a:r>
              <a:t>      return NextResponse.json({ error: "Authentication required" }, { status: 401 });</a:t>
            </a:r>
            <a:br/>
            <a:r>
              <a:t>    }</a:t>
            </a:r>
            <a:br/>
            <a:r>
              <a:t>    const signInUrl = new URL("/sign-in", req.url);</a:t>
            </a:r>
            <a:br/>
            <a:r>
              <a:t>    signInUrl.searchParams.set("redirect_url", path);</a:t>
            </a:r>
            <a:br/>
            <a:r>
              <a:t>    return NextResponse.redirect(signInUrl);</a:t>
            </a:r>
            <a:br/>
            <a:r>
              <a:t>  }</a:t>
            </a:r>
            <a:br/>
            <a:r>
              <a:t>  </a:t>
            </a:r>
            <a:br/>
            <a:r>
              <a:t>  // Organization check for organization routes</a:t>
            </a:r>
            <a:br/>
            <a:r>
              <a:t>  if (isOrganizationRoute(req) &amp;&amp; !orgId) {</a:t>
            </a:r>
            <a:br/>
            <a:r>
              <a:t>    return NextResponse.redirect(new URL("/organization/select", req.url));</a:t>
            </a:r>
            <a:br/>
            <a:r>
              <a:t>  }</a:t>
            </a:r>
            <a:br/>
            <a:r>
              <a:t>  </a:t>
            </a:r>
            <a:br/>
            <a:r>
              <a:t>  // Admin check for admin routes</a:t>
            </a:r>
            <a:br/>
            <a:r>
              <a:t>  if (isAdminRoute(req)) {</a:t>
            </a:r>
            <a:br/>
            <a:r>
              <a:t>    const token = await getToken();</a:t>
            </a:r>
            <a:br/>
            <a:r>
              <a:t>    const role = token?.claims?.role || "guest";</a:t>
            </a:r>
            <a:br/>
            <a:r>
              <a:t>    </a:t>
            </a:r>
            <a:br/>
            <a:r>
              <a:t>    if (role !== "admin") {</a:t>
            </a:r>
            <a:br/>
            <a:r>
              <a:t>      if (isApiRoute(req)) {</a:t>
            </a:r>
            <a:br/>
            <a:r>
              <a:t>        return NextResponse.json({ error: "Admin access required" }, { status: 403 });</a:t>
            </a:r>
            <a:br/>
            <a:r>
              <a:t>      }</a:t>
            </a:r>
            <a:br/>
            <a:r>
              <a:t>      return NextResponse.redirect(new URL("/dashboard?error=access_denied", req.url));</a:t>
            </a:r>
            <a:br/>
            <a:r>
              <a:t>    }</a:t>
            </a:r>
            <a:br/>
            <a:r>
              <a:t>  }</a:t>
            </a:r>
            <a:br/>
            <a:r>
              <a:t>  </a:t>
            </a:r>
            <a:br/>
            <a:r>
              <a:t>  // Add security headers</a:t>
            </a:r>
            <a:br/>
            <a:r>
              <a:t>  const response = NextResponse.next();</a:t>
            </a:r>
            <a:br/>
            <a:r>
              <a:t>  response.headers.set("Cache-Control", "no-store, max-age=0");</a:t>
            </a:r>
            <a:br/>
            <a:r>
              <a:t>  response.headers.set("X-Auth-Status", "authenticated");</a:t>
            </a:r>
            <a:br/>
            <a:r>
              <a:t>  </a:t>
            </a:r>
            <a:br/>
            <a:r>
              <a:t>  return response;</a:t>
            </a:r>
            <a:br/>
            <a:r>
              <a:t>});</a:t>
            </a:r>
            <a:br/>
            <a:br/>
            <a:r>
              <a:t>export const config = {</a:t>
            </a:r>
            <a:br/>
            <a:r>
              <a:t>  matcher: [</a:t>
            </a:r>
            <a:br/>
            <a:r>
              <a:t>    "/((?!_next|[^?]\\.(?:html?|css|js(?!on)|jpe?g|webp|png|gif|svg|ttf|woff2?|ico|csv|docx?|xlsx?|zip|webmanifest)).)",</a:t>
            </a:r>
            <a:br/>
            <a:r>
              <a:t>    "/(api|trpc)(.*)",</a:t>
            </a:r>
            <a:br/>
            <a:r>
              <a:t>  ],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Enhanced Auth Helpers with React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lib/auth-helpers.ts (React 19 optimized)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auth, currentUser } from "@clerk/nextjs/server";</a:t>
            </a:r>
            <a:br/>
            <a:r>
              <a:t>import { cache } from "react";</a:t>
            </a:r>
            <a:br/>
            <a:r>
              <a:t>import { redirect } from "next/navigation";</a:t>
            </a:r>
            <a:br/>
            <a:br/>
            <a:r>
              <a:t>// Cached auth helper - prevents duplicate calls in the same request</a:t>
            </a:r>
            <a:br/>
            <a:r>
              <a:t>export const getAuth = cache(async () =&gt; {</a:t>
            </a:r>
            <a:br/>
            <a:r>
              <a:t>  const { userId, sessionId, orgId } = await auth();</a:t>
            </a:r>
            <a:br/>
            <a:r>
              <a:t>  return { userId, sessionId, orgId };</a:t>
            </a:r>
            <a:br/>
            <a:r>
              <a:t>});</a:t>
            </a:r>
            <a:br/>
            <a:br/>
            <a:r>
              <a:t>// Cached current user helper</a:t>
            </a:r>
            <a:br/>
            <a:r>
              <a:t>export const getCurrentUser = cache(async () =&gt; {</a:t>
            </a:r>
            <a:br/>
            <a:r>
              <a:t>  const user = await currentUser();</a:t>
            </a:r>
            <a:br/>
            <a:r>
              <a:t>  return user;</a:t>
            </a:r>
            <a:br/>
            <a:r>
              <a:t>});</a:t>
            </a:r>
            <a:br/>
            <a:br/>
            <a:r>
              <a:t>// Enhanced user with all metadata</a:t>
            </a:r>
            <a:br/>
            <a:r>
              <a:t>export const getEnhancedUser = cache(async () =&gt; {</a:t>
            </a:r>
            <a:br/>
            <a:r>
              <a:t>  const user = await getCurrentUser();</a:t>
            </a:r>
            <a:br/>
            <a:r>
              <a:t>  if (!user) return null;</a:t>
            </a:r>
            <a:br/>
            <a:r>
              <a:t>  </a:t>
            </a:r>
            <a:br/>
            <a:r>
              <a:t>  return {</a:t>
            </a:r>
            <a:br/>
            <a:r>
              <a:t>    id: user.id,</a:t>
            </a:r>
            <a:br/>
            <a:r>
              <a:t>    email: user.emailAddresses[0]?.emailAddress || "",</a:t>
            </a:r>
            <a:br/>
            <a:r>
              <a:t>    name: user.fullName || user.username || "User",</a:t>
            </a:r>
            <a:br/>
            <a:r>
              <a:t>    avatar: user.imageUrl,</a:t>
            </a:r>
            <a:br/>
            <a:r>
              <a:t>    role: user.publicMetadata?.role as string || "guest",</a:t>
            </a:r>
            <a:br/>
            <a:r>
              <a:t>    preferences: user.publicMetadata?.preferences as Record&lt;string, unknown&gt; || {},</a:t>
            </a:r>
            <a:br/>
            <a:r>
              <a:t>    isVerified: user.emailAddresses.some(e =&gt; e.verification?.status === "verified"),</a:t>
            </a:r>
            <a:br/>
            <a:r>
              <a:t>    createdAt: user.createdAt,</a:t>
            </a:r>
            <a:br/>
            <a:r>
              <a:t>    lastSignInAt: user.lastSignInAt,</a:t>
            </a:r>
            <a:br/>
            <a:r>
              <a:t>    publicMetadata: user.publicMetadata,</a:t>
            </a:r>
            <a:br/>
            <a:r>
              <a:t>    privateMetadata: user.privateMetadata,</a:t>
            </a:r>
            <a:br/>
            <a:r>
              <a:t>  };</a:t>
            </a:r>
            <a:br/>
            <a:r>
              <a:t>});</a:t>
            </a:r>
            <a:br/>
            <a:br/>
            <a:r>
              <a:t>// Protect a Server Component or Server Action</a:t>
            </a:r>
            <a:br/>
            <a:r>
              <a:t>export async function protect() {</a:t>
            </a:r>
            <a:br/>
            <a:r>
              <a:t>  const { userId } = await getAuth();</a:t>
            </a:r>
            <a:br/>
            <a:r>
              <a:t>  if (!userId) redirect("/sign-in");</a:t>
            </a:r>
            <a:br/>
            <a:r>
              <a:t>  return userId;</a:t>
            </a:r>
            <a:br/>
            <a:r>
              <a:t>}</a:t>
            </a:r>
            <a:br/>
            <a:br/>
            <a:r>
              <a:t>// Protect with role requirement</a:t>
            </a:r>
            <a:br/>
            <a:r>
              <a:t>export async function protectWithRole(requiredRole: string) {</a:t>
            </a:r>
            <a:br/>
            <a:r>
              <a:t>  const userId = await protect();</a:t>
            </a:r>
            <a:br/>
            <a:r>
              <a:t>  const user = await getEnhancedUser();</a:t>
            </a:r>
            <a:br/>
            <a:r>
              <a:t>  if (!user || user.role !== requiredRole) {</a:t>
            </a:r>
            <a:br/>
            <a:r>
              <a:t>    redirect("/dashboard?error=access_denied");</a:t>
            </a:r>
            <a:br/>
            <a:r>
              <a:t>  }</a:t>
            </a:r>
            <a:br/>
            <a:r>
              <a:t>  return userId;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Server Actions with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app/actions/projects.ts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"use server";</a:t>
            </a:r>
            <a:br/>
            <a:br/>
            <a:r>
              <a:t>import { z } from "zod";</a:t>
            </a:r>
            <a:br/>
            <a:r>
              <a:t>import { revalidatePath } from "next/cache";</a:t>
            </a:r>
            <a:br/>
            <a:r>
              <a:t>import prisma from "@/lib/db";</a:t>
            </a:r>
            <a:br/>
            <a:r>
              <a:t>import { protect, getOrgId, getEnhancedUser } from "@/lib/auth-helpers";</a:t>
            </a:r>
            <a:br/>
            <a:r>
              <a:t>import { logAuthEvent } from "@/lib/auth-helpers";</a:t>
            </a:r>
            <a:br/>
            <a:br/>
            <a:r>
              <a:t>const CreateProjectSchema = z.object({</a:t>
            </a:r>
            <a:br/>
            <a:r>
              <a:t>  name: z.string().min(1, "Project name is required").max(100),</a:t>
            </a:r>
            <a:br/>
            <a:r>
              <a:t>  description: z.string().max(500).optional(),</a:t>
            </a:r>
            <a:br/>
            <a:r>
              <a:t>  status: z.enum(["active", "archived", "draft"]).default("active"),</a:t>
            </a:r>
            <a:br/>
            <a:r>
              <a:t>  organizationId: z.string().optional(),</a:t>
            </a:r>
            <a:br/>
            <a:r>
              <a:t>});</a:t>
            </a:r>
            <a:br/>
            <a:br/>
            <a:r>
              <a:t>export async function createProject(data: CreateProjectData) {</a:t>
            </a:r>
            <a:br/>
            <a:r>
              <a:t>  try {</a:t>
            </a:r>
            <a:br/>
            <a:r>
              <a:t>    const userId = await protect(); // Redirects if not authenticated</a:t>
            </a:r>
            <a:br/>
            <a:r>
              <a:t>    const user = await getEnhancedUser();</a:t>
            </a:r>
            <a:br/>
            <a:r>
              <a:t>    const validatedData = CreateProjectSchema.parse(data);</a:t>
            </a:r>
            <a:br/>
            <a:r>
              <a:t>    </a:t>
            </a:r>
            <a:br/>
            <a:r>
              <a:t>    const orgId = await getOrgId();</a:t>
            </a:r>
            <a:br/>
            <a:r>
              <a:t>    const organizationId = validatedData.organizationId || orgId || "default";</a:t>
            </a:r>
            <a:br/>
            <a:r>
              <a:t>    </a:t>
            </a:r>
            <a:br/>
            <a:r>
              <a:t>    const project = await prisma.project.create({</a:t>
            </a:r>
            <a:br/>
            <a:r>
              <a:t>      data: {</a:t>
            </a:r>
            <a:br/>
            <a:r>
              <a:t>        name: validatedData.name,</a:t>
            </a:r>
            <a:br/>
            <a:r>
              <a:t>        description: validatedData.description || "",</a:t>
            </a:r>
            <a:br/>
            <a:r>
              <a:t>        status: validatedData.status,</a:t>
            </a:r>
            <a:br/>
            <a:r>
              <a:t>        organizationId: organizationId,</a:t>
            </a:r>
            <a:br/>
            <a:r>
              <a:t>        ownerId: userId,</a:t>
            </a:r>
            <a:br/>
            <a:r>
              <a:t>        metadata: {</a:t>
            </a:r>
            <a:br/>
            <a:r>
              <a:t>          createdBy: user?.name || userId,</a:t>
            </a:r>
            <a:br/>
            <a:r>
              <a:t>          createdAt: new Date().toISOString(),</a:t>
            </a:r>
            <a:br/>
            <a:r>
              <a:t>        },</a:t>
            </a:r>
            <a:br/>
            <a:r>
              <a:t>      },</a:t>
            </a:r>
            <a:br/>
            <a:r>
              <a:t>    });</a:t>
            </a:r>
            <a:br/>
            <a:r>
              <a:t>    </a:t>
            </a:r>
            <a:br/>
            <a:r>
              <a:t>    await logAuthEvent(userId, "project_created", {</a:t>
            </a:r>
            <a:br/>
            <a:r>
              <a:t>      projectId: project.id,</a:t>
            </a:r>
            <a:br/>
            <a:r>
              <a:t>      projectName: project.name,</a:t>
            </a:r>
            <a:br/>
            <a:r>
              <a:t>      organizationId: organizationId,</a:t>
            </a:r>
            <a:br/>
            <a:r>
              <a:t>    });</a:t>
            </a:r>
            <a:br/>
            <a:r>
              <a:t>    </a:t>
            </a:r>
            <a:br/>
            <a:r>
              <a:t>    revalidatePath("/dashboard");</a:t>
            </a:r>
            <a:br/>
            <a:r>
              <a:t>    revalidatePath("/projects");</a:t>
            </a:r>
            <a:br/>
            <a:r>
              <a:t>    </a:t>
            </a:r>
            <a:br/>
            <a:r>
              <a:t>    return { success: true, data: project };</a:t>
            </a:r>
            <a:br/>
            <a:r>
              <a:t>  } catch (error) {</a:t>
            </a:r>
            <a:br/>
            <a:r>
              <a:t>    if (error instanceof z.ZodError) {</a:t>
            </a:r>
            <a:br/>
            <a:r>
              <a:t>      return { success: false, error: "Validation failed", details: error.errors };</a:t>
            </a:r>
            <a:br/>
            <a:r>
              <a:t>    }</a:t>
            </a:r>
            <a:br/>
            <a:r>
              <a:t>    return { success: false, error: "Failed to create project" };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Server Component with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app/dashboard/page.tsx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import { Suspense } from "react";</a:t>
            </a:r>
            <a:br/>
            <a:r>
              <a:t>import { getProjects } from "@/app/actions/projects";</a:t>
            </a:r>
            <a:br/>
            <a:r>
              <a:t>import { getEnhancedUser, protect } from "@/lib/auth-helpers";</a:t>
            </a:r>
            <a:br/>
            <a:r>
              <a:t>import { UserButton } from "@clerk/nextjs";</a:t>
            </a:r>
            <a:br/>
            <a:r>
              <a:t>import Link from "next/link";</a:t>
            </a:r>
            <a:br/>
            <a:r>
              <a:t>import { ProjectList } from "@/app/components/ProjectList";</a:t>
            </a:r>
            <a:br/>
            <a:br/>
            <a:r>
              <a:t>export default async function DashboardPage() {</a:t>
            </a:r>
            <a:br/>
            <a:r>
              <a:t>  // Protect the route - redirects to sign-in if not authenticated</a:t>
            </a:r>
            <a:br/>
            <a:r>
              <a:t>  const userId = await protect();</a:t>
            </a:r>
            <a:br/>
            <a:r>
              <a:t>  const user = await getEnhancedUser();</a:t>
            </a:r>
            <a:br/>
            <a:r>
              <a:t>  </a:t>
            </a:r>
            <a:br/>
            <a:r>
              <a:t>  if (!user) redirect("/sign-in");</a:t>
            </a:r>
            <a:br/>
            <a:r>
              <a:t>  </a:t>
            </a:r>
            <a:br/>
            <a:r>
              <a:t>  // Get projects (will work with Suspense)</a:t>
            </a:r>
            <a:br/>
            <a:r>
              <a:t>  const projectsResult = await getProjects();</a:t>
            </a:r>
            <a:br/>
            <a:r>
              <a:t>  </a:t>
            </a:r>
            <a:br/>
            <a:r>
              <a:t>  return (</a:t>
            </a:r>
            <a:br/>
            <a:r>
              <a:t>    &lt;div&gt;</a:t>
            </a:r>
            <a:br/>
            <a:r>
              <a:t>      &lt;header&gt;</a:t>
            </a:r>
            <a:br/>
            <a:r>
              <a:t>        &lt;Link href="/"&gt;Clerk Mastery&lt;/Link&gt;</a:t>
            </a:r>
            <a:br/>
            <a:r>
              <a:t>        &lt;Link href="/profile"&gt;Profile&lt;/Link&gt;</a:t>
            </a:r>
            <a:br/>
            <a:r>
              <a:t>        &lt;UserButton afterSignOutUrl="/" /&gt;</a:t>
            </a:r>
            <a:br/>
            <a:r>
              <a:t>      &lt;/header&gt;</a:t>
            </a:r>
            <a:br/>
            <a:r>
              <a:t>      </a:t>
            </a:r>
            <a:br/>
            <a:r>
              <a:t>      &lt;main&gt;</a:t>
            </a:r>
            <a:br/>
            <a:r>
              <a:t>        &lt;div&gt;</a:t>
            </a:r>
            <a:br/>
            <a:r>
              <a:t>          &lt;h1&gt;Welcome back, {user.name}!&lt;/h1&gt;</a:t>
            </a:r>
            <a:br/>
            <a:r>
              <a:t>          &lt;p&gt;{user.role === "admin" ? "Administrator" : "Member"} • {user.email}&lt;/p&gt;</a:t>
            </a:r>
            <a:br/>
            <a:r>
              <a:t>          &lt;span&gt;Role: {user.role}&lt;/span&gt;</a:t>
            </a:r>
            <a:br/>
            <a:r>
              <a:t>          {user.isVerified &amp;&amp; &lt;span&gt;✓ Verified&lt;/span&gt;}</a:t>
            </a:r>
            <a:br/>
            <a:r>
              <a:t>        &lt;/div&gt;</a:t>
            </a:r>
            <a:br/>
            <a:r>
              <a:t>        </a:t>
            </a:r>
            <a:br/>
            <a:r>
              <a:t>        &lt;section&gt;</a:t>
            </a:r>
            <a:br/>
            <a:r>
              <a:t>          &lt;h2&gt;Your Projects&lt;/h2&gt;</a:t>
            </a:r>
            <a:br/>
            <a:r>
              <a:t>          &lt;Link href="/projects/new"&gt;+ New Project&lt;/Link&gt;</a:t>
            </a:r>
            <a:br/>
            <a:r>
              <a:t>          </a:t>
            </a:r>
            <a:br/>
            <a:r>
              <a:t>          &lt;Suspense fallback={&lt;div&gt;Loading projects...&lt;/div&gt;}&gt;</a:t>
            </a:r>
            <a:br/>
            <a:r>
              <a:t>            {projectsResult.success &amp;&amp; projectsResult.data.length &gt; 0 ? (</a:t>
            </a:r>
            <a:br/>
            <a:r>
              <a:t>              &lt;ProjectList projects={projectsResult.data} /&gt;</a:t>
            </a:r>
            <a:br/>
            <a:r>
              <a:t>            ) : (</a:t>
            </a:r>
            <a:br/>
            <a:r>
              <a:t>              &lt;p&gt;No projects yet&lt;/p&gt;</a:t>
            </a:r>
            <a:br/>
            <a:r>
              <a:t>            )}</a:t>
            </a:r>
            <a:br/>
            <a:r>
              <a:t>          &lt;/Suspense&gt;</a:t>
            </a:r>
            <a:br/>
            <a:r>
              <a:t>        &lt;/section&gt;</a:t>
            </a:r>
            <a:br/>
            <a:r>
              <a:t>      &lt;/main&gt;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Client Component with Server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app/components/ProjectList.tsx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"use client";</a:t>
            </a:r>
            <a:br/>
            <a:br/>
            <a:r>
              <a:t>import { useState, useTransition } from "react";</a:t>
            </a:r>
            <a:br/>
            <a:r>
              <a:t>import { deleteProject } from "@/app/actions/projects";</a:t>
            </a:r>
            <a:br/>
            <a:r>
              <a:t>import Link from "next/link";</a:t>
            </a:r>
            <a:br/>
            <a:br/>
            <a:r>
              <a:t>export function ProjectList({ projects }: { projects: Project[] }) {</a:t>
            </a:r>
            <a:br/>
            <a:r>
              <a:t>  const [isPending, startTransition] = useTransition();</a:t>
            </a:r>
            <a:br/>
            <a:r>
              <a:t>  const [localProjects, setLocalProjects] = useState(projects);</a:t>
            </a:r>
            <a:br/>
            <a:r>
              <a:t>  const [error, setError] = useState&lt;string | null&gt;(null);</a:t>
            </a:r>
            <a:br/>
            <a:r>
              <a:t>  </a:t>
            </a:r>
            <a:br/>
            <a:r>
              <a:t>  const handleDelete = (projectId: string, projectName: string) =&gt; {</a:t>
            </a:r>
            <a:br/>
            <a:r>
              <a:t>    if (!confirm(Are you sure you want to delete "${projectName}"?)) return;</a:t>
            </a:r>
            <a:br/>
            <a:r>
              <a:t>    </a:t>
            </a:r>
            <a:br/>
            <a:r>
              <a:t>    setError(null);</a:t>
            </a:r>
            <a:br/>
            <a:r>
              <a:t>    startTransition(async () =&gt; {</a:t>
            </a:r>
            <a:br/>
            <a:r>
              <a:t>      const result = await deleteProject(projectId);</a:t>
            </a:r>
            <a:br/>
            <a:r>
              <a:t>      if (result.success) {</a:t>
            </a:r>
            <a:br/>
            <a:r>
              <a:t>        setLocalProjects(prev =&gt; prev.filter(p =&gt; p.id !== projectId));</a:t>
            </a:r>
            <a:br/>
            <a:r>
              <a:t>      } else {</a:t>
            </a:r>
            <a:br/>
            <a:r>
              <a:t>        setError(result.error || "Failed to delete project");</a:t>
            </a:r>
            <a:br/>
            <a:r>
              <a:t>      }</a:t>
            </a:r>
            <a:br/>
            <a:r>
              <a:t>    });</a:t>
            </a:r>
            <a:br/>
            <a:r>
              <a:t>  };</a:t>
            </a:r>
            <a:br/>
            <a:r>
              <a:t>  </a:t>
            </a:r>
            <a:br/>
            <a:r>
              <a:t>  return (</a:t>
            </a:r>
            <a:br/>
            <a:r>
              <a:t>    &lt;div&gt;</a:t>
            </a:r>
            <a:br/>
            <a:r>
              <a:t>      {error &amp;&amp; &lt;div className="error"&gt;{error}&lt;/div&gt;}</a:t>
            </a:r>
            <a:br/>
            <a:r>
              <a:t>      &lt;div className="grid"&gt;</a:t>
            </a:r>
            <a:br/>
            <a:r>
              <a:t>        {localProjects.map((project) =&gt; (</a:t>
            </a:r>
            <a:br/>
            <a:r>
              <a:t>          &lt;div key={project.id}&gt;</a:t>
            </a:r>
            <a:br/>
            <a:r>
              <a:t>            &lt;Link href={/projects/${project.id}}&gt;</a:t>
            </a:r>
            <a:br/>
            <a:r>
              <a:t>              &lt;h3&gt;{project.name}&lt;/h3&gt;</a:t>
            </a:r>
            <a:br/>
            <a:r>
              <a:t>            &lt;/Link&gt;</a:t>
            </a:r>
            <a:br/>
            <a:r>
              <a:t>            &lt;p&gt;{project.description || "No description"}&lt;/p&gt;</a:t>
            </a:r>
            <a:br/>
            <a:r>
              <a:t>            &lt;span&gt;{project.status}&lt;/span&gt;</a:t>
            </a:r>
            <a:br/>
            <a:r>
              <a:t>            &lt;button</a:t>
            </a:r>
            <a:br/>
            <a:r>
              <a:t>              onClick={() =&gt; handleDelete(project.id, project.name)}</a:t>
            </a:r>
            <a:br/>
            <a:r>
              <a:t>              disabled={isPending}</a:t>
            </a:r>
            <a:br/>
            <a:r>
              <a:t>            &gt;</a:t>
            </a:r>
            <a:br/>
            <a:r>
              <a:t>              Delete</a:t>
            </a:r>
            <a:br/>
            <a:r>
              <a:t>            &lt;/button&gt;</a:t>
            </a:r>
            <a:br/>
            <a:r>
              <a:t>          &lt;/div&gt;</a:t>
            </a:r>
            <a:br/>
            <a:r>
              <a:t>        ))}</a:t>
            </a:r>
            <a:br/>
            <a:r>
              <a:t>      &lt;/div&gt;</a:t>
            </a:r>
            <a:br/>
            <a:r>
              <a:t>      {isPending &amp;&amp; &lt;p&gt;Updating...&lt;/p&gt;}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Project Form with Server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File: app/components/ProjectForm.tsx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4B5563"/>
                </a:solidFill>
                <a:latin typeface="Courier New"/>
              </a:defRPr>
            </a:pPr>
            <a:r>
              <a:t>"use client";</a:t>
            </a:r>
            <a:br/>
            <a:br/>
            <a:r>
              <a:t>import { useState, useTransition } from "react";</a:t>
            </a:r>
            <a:br/>
            <a:r>
              <a:t>import { useRouter } from "next/navigation";</a:t>
            </a:r>
            <a:br/>
            <a:r>
              <a:t>import { createProject } from "@/app/actions/projects";</a:t>
            </a:r>
            <a:br/>
            <a:br/>
            <a:r>
              <a:t>export function ProjectForm({ initialData = {}, onSuccess }: ProjectFormProps) {</a:t>
            </a:r>
            <a:br/>
            <a:r>
              <a:t>  const router = useRouter();</a:t>
            </a:r>
            <a:br/>
            <a:r>
              <a:t>  const [isPending, startTransition] = useTransition();</a:t>
            </a:r>
            <a:br/>
            <a:r>
              <a:t>  const [error, setError] = useState&lt;string | null&gt;(null);</a:t>
            </a:r>
            <a:br/>
            <a:r>
              <a:t>  const [formData, setFormData] = useState({</a:t>
            </a:r>
            <a:br/>
            <a:r>
              <a:t>    name: initialData.name || "",</a:t>
            </a:r>
            <a:br/>
            <a:r>
              <a:t>    description: initialData.description || "",</a:t>
            </a:r>
            <a:br/>
            <a:r>
              <a:t>    status: initialData.status || "active",</a:t>
            </a:r>
            <a:br/>
            <a:r>
              <a:t>  });</a:t>
            </a:r>
            <a:br/>
            <a:r>
              <a:t>  </a:t>
            </a:r>
            <a:br/>
            <a:r>
              <a:t>  const handleSubmit = (e: React.FormEvent) =&gt; {</a:t>
            </a:r>
            <a:br/>
            <a:r>
              <a:t>    e.preventDefault();</a:t>
            </a:r>
            <a:br/>
            <a:r>
              <a:t>    setError(null);</a:t>
            </a:r>
            <a:br/>
            <a:r>
              <a:t>    </a:t>
            </a:r>
            <a:br/>
            <a:r>
              <a:t>    startTransition(async () =&gt; {</a:t>
            </a:r>
            <a:br/>
            <a:r>
              <a:t>      const result = await createProject(formData);</a:t>
            </a:r>
            <a:br/>
            <a:r>
              <a:t>      if (result.success) {</a:t>
            </a:r>
            <a:br/>
            <a:r>
              <a:t>        if (onSuccess) onSuccess();</a:t>
            </a:r>
            <a:br/>
            <a:r>
              <a:t>        else router.push("/dashboard");</a:t>
            </a:r>
            <a:br/>
            <a:r>
              <a:t>      } else {</a:t>
            </a:r>
            <a:br/>
            <a:r>
              <a:t>        setError(result.error || "Failed to create project");</a:t>
            </a:r>
            <a:br/>
            <a:r>
              <a:t>      }</a:t>
            </a:r>
            <a:br/>
            <a:r>
              <a:t>    });</a:t>
            </a:r>
            <a:br/>
            <a:r>
              <a:t>  };</a:t>
            </a:r>
            <a:br/>
            <a:r>
              <a:t>  </a:t>
            </a:r>
            <a:br/>
            <a:r>
              <a:t>  const handleChange = (e: React.ChangeEvent&lt;HTMLInputElement | HTMLTextAreaElement | HTMLSelectElement&gt;) =&gt; {</a:t>
            </a:r>
            <a:br/>
            <a:r>
              <a:t>    const { name, value } = e.target;</a:t>
            </a:r>
            <a:br/>
            <a:r>
              <a:t>    setFormData(prev =&gt; ({ ...prev, [name]: value }));</a:t>
            </a:r>
            <a:br/>
            <a:r>
              <a:t>  };</a:t>
            </a:r>
            <a:br/>
            <a:r>
              <a:t>  </a:t>
            </a:r>
            <a:br/>
            <a:r>
              <a:t>  return (</a:t>
            </a:r>
            <a:br/>
            <a:r>
              <a:t>    &lt;form onSubmit={handleSubmit}&gt;</a:t>
            </a:r>
            <a:br/>
            <a:r>
              <a:t>      {error &amp;&amp; &lt;div className="error"&gt;{error}&lt;/div&gt;}</a:t>
            </a:r>
            <a:br/>
            <a:r>
              <a:t>      </a:t>
            </a:r>
            <a:br/>
            <a:r>
              <a:t>      &lt;label htmlFor="name"&gt;Project Name *&lt;/label&gt;</a:t>
            </a:r>
            <a:br/>
            <a:r>
              <a:t>      &lt;input</a:t>
            </a:r>
            <a:br/>
            <a:r>
              <a:t>        type="text"</a:t>
            </a:r>
            <a:br/>
            <a:r>
              <a:t>        id="name"</a:t>
            </a:r>
            <a:br/>
            <a:r>
              <a:t>        name="name"</a:t>
            </a:r>
            <a:br/>
            <a:r>
              <a:t>        value={formData.name}</a:t>
            </a:r>
            <a:br/>
            <a:r>
              <a:t>        onChange={handleChange}</a:t>
            </a:r>
            <a:br/>
            <a:r>
              <a:t>        required</a:t>
            </a:r>
            <a:br/>
            <a:r>
              <a:t>        disabled={isPending}</a:t>
            </a:r>
            <a:br/>
            <a:r>
              <a:t>      /&gt;</a:t>
            </a:r>
            <a:br/>
            <a:r>
              <a:t>      </a:t>
            </a:r>
            <a:br/>
            <a:r>
              <a:t>      &lt;label htmlFor="description"&gt;Description&lt;/label&gt;</a:t>
            </a:r>
            <a:br/>
            <a:r>
              <a:t>      &lt;textarea</a:t>
            </a:r>
            <a:br/>
            <a:r>
              <a:t>        id="description"</a:t>
            </a:r>
            <a:br/>
            <a:r>
              <a:t>        name="description"</a:t>
            </a:r>
            <a:br/>
            <a:r>
              <a:t>        value={formData.description}</a:t>
            </a:r>
            <a:br/>
            <a:r>
              <a:t>        onChange={handleChange}</a:t>
            </a:r>
            <a:br/>
            <a:r>
              <a:t>        rows={4}</a:t>
            </a:r>
            <a:br/>
            <a:r>
              <a:t>        disabled={isPending}</a:t>
            </a:r>
            <a:br/>
            <a:r>
              <a:t>      /&gt;</a:t>
            </a:r>
            <a:br/>
            <a:r>
              <a:t>      </a:t>
            </a:r>
            <a:br/>
            <a:r>
              <a:t>      &lt;label htmlFor="status"&gt;Status&lt;/label&gt;</a:t>
            </a:r>
            <a:br/>
            <a:r>
              <a:t>      &lt;select</a:t>
            </a:r>
            <a:br/>
            <a:r>
              <a:t>        id="status"</a:t>
            </a:r>
            <a:br/>
            <a:r>
              <a:t>        name="status"</a:t>
            </a:r>
            <a:br/>
            <a:r>
              <a:t>        value={formData.status}</a:t>
            </a:r>
            <a:br/>
            <a:r>
              <a:t>        onChange={handleChange}</a:t>
            </a:r>
            <a:br/>
            <a:r>
              <a:t>        disabled={isPending}</a:t>
            </a:r>
            <a:br/>
            <a:r>
              <a:t>      &gt;</a:t>
            </a:r>
            <a:br/>
            <a:r>
              <a:t>        &lt;option value="active"&gt;Active&lt;/option&gt;</a:t>
            </a:r>
            <a:br/>
            <a:r>
              <a:t>        &lt;option value="draft"&gt;Draft&lt;/option&gt;</a:t>
            </a:r>
            <a:br/>
            <a:r>
              <a:t>        &lt;option value="archived"&gt;Archived&lt;/option&gt;</a:t>
            </a:r>
            <a:br/>
            <a:r>
              <a:t>      &lt;/select&gt;</a:t>
            </a:r>
            <a:br/>
            <a:r>
              <a:t>      </a:t>
            </a:r>
            <a:br/>
            <a:r>
              <a:t>      &lt;button type="submit" disabled={isPending}&gt;</a:t>
            </a:r>
            <a:br/>
            <a:r>
              <a:t>        {isPending ? "Creating..." : "Create Project"}</a:t>
            </a:r>
            <a:br/>
            <a:r>
              <a:t>      &lt;/button&gt;</a:t>
            </a:r>
            <a:br/>
            <a:r>
              <a:t>      &lt;button type="button" onClick={() =&gt; router.back()} disabled={isPending}&gt;</a:t>
            </a:r>
            <a:br/>
            <a:r>
              <a:t>        Cancel</a:t>
            </a:r>
            <a:br/>
            <a:r>
              <a:t>      &lt;/button&gt;</a:t>
            </a:r>
            <a:br/>
            <a:r>
              <a:t>    &lt;/form&gt;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Part 5 -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What You've Built: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Enhanced middleware with granular route protection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Cached auth helpers using React's cache() function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Server Actions with authentication and validation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Server Components with async authentication checks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Client Components that use Server Actions with useTransition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Suspense and Streaming with loading states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Optimized API routes with caching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Key Skills Acquired: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Using React Server Components with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Securing Server Actions with Clerk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Implementing Suspense and streaming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Using React's cache() for performance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Building with React 19 concurrent features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Optimizing client/server hydration boundaries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Implementing error boundaries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Using instrumentation for monitoring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Caching strategies with Next.js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## APPENDICES &amp; WRAP-UP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Appendix A - Authentication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Topics Covered: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The Evolution of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From Sessions to JWTs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Why stateless authentication wins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Clerk's Session Management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Clients and Sessions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Session Token Lifecycle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Security Features (HTTP-only, short-lived tokens)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Understanding JWTs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JWT Structure: Header.Payload.Signature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RS256 vs HS256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Token Verification Process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Clerk's JWT Claims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Multi-Tenant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What is Multi-Tenancy?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Key Concepts (Organizations, Members, Roles)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Challenges and Solutions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Security Best Practices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Authentication Security Checklist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Common Vulnerabilities and Mitigations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NIST Password Guidelines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Clerk Infrastructure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Clerk-Hosted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Development vs Production Instances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Webhooks and Event-Driven Architecture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Appendix B - 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Topics Covered: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Production Readiness Checklist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Clerk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Database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Authentication Flow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Security Hardening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Performance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Monitoring &amp; Observability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Deployment Strategies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Vercel (Recommended for Next.js)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Docker Containerization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AWS or Google Cloud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Security Hardening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HTTP Security Headers (CSP, HSTS, CORS)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Rate Limiting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CORS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Performance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Cache Strategies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Image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Bundle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Database Query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Monitoring &amp; Observability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Health Check Endpoint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Structured Logging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Performance Monitoring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Enterprise Features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Single Sign-On (SSO)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Audit Logging for Compliance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GDPR Compliance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Appendix C - Common Patterns &amp; Code Snippets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User Management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Get User with Fallback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User Context Provider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Update User Metadata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Management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Membership Check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Switcher with Custom UI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Invite User to Organization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API Protection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API Route with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API Middleware with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Client Component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Protected Client Component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With Authentication HOC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Real-time Authentication Status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Webhook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Process Webhook with Retries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Webhook Signature Validation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Performance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Debounced User Search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Cached Auth Checks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Error Handling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Global Error Boundary for Auth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API Error Handling with Custom Types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Appendix D - Troubleshooting &amp;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Common Issues &amp; Solutions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Installation &amp; Setup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ClerkProvider not found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Invalid publishable key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Missing CLERK_SECRET_KEY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Authentication Flow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Redirect loops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Social login not working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Email verification not sending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Server-Side Issues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auth() returns null in Server Components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Server Actions return 401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API routes returning 401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Issues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creation fails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User can't switch organizations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Organization invites not working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Webhook Issues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Webhooks not firing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Signature verification fails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Performance Issues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Slow authentication checks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Memory leaks or connection pool issues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Quick Reference: Error Codes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Error Code    Description    Solution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------------  -------------  ----------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UNAUTHORIZED    Authentication required    Ensure user is signed in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FORBIDDEN    Insufficient permissions    Check user role/permissions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INVALID_TOKEN    Invalid JWT token    Refresh the token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EXPIRED_TOKEN    Token has expired    Refresh the token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SESSION_REVOKED    Session was revoked    User must sign in again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Complete Series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What You've Learned Across All Parts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1: Foundations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Zero-configuration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Pre-built UI components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Social login (Google, GitHub)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Route protection with middleware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Custom styling and theming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2: Server-Side Security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API route protection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Role-Based Access Control (RBAC)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Permission checking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Server Action security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3: Multi-Tenant SaaS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Organizations and team management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Member invitations and roles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Organization switcher UI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Tenant data isolation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4: Extending Clerk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Metadata management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Webhook integration with Prisma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Database synchronization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Audit logging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Part 5: React 19 &amp; Next.js 16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Server Components with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Secured Server Actions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Suspense and streaming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React 19 concurrent features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What's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Immediate Next Steps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1. Deploy your application using the strategies from Appendix B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2. Add Multi-Factor Authentication in Clerk Dashboard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3. Configure SSO for enterprise users (SAML/OIDC)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4. Set up monitoring with health checks and logging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5. Review security hardening with CSP and rate limiting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Advanced Topics to Explore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WebAuthn &amp; Passkeys - Biometric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Custom Email Templates - Branded authentication emails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Webhook Event Deduplication - Handle duplicate webhooks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Real-time User Presence - Track active users with WebSockets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Serverless Deployment - AWS Lambda, Cloudflare Workers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Mobile Authentication - React Native, Expo integration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Community Resources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[Clerk Documentation](https://clerk.com/docs)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[Clerk Discord Community](https://discord.com/invite/clerk)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[Clerk GitHub](https://github.com/clerk/clerkjs)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[Clerk Blog](https://clerk.com/blog)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Helvetica Neue"/>
              </a:defRPr>
            </a:pPr>
            <a:r>
              <a:t>Final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"Authentication is the foundation of every modern application — and you now have the expertise to build it right."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You've Completed: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6 Comprehensive Parts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4 In-Depth Appendices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100+ Code Examples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Production-Ready Implementations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t>You Now Possess: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Complete Clerk authentication expertise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Server-side security mastery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Multi-tenant SaaS architecture skills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Webhook and metadata integration knowledge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React 19 &amp; Next.js 16 modern patterns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✅ Enterprise-grade deployment capabilities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Thank you for completing the Clerk Mastery Series!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Happy building! 🚀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Helvetica Neue"/>
              </a:defRPr>
            </a:pPr>
            <a: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